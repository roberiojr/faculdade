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8" r:id="rId5"/>
    <p:sldId id="257" r:id="rId6"/>
    <p:sldId id="261" r:id="rId7"/>
    <p:sldId id="262" r:id="rId8"/>
    <p:sldId id="263" r:id="rId9"/>
    <p:sldId id="266" r:id="rId10"/>
    <p:sldId id="265" r:id="rId11"/>
    <p:sldId id="267" r:id="rId12"/>
    <p:sldId id="268" r:id="rId13"/>
    <p:sldId id="264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1DC4-105C-495E-AD28-D5C1C3E3D317}" type="datetimeFigureOut">
              <a:rPr lang="pt-BR" smtClean="0"/>
              <a:t>26/08/2019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1BF-F0AF-4806-892C-BA39AE045D4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1DC4-105C-495E-AD28-D5C1C3E3D317}" type="datetimeFigureOut">
              <a:rPr lang="pt-BR" smtClean="0"/>
              <a:t>26/08/2019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1BF-F0AF-4806-892C-BA39AE045D4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1DC4-105C-495E-AD28-D5C1C3E3D317}" type="datetimeFigureOut">
              <a:rPr lang="pt-BR" smtClean="0"/>
              <a:t>26/08/2019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1BF-F0AF-4806-892C-BA39AE045D4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1DC4-105C-495E-AD28-D5C1C3E3D317}" type="datetimeFigureOut">
              <a:rPr lang="pt-BR" smtClean="0"/>
              <a:t>26/08/2019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1BF-F0AF-4806-892C-BA39AE045D4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1DC4-105C-495E-AD28-D5C1C3E3D317}" type="datetimeFigureOut">
              <a:rPr lang="pt-BR" smtClean="0"/>
              <a:t>26/08/2019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1BF-F0AF-4806-892C-BA39AE045D4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1DC4-105C-495E-AD28-D5C1C3E3D317}" type="datetimeFigureOut">
              <a:rPr lang="pt-BR" smtClean="0"/>
              <a:t>26/08/2019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1BF-F0AF-4806-892C-BA39AE045D4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1DC4-105C-495E-AD28-D5C1C3E3D317}" type="datetimeFigureOut">
              <a:rPr lang="pt-BR" smtClean="0"/>
              <a:t>26/08/2019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1BF-F0AF-4806-892C-BA39AE045D4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1DC4-105C-495E-AD28-D5C1C3E3D317}" type="datetimeFigureOut">
              <a:rPr lang="pt-BR" smtClean="0"/>
              <a:t>26/08/2019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1BF-F0AF-4806-892C-BA39AE045D4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1DC4-105C-495E-AD28-D5C1C3E3D317}" type="datetimeFigureOut">
              <a:rPr lang="pt-BR" smtClean="0"/>
              <a:t>26/08/2019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1BF-F0AF-4806-892C-BA39AE045D4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1DC4-105C-495E-AD28-D5C1C3E3D317}" type="datetimeFigureOut">
              <a:rPr lang="pt-BR" smtClean="0"/>
              <a:t>26/08/2019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1BF-F0AF-4806-892C-BA39AE045D4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1DC4-105C-495E-AD28-D5C1C3E3D317}" type="datetimeFigureOut">
              <a:rPr lang="pt-BR" smtClean="0"/>
              <a:t>26/08/2019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C41BF-F0AF-4806-892C-BA39AE045D4D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81DC4-105C-495E-AD28-D5C1C3E3D317}" type="datetimeFigureOut">
              <a:rPr lang="pt-BR" smtClean="0"/>
              <a:t>26/08/2019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C41BF-F0AF-4806-892C-BA39AE045D4D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43217"/>
            <a:ext cx="7072361" cy="6638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7704" y="109755"/>
            <a:ext cx="6826195" cy="6748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8474" y="214290"/>
            <a:ext cx="8825525" cy="6670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0"/>
            <a:ext cx="8622326" cy="471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8669" y="142852"/>
            <a:ext cx="6922355" cy="6511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85728"/>
            <a:ext cx="7563902" cy="3230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089" y="500042"/>
            <a:ext cx="9027911" cy="3638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1" y="428604"/>
            <a:ext cx="8371079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357166"/>
            <a:ext cx="8560120" cy="5498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487" y="0"/>
            <a:ext cx="7261851" cy="68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Apresentação na tela 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Tema do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Augusto</dc:creator>
  <cp:lastModifiedBy>Augusto</cp:lastModifiedBy>
  <cp:revision>9</cp:revision>
  <dcterms:created xsi:type="dcterms:W3CDTF">2019-08-26T21:36:34Z</dcterms:created>
  <dcterms:modified xsi:type="dcterms:W3CDTF">2019-08-26T21:50:35Z</dcterms:modified>
</cp:coreProperties>
</file>