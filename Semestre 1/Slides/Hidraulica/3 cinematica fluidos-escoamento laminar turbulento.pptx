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theme/theme1.xml" ContentType="application/vnd.openxmlformats-officedocument.theme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Default Extension="png" ContentType="image/png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71" r:id="rId2"/>
    <p:sldId id="373" r:id="rId3"/>
    <p:sldId id="374" r:id="rId4"/>
    <p:sldId id="375" r:id="rId5"/>
    <p:sldId id="376" r:id="rId6"/>
    <p:sldId id="377" r:id="rId7"/>
    <p:sldId id="378" r:id="rId8"/>
    <p:sldId id="379" r:id="rId9"/>
    <p:sldId id="380" r:id="rId10"/>
    <p:sldId id="381" r:id="rId11"/>
    <p:sldId id="382" r:id="rId12"/>
    <p:sldId id="383" r:id="rId13"/>
    <p:sldId id="384" r:id="rId14"/>
    <p:sldId id="385" r:id="rId15"/>
    <p:sldId id="386" r:id="rId16"/>
    <p:sldId id="387" r:id="rId17"/>
    <p:sldId id="388" r:id="rId18"/>
    <p:sldId id="389" r:id="rId19"/>
    <p:sldId id="390" r:id="rId20"/>
    <p:sldId id="395" r:id="rId21"/>
    <p:sldId id="397" r:id="rId22"/>
    <p:sldId id="398" r:id="rId23"/>
    <p:sldId id="399" r:id="rId24"/>
    <p:sldId id="400" r:id="rId25"/>
    <p:sldId id="401" r:id="rId26"/>
    <p:sldId id="402" r:id="rId27"/>
    <p:sldId id="403" r:id="rId28"/>
    <p:sldId id="404" r:id="rId29"/>
    <p:sldId id="405" r:id="rId30"/>
    <p:sldId id="406" r:id="rId31"/>
    <p:sldId id="407" r:id="rId32"/>
    <p:sldId id="411" r:id="rId33"/>
    <p:sldId id="408" r:id="rId34"/>
    <p:sldId id="409" r:id="rId35"/>
    <p:sldId id="410" r:id="rId36"/>
    <p:sldId id="412" r:id="rId37"/>
    <p:sldId id="413" r:id="rId38"/>
    <p:sldId id="414" r:id="rId39"/>
  </p:sldIdLst>
  <p:sldSz cx="10693400" cy="7556500"/>
  <p:notesSz cx="10693400" cy="75565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>
        <p:scale>
          <a:sx n="75" d="100"/>
          <a:sy n="75" d="100"/>
        </p:scale>
        <p:origin x="6" y="36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jpe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490094" y="2039111"/>
            <a:ext cx="7427975" cy="2534411"/>
          </a:xfrm>
          <a:custGeom>
            <a:avLst/>
            <a:gdLst/>
            <a:ahLst/>
            <a:cxnLst/>
            <a:rect l="l" t="t" r="r" b="b"/>
            <a:pathLst>
              <a:path w="7427975" h="2534411">
                <a:moveTo>
                  <a:pt x="0" y="0"/>
                </a:moveTo>
                <a:lnTo>
                  <a:pt x="0" y="2534411"/>
                </a:lnTo>
                <a:lnTo>
                  <a:pt x="7427975" y="2534411"/>
                </a:lnTo>
                <a:lnTo>
                  <a:pt x="7427975" y="0"/>
                </a:lnTo>
                <a:lnTo>
                  <a:pt x="0" y="0"/>
                </a:lnTo>
                <a:close/>
              </a:path>
            </a:pathLst>
          </a:custGeom>
          <a:solidFill>
            <a:srgbClr val="65FF32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2755900" y="3427951"/>
            <a:ext cx="7010400" cy="4323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375"/>
              </a:lnSpc>
              <a:spcBef>
                <a:spcPts val="168"/>
              </a:spcBef>
            </a:pPr>
            <a:r>
              <a:rPr sz="3200" spc="79" dirty="0" err="1" smtClean="0">
                <a:latin typeface="Arial"/>
                <a:cs typeface="Arial"/>
              </a:rPr>
              <a:t>I</a:t>
            </a:r>
            <a:r>
              <a:rPr sz="3200" spc="160" dirty="0" err="1" smtClean="0">
                <a:latin typeface="Arial"/>
                <a:cs typeface="Arial"/>
              </a:rPr>
              <a:t>n</a:t>
            </a:r>
            <a:r>
              <a:rPr sz="3200" spc="79" dirty="0" err="1" smtClean="0">
                <a:latin typeface="Arial"/>
                <a:cs typeface="Arial"/>
              </a:rPr>
              <a:t>t</a:t>
            </a:r>
            <a:r>
              <a:rPr sz="3200" spc="95" dirty="0" err="1" smtClean="0">
                <a:latin typeface="Arial"/>
                <a:cs typeface="Arial"/>
              </a:rPr>
              <a:t>r</a:t>
            </a:r>
            <a:r>
              <a:rPr sz="3200" spc="143" dirty="0" err="1" smtClean="0">
                <a:latin typeface="Arial"/>
                <a:cs typeface="Arial"/>
              </a:rPr>
              <a:t>o</a:t>
            </a:r>
            <a:r>
              <a:rPr sz="3200" spc="160" dirty="0" err="1" smtClean="0">
                <a:latin typeface="Arial"/>
                <a:cs typeface="Arial"/>
              </a:rPr>
              <a:t>d</a:t>
            </a:r>
            <a:r>
              <a:rPr sz="3200" spc="143" dirty="0" err="1" smtClean="0">
                <a:latin typeface="Arial"/>
                <a:cs typeface="Arial"/>
              </a:rPr>
              <a:t>u</a:t>
            </a:r>
            <a:r>
              <a:rPr sz="3200" spc="138" dirty="0" err="1" smtClean="0">
                <a:latin typeface="Arial"/>
                <a:cs typeface="Arial"/>
              </a:rPr>
              <a:t>ç</a:t>
            </a:r>
            <a:r>
              <a:rPr sz="3200" spc="154" dirty="0" err="1" smtClean="0">
                <a:latin typeface="Arial"/>
                <a:cs typeface="Arial"/>
              </a:rPr>
              <a:t>ã</a:t>
            </a:r>
            <a:r>
              <a:rPr sz="3200" spc="160" dirty="0" err="1" smtClean="0">
                <a:latin typeface="Arial"/>
                <a:cs typeface="Arial"/>
              </a:rPr>
              <a:t>o</a:t>
            </a:r>
            <a:r>
              <a:rPr sz="3200" spc="67" dirty="0" smtClean="0">
                <a:latin typeface="Arial"/>
                <a:cs typeface="Arial"/>
              </a:rPr>
              <a:t> </a:t>
            </a:r>
            <a:r>
              <a:rPr sz="3200" spc="0" dirty="0" smtClean="0">
                <a:latin typeface="Arial"/>
                <a:cs typeface="Arial"/>
              </a:rPr>
              <a:t>a</a:t>
            </a:r>
            <a:r>
              <a:rPr lang="pt-BR" sz="3200" spc="0" dirty="0" smtClean="0">
                <a:latin typeface="Arial"/>
                <a:cs typeface="Arial"/>
              </a:rPr>
              <a:t> </a:t>
            </a:r>
            <a:r>
              <a:rPr lang="pt-BR" sz="3200" dirty="0" smtClean="0">
                <a:latin typeface="Arial"/>
                <a:cs typeface="Arial"/>
              </a:rPr>
              <a:t>C</a:t>
            </a:r>
            <a:r>
              <a:rPr lang="pt-BR" sz="3200" spc="177" dirty="0" smtClean="0">
                <a:latin typeface="Arial"/>
                <a:cs typeface="Arial"/>
              </a:rPr>
              <a:t>in</a:t>
            </a:r>
            <a:r>
              <a:rPr lang="pt-BR" sz="3200" spc="-4" dirty="0" smtClean="0">
                <a:latin typeface="Arial"/>
                <a:cs typeface="Arial"/>
              </a:rPr>
              <a:t>e</a:t>
            </a:r>
            <a:r>
              <a:rPr lang="pt-BR" sz="3200" spc="154" dirty="0" smtClean="0">
                <a:latin typeface="Arial"/>
                <a:cs typeface="Arial"/>
              </a:rPr>
              <a:t>m</a:t>
            </a:r>
            <a:r>
              <a:rPr lang="pt-BR" sz="3200" spc="-19" dirty="0" smtClean="0">
                <a:latin typeface="Arial"/>
                <a:cs typeface="Arial"/>
              </a:rPr>
              <a:t>á</a:t>
            </a:r>
            <a:r>
              <a:rPr lang="pt-BR" sz="3200" spc="177" dirty="0" smtClean="0">
                <a:latin typeface="Arial"/>
                <a:cs typeface="Arial"/>
              </a:rPr>
              <a:t>ti</a:t>
            </a:r>
            <a:r>
              <a:rPr lang="pt-BR" sz="3200" spc="170" dirty="0" smtClean="0">
                <a:latin typeface="Arial"/>
                <a:cs typeface="Arial"/>
              </a:rPr>
              <a:t>c</a:t>
            </a:r>
            <a:r>
              <a:rPr lang="pt-BR" sz="3200" spc="0" dirty="0" smtClean="0">
                <a:latin typeface="Arial"/>
                <a:cs typeface="Arial"/>
              </a:rPr>
              <a:t>a dos Fluidos</a:t>
            </a:r>
            <a:endParaRPr lang="pt-BR" sz="3200" dirty="0" smtClean="0">
              <a:latin typeface="Arial"/>
              <a:cs typeface="Arial"/>
            </a:endParaRPr>
          </a:p>
          <a:p>
            <a:pPr marL="12700">
              <a:lnSpc>
                <a:spcPts val="3375"/>
              </a:lnSpc>
              <a:spcBef>
                <a:spcPts val="168"/>
              </a:spcBef>
            </a:pPr>
            <a:endParaRPr sz="3200" dirty="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466221" y="3915630"/>
            <a:ext cx="2265485" cy="4323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375"/>
              </a:lnSpc>
              <a:spcBef>
                <a:spcPts val="168"/>
              </a:spcBef>
            </a:pPr>
            <a:endParaRPr sz="3200" dirty="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127500" y="2097867"/>
            <a:ext cx="6290055" cy="64312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R="12700">
              <a:lnSpc>
                <a:spcPts val="500"/>
              </a:lnSpc>
              <a:spcBef>
                <a:spcPts val="23"/>
              </a:spcBef>
            </a:pPr>
            <a:endParaRPr sz="500" dirty="0"/>
          </a:p>
          <a:p>
            <a:pPr marL="606558">
              <a:lnSpc>
                <a:spcPts val="3540"/>
              </a:lnSpc>
              <a:spcBef>
                <a:spcPts val="1177"/>
              </a:spcBef>
              <a:tabLst>
                <a:tab pos="2908300" algn="l"/>
                <a:tab pos="3898900" algn="l"/>
              </a:tabLst>
            </a:pPr>
            <a:r>
              <a:rPr lang="pt-BR" sz="5700" spc="-4" baseline="-11442" dirty="0" smtClean="0">
                <a:latin typeface="Arial"/>
                <a:cs typeface="Arial"/>
              </a:rPr>
              <a:t>Hidráulica</a:t>
            </a:r>
            <a:endParaRPr sz="3800" dirty="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12"/>
          <p:cNvSpPr txBox="1"/>
          <p:nvPr/>
        </p:nvSpPr>
        <p:spPr>
          <a:xfrm>
            <a:off x="1310017" y="1034143"/>
            <a:ext cx="2164557" cy="4825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779"/>
              </a:lnSpc>
              <a:spcBef>
                <a:spcPts val="189"/>
              </a:spcBef>
            </a:pPr>
            <a:r>
              <a:rPr sz="3600" dirty="0" smtClean="0">
                <a:solidFill>
                  <a:srgbClr val="00CC65"/>
                </a:solidFill>
                <a:latin typeface="Arial"/>
                <a:cs typeface="Arial"/>
              </a:rPr>
              <a:t>De</a:t>
            </a:r>
            <a:r>
              <a:rPr sz="3600" spc="190" dirty="0" smtClean="0">
                <a:solidFill>
                  <a:srgbClr val="00CC65"/>
                </a:solidFill>
                <a:latin typeface="Arial"/>
                <a:cs typeface="Arial"/>
              </a:rPr>
              <a:t>f</a:t>
            </a:r>
            <a:r>
              <a:rPr sz="3600" spc="194" dirty="0" smtClean="0">
                <a:solidFill>
                  <a:srgbClr val="00CC65"/>
                </a:solidFill>
                <a:latin typeface="Arial"/>
                <a:cs typeface="Arial"/>
              </a:rPr>
              <a:t>i</a:t>
            </a:r>
            <a:r>
              <a:rPr sz="3600" spc="175" dirty="0" smtClean="0">
                <a:solidFill>
                  <a:srgbClr val="00CC65"/>
                </a:solidFill>
                <a:latin typeface="Arial"/>
                <a:cs typeface="Arial"/>
              </a:rPr>
              <a:t>n</a:t>
            </a:r>
            <a:r>
              <a:rPr sz="3600" spc="194" dirty="0" smtClean="0">
                <a:solidFill>
                  <a:srgbClr val="00CC65"/>
                </a:solidFill>
                <a:latin typeface="Arial"/>
                <a:cs typeface="Arial"/>
              </a:rPr>
              <a:t>i</a:t>
            </a:r>
            <a:r>
              <a:rPr sz="3600" spc="197" dirty="0" smtClean="0">
                <a:solidFill>
                  <a:srgbClr val="00CC65"/>
                </a:solidFill>
                <a:latin typeface="Arial"/>
                <a:cs typeface="Arial"/>
              </a:rPr>
              <a:t>çã</a:t>
            </a:r>
            <a:r>
              <a:rPr sz="3600" spc="180" dirty="0" smtClean="0">
                <a:solidFill>
                  <a:srgbClr val="00CC65"/>
                </a:solidFill>
                <a:latin typeface="Arial"/>
                <a:cs typeface="Arial"/>
              </a:rPr>
              <a:t>o</a:t>
            </a:r>
            <a:endParaRPr sz="36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581136" y="2059843"/>
            <a:ext cx="7992007" cy="3301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55"/>
              </a:lnSpc>
              <a:spcBef>
                <a:spcPts val="127"/>
              </a:spcBef>
            </a:pPr>
            <a:r>
              <a:rPr sz="2400" spc="0" dirty="0" smtClean="0">
                <a:latin typeface="Arial"/>
                <a:cs typeface="Arial"/>
              </a:rPr>
              <a:t>A</a:t>
            </a:r>
            <a:r>
              <a:rPr sz="2400" spc="59" dirty="0" smtClean="0">
                <a:latin typeface="Arial"/>
                <a:cs typeface="Arial"/>
              </a:rPr>
              <a:t> </a:t>
            </a:r>
            <a:r>
              <a:rPr sz="2400" spc="0" dirty="0" smtClean="0">
                <a:latin typeface="Arial"/>
                <a:cs typeface="Arial"/>
              </a:rPr>
              <a:t>c</a:t>
            </a:r>
            <a:r>
              <a:rPr sz="2400" spc="-4" dirty="0" smtClean="0">
                <a:latin typeface="Arial"/>
                <a:cs typeface="Arial"/>
              </a:rPr>
              <a:t>ine</a:t>
            </a:r>
            <a:r>
              <a:rPr sz="2400" spc="14" dirty="0" smtClean="0">
                <a:latin typeface="Arial"/>
                <a:cs typeface="Arial"/>
              </a:rPr>
              <a:t>m</a:t>
            </a:r>
            <a:r>
              <a:rPr sz="2400" spc="-4" dirty="0" smtClean="0">
                <a:latin typeface="Arial"/>
                <a:cs typeface="Arial"/>
              </a:rPr>
              <a:t>á</a:t>
            </a:r>
            <a:r>
              <a:rPr sz="2400" spc="4" dirty="0" smtClean="0">
                <a:latin typeface="Arial"/>
                <a:cs typeface="Arial"/>
              </a:rPr>
              <a:t>ti</a:t>
            </a:r>
            <a:r>
              <a:rPr sz="2400" spc="0" dirty="0" smtClean="0">
                <a:latin typeface="Arial"/>
                <a:cs typeface="Arial"/>
              </a:rPr>
              <a:t>ca</a:t>
            </a:r>
            <a:r>
              <a:rPr sz="2400" spc="53" dirty="0" smtClean="0">
                <a:latin typeface="Arial"/>
                <a:cs typeface="Arial"/>
              </a:rPr>
              <a:t> </a:t>
            </a:r>
            <a:r>
              <a:rPr sz="2400" spc="-4" dirty="0" smtClean="0">
                <a:latin typeface="Arial"/>
                <a:cs typeface="Arial"/>
              </a:rPr>
              <a:t>do</a:t>
            </a:r>
            <a:r>
              <a:rPr sz="2400" spc="0" dirty="0" smtClean="0">
                <a:latin typeface="Arial"/>
                <a:cs typeface="Arial"/>
              </a:rPr>
              <a:t>s</a:t>
            </a:r>
            <a:r>
              <a:rPr sz="2400" spc="64" dirty="0" smtClean="0">
                <a:latin typeface="Arial"/>
                <a:cs typeface="Arial"/>
              </a:rPr>
              <a:t> </a:t>
            </a:r>
            <a:r>
              <a:rPr sz="2400" spc="4" dirty="0" smtClean="0">
                <a:latin typeface="Arial"/>
                <a:cs typeface="Arial"/>
              </a:rPr>
              <a:t>f</a:t>
            </a:r>
            <a:r>
              <a:rPr sz="2400" spc="-4" dirty="0" smtClean="0">
                <a:latin typeface="Arial"/>
                <a:cs typeface="Arial"/>
              </a:rPr>
              <a:t>lu</a:t>
            </a:r>
            <a:r>
              <a:rPr sz="2400" spc="4" dirty="0" smtClean="0">
                <a:latin typeface="Arial"/>
                <a:cs typeface="Arial"/>
              </a:rPr>
              <a:t>i</a:t>
            </a:r>
            <a:r>
              <a:rPr sz="2400" spc="9" dirty="0" smtClean="0">
                <a:latin typeface="Arial"/>
                <a:cs typeface="Arial"/>
              </a:rPr>
              <a:t>d</a:t>
            </a:r>
            <a:r>
              <a:rPr sz="2400" spc="-4" dirty="0" smtClean="0">
                <a:latin typeface="Arial"/>
                <a:cs typeface="Arial"/>
              </a:rPr>
              <a:t>o</a:t>
            </a:r>
            <a:r>
              <a:rPr sz="2400" spc="0" dirty="0" smtClean="0">
                <a:latin typeface="Arial"/>
                <a:cs typeface="Arial"/>
              </a:rPr>
              <a:t>s</a:t>
            </a:r>
            <a:r>
              <a:rPr sz="2400" spc="58" dirty="0" smtClean="0">
                <a:latin typeface="Arial"/>
                <a:cs typeface="Arial"/>
              </a:rPr>
              <a:t> </a:t>
            </a:r>
            <a:r>
              <a:rPr sz="2400" spc="0" dirty="0" smtClean="0">
                <a:latin typeface="Arial"/>
                <a:cs typeface="Arial"/>
              </a:rPr>
              <a:t>é</a:t>
            </a:r>
            <a:r>
              <a:rPr sz="2400" spc="59" dirty="0" smtClean="0">
                <a:latin typeface="Arial"/>
                <a:cs typeface="Arial"/>
              </a:rPr>
              <a:t> </a:t>
            </a:r>
            <a:r>
              <a:rPr sz="2400" spc="0" dirty="0" smtClean="0">
                <a:latin typeface="Arial"/>
                <a:cs typeface="Arial"/>
              </a:rPr>
              <a:t>a</a:t>
            </a:r>
            <a:r>
              <a:rPr sz="2400" spc="59" dirty="0" smtClean="0">
                <a:latin typeface="Arial"/>
                <a:cs typeface="Arial"/>
              </a:rPr>
              <a:t> </a:t>
            </a:r>
            <a:r>
              <a:rPr sz="2400" spc="4" dirty="0" smtClean="0">
                <a:latin typeface="Arial"/>
                <a:cs typeface="Arial"/>
              </a:rPr>
              <a:t>r</a:t>
            </a:r>
            <a:r>
              <a:rPr sz="2400" spc="-4" dirty="0" smtClean="0">
                <a:latin typeface="Arial"/>
                <a:cs typeface="Arial"/>
              </a:rPr>
              <a:t>a</a:t>
            </a:r>
            <a:r>
              <a:rPr sz="2400" spc="4" dirty="0" smtClean="0">
                <a:latin typeface="Arial"/>
                <a:cs typeface="Arial"/>
              </a:rPr>
              <a:t>m</a:t>
            </a:r>
            <a:r>
              <a:rPr sz="2400" spc="-4" dirty="0" smtClean="0">
                <a:latin typeface="Arial"/>
                <a:cs typeface="Arial"/>
              </a:rPr>
              <a:t>i</a:t>
            </a:r>
            <a:r>
              <a:rPr sz="2400" spc="4" dirty="0" smtClean="0">
                <a:latin typeface="Arial"/>
                <a:cs typeface="Arial"/>
              </a:rPr>
              <a:t>f</a:t>
            </a:r>
            <a:r>
              <a:rPr sz="2400" spc="-4" dirty="0" smtClean="0">
                <a:latin typeface="Arial"/>
                <a:cs typeface="Arial"/>
              </a:rPr>
              <a:t>i</a:t>
            </a:r>
            <a:r>
              <a:rPr sz="2400" spc="0" dirty="0" smtClean="0">
                <a:latin typeface="Arial"/>
                <a:cs typeface="Arial"/>
              </a:rPr>
              <a:t>c</a:t>
            </a:r>
            <a:r>
              <a:rPr sz="2400" spc="-4" dirty="0" smtClean="0">
                <a:latin typeface="Arial"/>
                <a:cs typeface="Arial"/>
              </a:rPr>
              <a:t>a</a:t>
            </a:r>
            <a:r>
              <a:rPr sz="2400" spc="0" dirty="0" smtClean="0">
                <a:latin typeface="Arial"/>
                <a:cs typeface="Arial"/>
              </a:rPr>
              <a:t>ç</a:t>
            </a:r>
            <a:r>
              <a:rPr sz="2400" spc="-4" dirty="0" smtClean="0">
                <a:latin typeface="Arial"/>
                <a:cs typeface="Arial"/>
              </a:rPr>
              <a:t>ã</a:t>
            </a:r>
            <a:r>
              <a:rPr sz="2400" spc="0" dirty="0" smtClean="0">
                <a:latin typeface="Arial"/>
                <a:cs typeface="Arial"/>
              </a:rPr>
              <a:t>o</a:t>
            </a:r>
            <a:r>
              <a:rPr sz="2400" spc="68" dirty="0" smtClean="0">
                <a:latin typeface="Arial"/>
                <a:cs typeface="Arial"/>
              </a:rPr>
              <a:t> </a:t>
            </a:r>
            <a:r>
              <a:rPr sz="2400" spc="9" dirty="0" smtClean="0">
                <a:latin typeface="Arial"/>
                <a:cs typeface="Arial"/>
              </a:rPr>
              <a:t>d</a:t>
            </a:r>
            <a:r>
              <a:rPr sz="2400" spc="0" dirty="0" smtClean="0">
                <a:latin typeface="Arial"/>
                <a:cs typeface="Arial"/>
              </a:rPr>
              <a:t>a</a:t>
            </a:r>
            <a:r>
              <a:rPr sz="2400" spc="75" dirty="0" smtClean="0">
                <a:latin typeface="Arial"/>
                <a:cs typeface="Arial"/>
              </a:rPr>
              <a:t> </a:t>
            </a:r>
            <a:r>
              <a:rPr sz="2400" spc="4" dirty="0" smtClean="0">
                <a:latin typeface="Arial"/>
                <a:cs typeface="Arial"/>
              </a:rPr>
              <a:t>m</a:t>
            </a:r>
            <a:r>
              <a:rPr sz="2400" spc="-4" dirty="0" smtClean="0">
                <a:latin typeface="Arial"/>
                <a:cs typeface="Arial"/>
              </a:rPr>
              <a:t>e</a:t>
            </a:r>
            <a:r>
              <a:rPr sz="2400" spc="0" dirty="0" smtClean="0">
                <a:latin typeface="Arial"/>
                <a:cs typeface="Arial"/>
              </a:rPr>
              <a:t>c</a:t>
            </a:r>
            <a:r>
              <a:rPr sz="2400" spc="-4" dirty="0" smtClean="0">
                <a:latin typeface="Arial"/>
                <a:cs typeface="Arial"/>
              </a:rPr>
              <a:t>â</a:t>
            </a:r>
            <a:r>
              <a:rPr sz="2400" spc="9" dirty="0" smtClean="0">
                <a:latin typeface="Arial"/>
                <a:cs typeface="Arial"/>
              </a:rPr>
              <a:t>n</a:t>
            </a:r>
            <a:r>
              <a:rPr sz="2400" spc="-4" dirty="0" smtClean="0">
                <a:latin typeface="Arial"/>
                <a:cs typeface="Arial"/>
              </a:rPr>
              <a:t>i</a:t>
            </a:r>
            <a:r>
              <a:rPr sz="2400" spc="0" dirty="0" smtClean="0">
                <a:latin typeface="Arial"/>
                <a:cs typeface="Arial"/>
              </a:rPr>
              <a:t>ca</a:t>
            </a:r>
            <a:r>
              <a:rPr sz="2400" spc="89" dirty="0" smtClean="0">
                <a:latin typeface="Arial"/>
                <a:cs typeface="Arial"/>
              </a:rPr>
              <a:t> </a:t>
            </a:r>
            <a:r>
              <a:rPr sz="2400" spc="-4" dirty="0" smtClean="0">
                <a:latin typeface="Arial"/>
                <a:cs typeface="Arial"/>
              </a:rPr>
              <a:t>do</a:t>
            </a:r>
            <a:r>
              <a:rPr sz="2400" spc="0" dirty="0" smtClean="0">
                <a:latin typeface="Arial"/>
                <a:cs typeface="Arial"/>
              </a:rPr>
              <a:t>s</a:t>
            </a:r>
            <a:endParaRPr sz="24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238384" y="2121674"/>
            <a:ext cx="243152" cy="2539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939"/>
              </a:lnSpc>
              <a:spcBef>
                <a:spcPts val="97"/>
              </a:spcBef>
            </a:pPr>
            <a:r>
              <a:rPr sz="1800" spc="250" dirty="0" smtClean="0">
                <a:solidFill>
                  <a:srgbClr val="65FF32"/>
                </a:solidFill>
                <a:latin typeface="Arial"/>
                <a:cs typeface="Arial"/>
              </a:rPr>
              <a:t>□</a:t>
            </a:r>
            <a:endParaRPr sz="18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581289" y="2424079"/>
            <a:ext cx="5035225" cy="3301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55"/>
              </a:lnSpc>
              <a:spcBef>
                <a:spcPts val="127"/>
              </a:spcBef>
            </a:pPr>
            <a:r>
              <a:rPr sz="2400" spc="4" dirty="0" smtClean="0">
                <a:latin typeface="Arial"/>
                <a:cs typeface="Arial"/>
              </a:rPr>
              <a:t>f</a:t>
            </a:r>
            <a:r>
              <a:rPr sz="2400" spc="-4" dirty="0" smtClean="0">
                <a:latin typeface="Arial"/>
                <a:cs typeface="Arial"/>
              </a:rPr>
              <a:t>lu</a:t>
            </a:r>
            <a:r>
              <a:rPr sz="2400" spc="4" dirty="0" smtClean="0">
                <a:latin typeface="Arial"/>
                <a:cs typeface="Arial"/>
              </a:rPr>
              <a:t>i</a:t>
            </a:r>
            <a:r>
              <a:rPr sz="2400" spc="-4" dirty="0" smtClean="0">
                <a:latin typeface="Arial"/>
                <a:cs typeface="Arial"/>
              </a:rPr>
              <a:t>do</a:t>
            </a:r>
            <a:r>
              <a:rPr sz="2400" spc="0" dirty="0" smtClean="0">
                <a:latin typeface="Arial"/>
                <a:cs typeface="Arial"/>
              </a:rPr>
              <a:t>s</a:t>
            </a:r>
            <a:r>
              <a:rPr sz="2400" spc="33" dirty="0" smtClean="0">
                <a:latin typeface="Arial"/>
                <a:cs typeface="Arial"/>
              </a:rPr>
              <a:t> </a:t>
            </a:r>
            <a:r>
              <a:rPr sz="2400" spc="-4" dirty="0" smtClean="0">
                <a:latin typeface="Arial"/>
                <a:cs typeface="Arial"/>
              </a:rPr>
              <a:t>q</a:t>
            </a:r>
            <a:r>
              <a:rPr sz="2400" spc="9" dirty="0" smtClean="0">
                <a:latin typeface="Arial"/>
                <a:cs typeface="Arial"/>
              </a:rPr>
              <a:t>u</a:t>
            </a:r>
            <a:r>
              <a:rPr sz="2400" spc="0" dirty="0" smtClean="0">
                <a:latin typeface="Arial"/>
                <a:cs typeface="Arial"/>
              </a:rPr>
              <a:t>e</a:t>
            </a:r>
            <a:r>
              <a:rPr sz="2400" spc="49" dirty="0" smtClean="0">
                <a:latin typeface="Arial"/>
                <a:cs typeface="Arial"/>
              </a:rPr>
              <a:t> </a:t>
            </a:r>
            <a:r>
              <a:rPr sz="2400" spc="-4" dirty="0" smtClean="0">
                <a:latin typeface="Arial"/>
                <a:cs typeface="Arial"/>
              </a:rPr>
              <a:t>e</a:t>
            </a:r>
            <a:r>
              <a:rPr sz="2400" spc="0" dirty="0" smtClean="0">
                <a:latin typeface="Arial"/>
                <a:cs typeface="Arial"/>
              </a:rPr>
              <a:t>s</a:t>
            </a:r>
            <a:r>
              <a:rPr sz="2400" spc="4" dirty="0" smtClean="0">
                <a:latin typeface="Arial"/>
                <a:cs typeface="Arial"/>
              </a:rPr>
              <a:t>t</a:t>
            </a:r>
            <a:r>
              <a:rPr sz="2400" spc="-4" dirty="0" smtClean="0">
                <a:latin typeface="Arial"/>
                <a:cs typeface="Arial"/>
              </a:rPr>
              <a:t>ud</a:t>
            </a:r>
            <a:r>
              <a:rPr sz="2400" spc="0" dirty="0" smtClean="0">
                <a:latin typeface="Arial"/>
                <a:cs typeface="Arial"/>
              </a:rPr>
              <a:t>a</a:t>
            </a:r>
            <a:r>
              <a:rPr sz="2400" spc="28" dirty="0" smtClean="0">
                <a:latin typeface="Arial"/>
                <a:cs typeface="Arial"/>
              </a:rPr>
              <a:t> </a:t>
            </a:r>
            <a:r>
              <a:rPr sz="2400" spc="0" dirty="0" smtClean="0">
                <a:latin typeface="Arial"/>
                <a:cs typeface="Arial"/>
              </a:rPr>
              <a:t>o</a:t>
            </a:r>
            <a:r>
              <a:rPr sz="2400" spc="34" dirty="0" smtClean="0">
                <a:latin typeface="Arial"/>
                <a:cs typeface="Arial"/>
              </a:rPr>
              <a:t> </a:t>
            </a:r>
            <a:r>
              <a:rPr sz="2400" spc="-14" dirty="0" smtClean="0">
                <a:latin typeface="Arial"/>
                <a:cs typeface="Arial"/>
              </a:rPr>
              <a:t>c</a:t>
            </a:r>
            <a:r>
              <a:rPr sz="2400" spc="-4" dirty="0" smtClean="0">
                <a:latin typeface="Arial"/>
                <a:cs typeface="Arial"/>
              </a:rPr>
              <a:t>o</a:t>
            </a:r>
            <a:r>
              <a:rPr sz="2400" spc="4" dirty="0" smtClean="0">
                <a:latin typeface="Arial"/>
                <a:cs typeface="Arial"/>
              </a:rPr>
              <a:t>m</a:t>
            </a:r>
            <a:r>
              <a:rPr sz="2400" spc="-4" dirty="0" smtClean="0">
                <a:latin typeface="Arial"/>
                <a:cs typeface="Arial"/>
              </a:rPr>
              <a:t>po</a:t>
            </a:r>
            <a:r>
              <a:rPr sz="2400" spc="4" dirty="0" smtClean="0">
                <a:latin typeface="Arial"/>
                <a:cs typeface="Arial"/>
              </a:rPr>
              <a:t>rt</a:t>
            </a:r>
            <a:r>
              <a:rPr sz="2400" spc="-4" dirty="0" smtClean="0">
                <a:latin typeface="Arial"/>
                <a:cs typeface="Arial"/>
              </a:rPr>
              <a:t>a</a:t>
            </a:r>
            <a:r>
              <a:rPr sz="2400" spc="4" dirty="0" smtClean="0">
                <a:latin typeface="Arial"/>
                <a:cs typeface="Arial"/>
              </a:rPr>
              <a:t>m</a:t>
            </a:r>
            <a:r>
              <a:rPr sz="2400" spc="-4" dirty="0" smtClean="0">
                <a:latin typeface="Arial"/>
                <a:cs typeface="Arial"/>
              </a:rPr>
              <a:t>en</a:t>
            </a:r>
            <a:r>
              <a:rPr sz="2400" spc="4" dirty="0" smtClean="0">
                <a:latin typeface="Arial"/>
                <a:cs typeface="Arial"/>
              </a:rPr>
              <a:t>t</a:t>
            </a:r>
            <a:r>
              <a:rPr sz="2400" spc="0" dirty="0" smtClean="0">
                <a:latin typeface="Arial"/>
                <a:cs typeface="Arial"/>
              </a:rPr>
              <a:t>o</a:t>
            </a:r>
            <a:endParaRPr sz="24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622170" y="2424079"/>
            <a:ext cx="422543" cy="3301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55"/>
              </a:lnSpc>
              <a:spcBef>
                <a:spcPts val="127"/>
              </a:spcBef>
            </a:pPr>
            <a:r>
              <a:rPr sz="2400" spc="-4" dirty="0" smtClean="0">
                <a:latin typeface="Arial"/>
                <a:cs typeface="Arial"/>
              </a:rPr>
              <a:t>d</a:t>
            </a:r>
            <a:r>
              <a:rPr sz="2400" spc="0" dirty="0" smtClean="0">
                <a:latin typeface="Arial"/>
                <a:cs typeface="Arial"/>
              </a:rPr>
              <a:t>e</a:t>
            </a:r>
            <a:endParaRPr sz="24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050371" y="2424079"/>
            <a:ext cx="506974" cy="3301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55"/>
              </a:lnSpc>
              <a:spcBef>
                <a:spcPts val="127"/>
              </a:spcBef>
            </a:pPr>
            <a:r>
              <a:rPr sz="2400" spc="-4" dirty="0" smtClean="0">
                <a:latin typeface="Arial"/>
                <a:cs typeface="Arial"/>
              </a:rPr>
              <a:t>u</a:t>
            </a:r>
            <a:r>
              <a:rPr sz="2400" spc="0" dirty="0" smtClean="0">
                <a:latin typeface="Arial"/>
                <a:cs typeface="Arial"/>
              </a:rPr>
              <a:t>m</a:t>
            </a:r>
            <a:endParaRPr sz="24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562435" y="2424079"/>
            <a:ext cx="812586" cy="3301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55"/>
              </a:lnSpc>
              <a:spcBef>
                <a:spcPts val="127"/>
              </a:spcBef>
            </a:pPr>
            <a:r>
              <a:rPr sz="2400" spc="-4" dirty="0" smtClean="0">
                <a:latin typeface="Arial"/>
                <a:cs typeface="Arial"/>
              </a:rPr>
              <a:t>fl</a:t>
            </a:r>
            <a:r>
              <a:rPr sz="2400" spc="9" dirty="0" smtClean="0">
                <a:latin typeface="Arial"/>
                <a:cs typeface="Arial"/>
              </a:rPr>
              <a:t>u</a:t>
            </a:r>
            <a:r>
              <a:rPr sz="2400" spc="-4" dirty="0" smtClean="0">
                <a:latin typeface="Arial"/>
                <a:cs typeface="Arial"/>
              </a:rPr>
              <a:t>i</a:t>
            </a:r>
            <a:r>
              <a:rPr sz="2400" spc="9" dirty="0" smtClean="0">
                <a:latin typeface="Arial"/>
                <a:cs typeface="Arial"/>
              </a:rPr>
              <a:t>d</a:t>
            </a:r>
            <a:r>
              <a:rPr sz="2400" spc="0" dirty="0" smtClean="0">
                <a:latin typeface="Arial"/>
                <a:cs typeface="Arial"/>
              </a:rPr>
              <a:t>o</a:t>
            </a:r>
            <a:endParaRPr sz="24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380678" y="2424079"/>
            <a:ext cx="506974" cy="3301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55"/>
              </a:lnSpc>
              <a:spcBef>
                <a:spcPts val="127"/>
              </a:spcBef>
            </a:pPr>
            <a:r>
              <a:rPr sz="2400" spc="-4" dirty="0" smtClean="0">
                <a:latin typeface="Arial"/>
                <a:cs typeface="Arial"/>
              </a:rPr>
              <a:t>e</a:t>
            </a:r>
            <a:r>
              <a:rPr sz="2400" spc="0" dirty="0" smtClean="0">
                <a:latin typeface="Arial"/>
                <a:cs typeface="Arial"/>
              </a:rPr>
              <a:t>m</a:t>
            </a:r>
            <a:endParaRPr sz="24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894921" y="2424079"/>
            <a:ext cx="678571" cy="3301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55"/>
              </a:lnSpc>
              <a:spcBef>
                <a:spcPts val="127"/>
              </a:spcBef>
            </a:pPr>
            <a:r>
              <a:rPr sz="2400" spc="-4" dirty="0" smtClean="0">
                <a:latin typeface="Arial"/>
                <a:cs typeface="Arial"/>
              </a:rPr>
              <a:t>u</a:t>
            </a:r>
            <a:r>
              <a:rPr sz="2400" spc="14" dirty="0" smtClean="0">
                <a:latin typeface="Arial"/>
                <a:cs typeface="Arial"/>
              </a:rPr>
              <a:t>m</a:t>
            </a:r>
            <a:r>
              <a:rPr sz="2400" spc="0" dirty="0" smtClean="0">
                <a:latin typeface="Arial"/>
                <a:cs typeface="Arial"/>
              </a:rPr>
              <a:t>a</a:t>
            </a:r>
            <a:endParaRPr sz="24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581289" y="3038250"/>
            <a:ext cx="1304744" cy="3301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55"/>
              </a:lnSpc>
              <a:spcBef>
                <a:spcPts val="127"/>
              </a:spcBef>
            </a:pPr>
            <a:r>
              <a:rPr sz="2400" spc="0" dirty="0" smtClean="0">
                <a:latin typeface="Arial"/>
                <a:cs typeface="Arial"/>
              </a:rPr>
              <a:t>c</a:t>
            </a:r>
            <a:r>
              <a:rPr sz="2400" spc="-4" dirty="0" smtClean="0">
                <a:latin typeface="Arial"/>
                <a:cs typeface="Arial"/>
              </a:rPr>
              <a:t>on</a:t>
            </a:r>
            <a:r>
              <a:rPr sz="2400" spc="9" dirty="0" smtClean="0">
                <a:latin typeface="Arial"/>
                <a:cs typeface="Arial"/>
              </a:rPr>
              <a:t>d</a:t>
            </a:r>
            <a:r>
              <a:rPr sz="2400" spc="-4" dirty="0" smtClean="0">
                <a:latin typeface="Arial"/>
                <a:cs typeface="Arial"/>
              </a:rPr>
              <a:t>i</a:t>
            </a:r>
            <a:r>
              <a:rPr sz="2400" spc="9" dirty="0" smtClean="0">
                <a:latin typeface="Arial"/>
                <a:cs typeface="Arial"/>
              </a:rPr>
              <a:t>ç</a:t>
            </a:r>
            <a:r>
              <a:rPr sz="2400" spc="-4" dirty="0" smtClean="0">
                <a:latin typeface="Arial"/>
                <a:cs typeface="Arial"/>
              </a:rPr>
              <a:t>ã</a:t>
            </a:r>
            <a:r>
              <a:rPr sz="2400" spc="0" dirty="0" smtClean="0">
                <a:latin typeface="Arial"/>
                <a:cs typeface="Arial"/>
              </a:rPr>
              <a:t>o</a:t>
            </a:r>
            <a:endParaRPr sz="24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887118" y="3038250"/>
            <a:ext cx="1660346" cy="3301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55"/>
              </a:lnSpc>
              <a:spcBef>
                <a:spcPts val="127"/>
              </a:spcBef>
            </a:pPr>
            <a:r>
              <a:rPr sz="2400" spc="4" dirty="0" smtClean="0">
                <a:latin typeface="Arial"/>
                <a:cs typeface="Arial"/>
              </a:rPr>
              <a:t>m</a:t>
            </a:r>
            <a:r>
              <a:rPr sz="2400" spc="-4" dirty="0" smtClean="0">
                <a:latin typeface="Arial"/>
                <a:cs typeface="Arial"/>
              </a:rPr>
              <a:t>o</a:t>
            </a:r>
            <a:r>
              <a:rPr sz="2400" spc="0" dirty="0" smtClean="0">
                <a:latin typeface="Arial"/>
                <a:cs typeface="Arial"/>
              </a:rPr>
              <a:t>v</a:t>
            </a:r>
            <a:r>
              <a:rPr sz="2400" spc="-4" dirty="0" smtClean="0">
                <a:latin typeface="Arial"/>
                <a:cs typeface="Arial"/>
              </a:rPr>
              <a:t>i</a:t>
            </a:r>
            <a:r>
              <a:rPr sz="2400" spc="4" dirty="0" smtClean="0">
                <a:latin typeface="Arial"/>
                <a:cs typeface="Arial"/>
              </a:rPr>
              <a:t>m</a:t>
            </a:r>
            <a:r>
              <a:rPr sz="2400" spc="-4" dirty="0" smtClean="0">
                <a:latin typeface="Arial"/>
                <a:cs typeface="Arial"/>
              </a:rPr>
              <a:t>en</a:t>
            </a:r>
            <a:r>
              <a:rPr sz="2400" spc="4" dirty="0" smtClean="0">
                <a:latin typeface="Arial"/>
                <a:cs typeface="Arial"/>
              </a:rPr>
              <a:t>t</a:t>
            </a:r>
            <a:r>
              <a:rPr sz="2400" spc="9" dirty="0" smtClean="0">
                <a:latin typeface="Arial"/>
                <a:cs typeface="Arial"/>
              </a:rPr>
              <a:t>o</a:t>
            </a:r>
            <a:r>
              <a:rPr sz="2400" spc="0" dirty="0" smtClean="0">
                <a:latin typeface="Arial"/>
                <a:cs typeface="Arial"/>
              </a:rPr>
              <a:t>.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12"/>
          <p:cNvSpPr txBox="1"/>
          <p:nvPr/>
        </p:nvSpPr>
        <p:spPr>
          <a:xfrm>
            <a:off x="1309788" y="1034143"/>
            <a:ext cx="4172869" cy="4825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779"/>
              </a:lnSpc>
              <a:spcBef>
                <a:spcPts val="189"/>
              </a:spcBef>
            </a:pPr>
            <a:r>
              <a:rPr sz="3600" spc="0" dirty="0" smtClean="0">
                <a:solidFill>
                  <a:srgbClr val="00CC65"/>
                </a:solidFill>
                <a:latin typeface="Arial"/>
                <a:cs typeface="Arial"/>
              </a:rPr>
              <a:t>Vazão</a:t>
            </a:r>
            <a:r>
              <a:rPr sz="3600" spc="180" dirty="0" smtClean="0">
                <a:solidFill>
                  <a:srgbClr val="00CC65"/>
                </a:solidFill>
                <a:latin typeface="Arial"/>
                <a:cs typeface="Arial"/>
              </a:rPr>
              <a:t> </a:t>
            </a:r>
            <a:r>
              <a:rPr sz="3600" spc="192" dirty="0" smtClean="0">
                <a:solidFill>
                  <a:srgbClr val="00CC65"/>
                </a:solidFill>
                <a:latin typeface="Arial"/>
                <a:cs typeface="Arial"/>
              </a:rPr>
              <a:t>V</a:t>
            </a:r>
            <a:r>
              <a:rPr sz="3600" spc="154" dirty="0" smtClean="0">
                <a:solidFill>
                  <a:srgbClr val="00CC65"/>
                </a:solidFill>
                <a:latin typeface="Arial"/>
                <a:cs typeface="Arial"/>
              </a:rPr>
              <a:t>o</a:t>
            </a:r>
            <a:r>
              <a:rPr sz="3600" spc="58" dirty="0" smtClean="0">
                <a:solidFill>
                  <a:srgbClr val="00CC65"/>
                </a:solidFill>
                <a:latin typeface="Arial"/>
                <a:cs typeface="Arial"/>
              </a:rPr>
              <a:t>l</a:t>
            </a:r>
            <a:r>
              <a:rPr sz="3600" spc="154" dirty="0" smtClean="0">
                <a:solidFill>
                  <a:srgbClr val="00CC65"/>
                </a:solidFill>
                <a:latin typeface="Arial"/>
                <a:cs typeface="Arial"/>
              </a:rPr>
              <a:t>u</a:t>
            </a:r>
            <a:r>
              <a:rPr sz="3600" spc="255" dirty="0" smtClean="0">
                <a:solidFill>
                  <a:srgbClr val="00CC65"/>
                </a:solidFill>
                <a:latin typeface="Arial"/>
                <a:cs typeface="Arial"/>
              </a:rPr>
              <a:t>m</a:t>
            </a:r>
            <a:r>
              <a:rPr sz="3600" spc="160" dirty="0" smtClean="0">
                <a:solidFill>
                  <a:srgbClr val="00CC65"/>
                </a:solidFill>
                <a:latin typeface="Arial"/>
                <a:cs typeface="Arial"/>
              </a:rPr>
              <a:t>é</a:t>
            </a:r>
            <a:r>
              <a:rPr sz="3600" spc="79" dirty="0" smtClean="0">
                <a:solidFill>
                  <a:srgbClr val="00CC65"/>
                </a:solidFill>
                <a:latin typeface="Arial"/>
                <a:cs typeface="Arial"/>
              </a:rPr>
              <a:t>t</a:t>
            </a:r>
            <a:r>
              <a:rPr sz="3600" spc="95" dirty="0" smtClean="0">
                <a:solidFill>
                  <a:srgbClr val="00CC65"/>
                </a:solidFill>
                <a:latin typeface="Arial"/>
                <a:cs typeface="Arial"/>
              </a:rPr>
              <a:t>r</a:t>
            </a:r>
            <a:r>
              <a:rPr sz="3600" spc="58" dirty="0" smtClean="0">
                <a:solidFill>
                  <a:srgbClr val="00CC65"/>
                </a:solidFill>
                <a:latin typeface="Arial"/>
                <a:cs typeface="Arial"/>
              </a:rPr>
              <a:t>i</a:t>
            </a:r>
            <a:r>
              <a:rPr sz="3600" spc="143" dirty="0" smtClean="0">
                <a:solidFill>
                  <a:srgbClr val="00CC65"/>
                </a:solidFill>
                <a:latin typeface="Arial"/>
                <a:cs typeface="Arial"/>
              </a:rPr>
              <a:t>c</a:t>
            </a:r>
            <a:r>
              <a:rPr sz="3600" spc="160" dirty="0" smtClean="0">
                <a:solidFill>
                  <a:srgbClr val="00CC65"/>
                </a:solidFill>
                <a:latin typeface="Arial"/>
                <a:cs typeface="Arial"/>
              </a:rPr>
              <a:t>a</a:t>
            </a:r>
            <a:endParaRPr sz="36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581289" y="1640743"/>
            <a:ext cx="540551" cy="3301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55"/>
              </a:lnSpc>
              <a:spcBef>
                <a:spcPts val="127"/>
              </a:spcBef>
            </a:pPr>
            <a:r>
              <a:rPr sz="2400" spc="-4" dirty="0" smtClean="0">
                <a:latin typeface="Arial"/>
                <a:cs typeface="Arial"/>
              </a:rPr>
              <a:t>E</a:t>
            </a:r>
            <a:r>
              <a:rPr sz="2400" spc="0" dirty="0" smtClean="0">
                <a:latin typeface="Arial"/>
                <a:cs typeface="Arial"/>
              </a:rPr>
              <a:t>m</a:t>
            </a:r>
            <a:endParaRPr sz="24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235132" y="1640743"/>
            <a:ext cx="1388459" cy="3301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55"/>
              </a:lnSpc>
              <a:spcBef>
                <a:spcPts val="127"/>
              </a:spcBef>
            </a:pPr>
            <a:r>
              <a:rPr sz="2400" spc="-4" dirty="0" smtClean="0">
                <a:latin typeface="Arial"/>
                <a:cs typeface="Arial"/>
              </a:rPr>
              <a:t>hid</a:t>
            </a:r>
            <a:r>
              <a:rPr sz="2400" spc="4" dirty="0" smtClean="0">
                <a:latin typeface="Arial"/>
                <a:cs typeface="Arial"/>
              </a:rPr>
              <a:t>r</a:t>
            </a:r>
            <a:r>
              <a:rPr sz="2400" spc="-4" dirty="0" smtClean="0">
                <a:latin typeface="Arial"/>
                <a:cs typeface="Arial"/>
              </a:rPr>
              <a:t>á</a:t>
            </a:r>
            <a:r>
              <a:rPr sz="2400" spc="9" dirty="0" smtClean="0">
                <a:latin typeface="Arial"/>
                <a:cs typeface="Arial"/>
              </a:rPr>
              <a:t>u</a:t>
            </a:r>
            <a:r>
              <a:rPr sz="2400" spc="4" dirty="0" smtClean="0">
                <a:latin typeface="Arial"/>
                <a:cs typeface="Arial"/>
              </a:rPr>
              <a:t>l</a:t>
            </a:r>
            <a:r>
              <a:rPr sz="2400" spc="-4" dirty="0" smtClean="0">
                <a:latin typeface="Arial"/>
                <a:cs typeface="Arial"/>
              </a:rPr>
              <a:t>i</a:t>
            </a:r>
            <a:r>
              <a:rPr sz="2400" spc="0" dirty="0" smtClean="0">
                <a:latin typeface="Arial"/>
                <a:cs typeface="Arial"/>
              </a:rPr>
              <a:t>ca</a:t>
            </a:r>
            <a:endParaRPr sz="24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735928" y="1640743"/>
            <a:ext cx="422543" cy="3301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55"/>
              </a:lnSpc>
              <a:spcBef>
                <a:spcPts val="127"/>
              </a:spcBef>
            </a:pPr>
            <a:r>
              <a:rPr sz="2400" spc="-4" dirty="0" smtClean="0">
                <a:latin typeface="Arial"/>
                <a:cs typeface="Arial"/>
              </a:rPr>
              <a:t>o</a:t>
            </a:r>
            <a:r>
              <a:rPr sz="2400" spc="0" dirty="0" smtClean="0">
                <a:latin typeface="Arial"/>
                <a:cs typeface="Arial"/>
              </a:rPr>
              <a:t>u</a:t>
            </a:r>
            <a:endParaRPr sz="24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269284" y="1640743"/>
            <a:ext cx="508498" cy="3301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55"/>
              </a:lnSpc>
              <a:spcBef>
                <a:spcPts val="127"/>
              </a:spcBef>
            </a:pPr>
            <a:r>
              <a:rPr sz="2400" spc="9" dirty="0" smtClean="0">
                <a:latin typeface="Arial"/>
                <a:cs typeface="Arial"/>
              </a:rPr>
              <a:t>e</a:t>
            </a:r>
            <a:r>
              <a:rPr sz="2400" spc="0" dirty="0" smtClean="0">
                <a:latin typeface="Arial"/>
                <a:cs typeface="Arial"/>
              </a:rPr>
              <a:t>m</a:t>
            </a:r>
            <a:endParaRPr sz="24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888027" y="1640743"/>
            <a:ext cx="1390132" cy="3301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55"/>
              </a:lnSpc>
              <a:spcBef>
                <a:spcPts val="127"/>
              </a:spcBef>
            </a:pPr>
            <a:r>
              <a:rPr sz="2400" spc="4" dirty="0" smtClean="0">
                <a:latin typeface="Arial"/>
                <a:cs typeface="Arial"/>
              </a:rPr>
              <a:t>m</a:t>
            </a:r>
            <a:r>
              <a:rPr sz="2400" spc="-4" dirty="0" smtClean="0">
                <a:latin typeface="Arial"/>
                <a:cs typeface="Arial"/>
              </a:rPr>
              <a:t>e</a:t>
            </a:r>
            <a:r>
              <a:rPr sz="2400" spc="0" dirty="0" smtClean="0">
                <a:latin typeface="Arial"/>
                <a:cs typeface="Arial"/>
              </a:rPr>
              <a:t>c</a:t>
            </a:r>
            <a:r>
              <a:rPr sz="2400" spc="-4" dirty="0" smtClean="0">
                <a:latin typeface="Arial"/>
                <a:cs typeface="Arial"/>
              </a:rPr>
              <a:t>â</a:t>
            </a:r>
            <a:r>
              <a:rPr sz="2400" spc="9" dirty="0" smtClean="0">
                <a:latin typeface="Arial"/>
                <a:cs typeface="Arial"/>
              </a:rPr>
              <a:t>n</a:t>
            </a:r>
            <a:r>
              <a:rPr sz="2400" spc="4" dirty="0" smtClean="0">
                <a:latin typeface="Arial"/>
                <a:cs typeface="Arial"/>
              </a:rPr>
              <a:t>i</a:t>
            </a:r>
            <a:r>
              <a:rPr sz="2400" spc="0" dirty="0" smtClean="0">
                <a:latin typeface="Arial"/>
                <a:cs typeface="Arial"/>
              </a:rPr>
              <a:t>ca</a:t>
            </a:r>
            <a:endParaRPr sz="24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388971" y="1640743"/>
            <a:ext cx="1734979" cy="3301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55"/>
              </a:lnSpc>
              <a:spcBef>
                <a:spcPts val="127"/>
              </a:spcBef>
              <a:tabLst>
                <a:tab pos="698500" algn="l"/>
              </a:tabLst>
            </a:pPr>
            <a:r>
              <a:rPr sz="2400" spc="-4" dirty="0" smtClean="0">
                <a:latin typeface="Arial"/>
                <a:cs typeface="Arial"/>
              </a:rPr>
              <a:t>do</a:t>
            </a:r>
            <a:r>
              <a:rPr sz="2400" spc="0" dirty="0" smtClean="0">
                <a:latin typeface="Arial"/>
                <a:cs typeface="Arial"/>
              </a:rPr>
              <a:t>s	</a:t>
            </a:r>
            <a:r>
              <a:rPr sz="2400" spc="4" dirty="0" smtClean="0">
                <a:latin typeface="Arial"/>
                <a:cs typeface="Arial"/>
              </a:rPr>
              <a:t>f</a:t>
            </a:r>
            <a:r>
              <a:rPr sz="2400" spc="-4" dirty="0" smtClean="0">
                <a:latin typeface="Arial"/>
                <a:cs typeface="Arial"/>
              </a:rPr>
              <a:t>lui</a:t>
            </a:r>
            <a:r>
              <a:rPr sz="2400" spc="9" dirty="0" smtClean="0">
                <a:latin typeface="Arial"/>
                <a:cs typeface="Arial"/>
              </a:rPr>
              <a:t>d</a:t>
            </a:r>
            <a:r>
              <a:rPr sz="2400" spc="-4" dirty="0" smtClean="0">
                <a:latin typeface="Arial"/>
                <a:cs typeface="Arial"/>
              </a:rPr>
              <a:t>o</a:t>
            </a:r>
            <a:r>
              <a:rPr sz="2400" spc="0" dirty="0" smtClean="0">
                <a:latin typeface="Arial"/>
                <a:cs typeface="Arial"/>
              </a:rPr>
              <a:t>s,</a:t>
            </a:r>
            <a:endParaRPr sz="24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235918" y="1640743"/>
            <a:ext cx="1336796" cy="3301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55"/>
              </a:lnSpc>
              <a:spcBef>
                <a:spcPts val="127"/>
              </a:spcBef>
            </a:pPr>
            <a:r>
              <a:rPr sz="2400" spc="-4" dirty="0" smtClean="0">
                <a:latin typeface="Arial"/>
                <a:cs typeface="Arial"/>
              </a:rPr>
              <a:t>de</a:t>
            </a:r>
            <a:r>
              <a:rPr sz="2400" spc="4" dirty="0" smtClean="0">
                <a:latin typeface="Arial"/>
                <a:cs typeface="Arial"/>
              </a:rPr>
              <a:t>f</a:t>
            </a:r>
            <a:r>
              <a:rPr sz="2400" spc="-4" dirty="0" smtClean="0">
                <a:latin typeface="Arial"/>
                <a:cs typeface="Arial"/>
              </a:rPr>
              <a:t>ine</a:t>
            </a:r>
            <a:r>
              <a:rPr sz="2400" spc="4" dirty="0" smtClean="0">
                <a:latin typeface="Arial"/>
                <a:cs typeface="Arial"/>
              </a:rPr>
              <a:t>-</a:t>
            </a:r>
            <a:r>
              <a:rPr sz="2400" spc="0" dirty="0" smtClean="0">
                <a:latin typeface="Arial"/>
                <a:cs typeface="Arial"/>
              </a:rPr>
              <a:t>se</a:t>
            </a:r>
            <a:endParaRPr sz="24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238384" y="1702574"/>
            <a:ext cx="243152" cy="2539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939"/>
              </a:lnSpc>
              <a:spcBef>
                <a:spcPts val="97"/>
              </a:spcBef>
            </a:pPr>
            <a:r>
              <a:rPr sz="1800" spc="250" dirty="0" smtClean="0">
                <a:solidFill>
                  <a:srgbClr val="65FF32"/>
                </a:solidFill>
                <a:latin typeface="Arial"/>
                <a:cs typeface="Arial"/>
              </a:rPr>
              <a:t>□</a:t>
            </a:r>
            <a:endParaRPr sz="18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581289" y="1933351"/>
            <a:ext cx="6695235" cy="3301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55"/>
              </a:lnSpc>
              <a:spcBef>
                <a:spcPts val="127"/>
              </a:spcBef>
            </a:pPr>
            <a:r>
              <a:rPr sz="2400" spc="0" dirty="0" smtClean="0">
                <a:latin typeface="Arial"/>
                <a:cs typeface="Arial"/>
              </a:rPr>
              <a:t>v</a:t>
            </a:r>
            <a:r>
              <a:rPr sz="2400" spc="-4" dirty="0" smtClean="0">
                <a:latin typeface="Arial"/>
                <a:cs typeface="Arial"/>
              </a:rPr>
              <a:t>a</a:t>
            </a:r>
            <a:r>
              <a:rPr sz="2400" spc="0" dirty="0" smtClean="0">
                <a:latin typeface="Arial"/>
                <a:cs typeface="Arial"/>
              </a:rPr>
              <a:t>z</a:t>
            </a:r>
            <a:r>
              <a:rPr sz="2400" spc="-4" dirty="0" smtClean="0">
                <a:latin typeface="Arial"/>
                <a:cs typeface="Arial"/>
              </a:rPr>
              <a:t>ã</a:t>
            </a:r>
            <a:r>
              <a:rPr sz="2400" spc="0" dirty="0" smtClean="0">
                <a:latin typeface="Arial"/>
                <a:cs typeface="Arial"/>
              </a:rPr>
              <a:t>o c</a:t>
            </a:r>
            <a:r>
              <a:rPr sz="2400" spc="-4" dirty="0" smtClean="0">
                <a:latin typeface="Arial"/>
                <a:cs typeface="Arial"/>
              </a:rPr>
              <a:t>o</a:t>
            </a:r>
            <a:r>
              <a:rPr sz="2400" spc="14" dirty="0" smtClean="0">
                <a:latin typeface="Arial"/>
                <a:cs typeface="Arial"/>
              </a:rPr>
              <a:t>m</a:t>
            </a:r>
            <a:r>
              <a:rPr sz="2400" spc="0" dirty="0" smtClean="0">
                <a:latin typeface="Arial"/>
                <a:cs typeface="Arial"/>
              </a:rPr>
              <a:t>o a </a:t>
            </a:r>
            <a:r>
              <a:rPr sz="2400" spc="4" dirty="0" smtClean="0">
                <a:latin typeface="Arial"/>
                <a:cs typeface="Arial"/>
              </a:rPr>
              <a:t>r</a:t>
            </a:r>
            <a:r>
              <a:rPr sz="2400" spc="-4" dirty="0" smtClean="0">
                <a:latin typeface="Arial"/>
                <a:cs typeface="Arial"/>
              </a:rPr>
              <a:t>ela</a:t>
            </a:r>
            <a:r>
              <a:rPr sz="2400" spc="0" dirty="0" smtClean="0">
                <a:latin typeface="Arial"/>
                <a:cs typeface="Arial"/>
              </a:rPr>
              <a:t>ç</a:t>
            </a:r>
            <a:r>
              <a:rPr sz="2400" spc="9" dirty="0" smtClean="0">
                <a:latin typeface="Arial"/>
                <a:cs typeface="Arial"/>
              </a:rPr>
              <a:t>ã</a:t>
            </a:r>
            <a:r>
              <a:rPr sz="2400" spc="0" dirty="0" smtClean="0">
                <a:latin typeface="Arial"/>
                <a:cs typeface="Arial"/>
              </a:rPr>
              <a:t>o</a:t>
            </a:r>
            <a:r>
              <a:rPr sz="2400" spc="14" dirty="0" smtClean="0">
                <a:latin typeface="Arial"/>
                <a:cs typeface="Arial"/>
              </a:rPr>
              <a:t> </a:t>
            </a:r>
            <a:r>
              <a:rPr sz="2400" spc="-4" dirty="0" smtClean="0">
                <a:latin typeface="Arial"/>
                <a:cs typeface="Arial"/>
              </a:rPr>
              <a:t>en</a:t>
            </a:r>
            <a:r>
              <a:rPr sz="2400" spc="4" dirty="0" smtClean="0">
                <a:latin typeface="Arial"/>
                <a:cs typeface="Arial"/>
              </a:rPr>
              <a:t>tr</a:t>
            </a:r>
            <a:r>
              <a:rPr sz="2400" spc="0" dirty="0" smtClean="0">
                <a:latin typeface="Arial"/>
                <a:cs typeface="Arial"/>
              </a:rPr>
              <a:t>e</a:t>
            </a:r>
            <a:r>
              <a:rPr sz="2400" spc="-6" dirty="0" smtClean="0">
                <a:latin typeface="Arial"/>
                <a:cs typeface="Arial"/>
              </a:rPr>
              <a:t> </a:t>
            </a:r>
            <a:r>
              <a:rPr sz="2400" spc="0" dirty="0" smtClean="0">
                <a:latin typeface="Arial"/>
                <a:cs typeface="Arial"/>
              </a:rPr>
              <a:t>o</a:t>
            </a:r>
            <a:r>
              <a:rPr sz="2400" spc="-9" dirty="0" smtClean="0">
                <a:latin typeface="Arial"/>
                <a:cs typeface="Arial"/>
              </a:rPr>
              <a:t> </a:t>
            </a:r>
            <a:r>
              <a:rPr sz="2400" spc="0" dirty="0" smtClean="0">
                <a:latin typeface="Arial"/>
                <a:cs typeface="Arial"/>
              </a:rPr>
              <a:t>v</a:t>
            </a:r>
            <a:r>
              <a:rPr sz="2400" spc="-4" dirty="0" smtClean="0">
                <a:latin typeface="Arial"/>
                <a:cs typeface="Arial"/>
              </a:rPr>
              <a:t>o</a:t>
            </a:r>
            <a:r>
              <a:rPr sz="2400" spc="4" dirty="0" smtClean="0">
                <a:latin typeface="Arial"/>
                <a:cs typeface="Arial"/>
              </a:rPr>
              <a:t>l</a:t>
            </a:r>
            <a:r>
              <a:rPr sz="2400" spc="-4" dirty="0" smtClean="0">
                <a:latin typeface="Arial"/>
                <a:cs typeface="Arial"/>
              </a:rPr>
              <a:t>u</a:t>
            </a:r>
            <a:r>
              <a:rPr sz="2400" spc="4" dirty="0" smtClean="0">
                <a:latin typeface="Arial"/>
                <a:cs typeface="Arial"/>
              </a:rPr>
              <a:t>m</a:t>
            </a:r>
            <a:r>
              <a:rPr sz="2400" spc="0" dirty="0" smtClean="0">
                <a:latin typeface="Arial"/>
                <a:cs typeface="Arial"/>
              </a:rPr>
              <a:t>e e o</a:t>
            </a:r>
            <a:r>
              <a:rPr sz="2400" spc="-9" dirty="0" smtClean="0">
                <a:latin typeface="Arial"/>
                <a:cs typeface="Arial"/>
              </a:rPr>
              <a:t> </a:t>
            </a:r>
            <a:r>
              <a:rPr sz="2400" spc="4" dirty="0" smtClean="0">
                <a:latin typeface="Arial"/>
                <a:cs typeface="Arial"/>
              </a:rPr>
              <a:t>t</a:t>
            </a:r>
            <a:r>
              <a:rPr sz="2400" spc="-4" dirty="0" smtClean="0">
                <a:latin typeface="Arial"/>
                <a:cs typeface="Arial"/>
              </a:rPr>
              <a:t>e</a:t>
            </a:r>
            <a:r>
              <a:rPr sz="2400" spc="4" dirty="0" smtClean="0">
                <a:latin typeface="Arial"/>
                <a:cs typeface="Arial"/>
              </a:rPr>
              <a:t>m</a:t>
            </a:r>
            <a:r>
              <a:rPr sz="2400" spc="-4" dirty="0" smtClean="0">
                <a:latin typeface="Arial"/>
                <a:cs typeface="Arial"/>
              </a:rPr>
              <a:t>po</a:t>
            </a:r>
            <a:r>
              <a:rPr sz="2400" spc="0" dirty="0" smtClean="0">
                <a:latin typeface="Arial"/>
                <a:cs typeface="Arial"/>
              </a:rPr>
              <a:t>.</a:t>
            </a:r>
            <a:endParaRPr sz="24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581136" y="2297587"/>
            <a:ext cx="7988084" cy="14991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839" indent="-139" algn="just">
              <a:lnSpc>
                <a:spcPts val="2759"/>
              </a:lnSpc>
              <a:spcBef>
                <a:spcPts val="165"/>
              </a:spcBef>
            </a:pPr>
            <a:r>
              <a:rPr sz="2400" spc="0" dirty="0" smtClean="0">
                <a:latin typeface="Arial"/>
                <a:cs typeface="Arial"/>
              </a:rPr>
              <a:t>A v</a:t>
            </a:r>
            <a:r>
              <a:rPr sz="2400" spc="-4" dirty="0" smtClean="0">
                <a:latin typeface="Arial"/>
                <a:cs typeface="Arial"/>
              </a:rPr>
              <a:t>a</a:t>
            </a:r>
            <a:r>
              <a:rPr sz="2400" spc="0" dirty="0" smtClean="0">
                <a:latin typeface="Arial"/>
                <a:cs typeface="Arial"/>
              </a:rPr>
              <a:t>z</a:t>
            </a:r>
            <a:r>
              <a:rPr sz="2400" spc="-4" dirty="0" smtClean="0">
                <a:latin typeface="Arial"/>
                <a:cs typeface="Arial"/>
              </a:rPr>
              <a:t>ã</a:t>
            </a:r>
            <a:r>
              <a:rPr sz="2400" spc="0" dirty="0" smtClean="0">
                <a:latin typeface="Arial"/>
                <a:cs typeface="Arial"/>
              </a:rPr>
              <a:t>o</a:t>
            </a:r>
            <a:r>
              <a:rPr sz="2400" spc="14" dirty="0" smtClean="0">
                <a:latin typeface="Arial"/>
                <a:cs typeface="Arial"/>
              </a:rPr>
              <a:t> </a:t>
            </a:r>
            <a:r>
              <a:rPr sz="2400" spc="9" dirty="0" smtClean="0">
                <a:latin typeface="Arial"/>
                <a:cs typeface="Arial"/>
              </a:rPr>
              <a:t>po</a:t>
            </a:r>
            <a:r>
              <a:rPr sz="2400" spc="-4" dirty="0" smtClean="0">
                <a:latin typeface="Arial"/>
                <a:cs typeface="Arial"/>
              </a:rPr>
              <a:t>d</a:t>
            </a:r>
            <a:r>
              <a:rPr sz="2400" spc="0" dirty="0" smtClean="0">
                <a:latin typeface="Arial"/>
                <a:cs typeface="Arial"/>
              </a:rPr>
              <a:t>e</a:t>
            </a:r>
            <a:r>
              <a:rPr sz="2400" spc="14" dirty="0" smtClean="0">
                <a:latin typeface="Arial"/>
                <a:cs typeface="Arial"/>
              </a:rPr>
              <a:t> </a:t>
            </a:r>
            <a:r>
              <a:rPr sz="2400" spc="0" dirty="0" smtClean="0">
                <a:latin typeface="Arial"/>
                <a:cs typeface="Arial"/>
              </a:rPr>
              <a:t>s</a:t>
            </a:r>
            <a:r>
              <a:rPr sz="2400" spc="-4" dirty="0" smtClean="0">
                <a:latin typeface="Arial"/>
                <a:cs typeface="Arial"/>
              </a:rPr>
              <a:t>e</a:t>
            </a:r>
            <a:r>
              <a:rPr sz="2400" spc="0" dirty="0" smtClean="0">
                <a:latin typeface="Arial"/>
                <a:cs typeface="Arial"/>
              </a:rPr>
              <a:t>r</a:t>
            </a:r>
            <a:r>
              <a:rPr sz="2400" spc="24" dirty="0" smtClean="0">
                <a:latin typeface="Arial"/>
                <a:cs typeface="Arial"/>
              </a:rPr>
              <a:t> </a:t>
            </a:r>
            <a:r>
              <a:rPr sz="2400" spc="-4" dirty="0" smtClean="0">
                <a:latin typeface="Arial"/>
                <a:cs typeface="Arial"/>
              </a:rPr>
              <a:t>de</a:t>
            </a:r>
            <a:r>
              <a:rPr sz="2400" spc="4" dirty="0" smtClean="0">
                <a:latin typeface="Arial"/>
                <a:cs typeface="Arial"/>
              </a:rPr>
              <a:t>t</a:t>
            </a:r>
            <a:r>
              <a:rPr sz="2400" spc="9" dirty="0" smtClean="0">
                <a:latin typeface="Arial"/>
                <a:cs typeface="Arial"/>
              </a:rPr>
              <a:t>e</a:t>
            </a:r>
            <a:r>
              <a:rPr sz="2400" spc="4" dirty="0" smtClean="0">
                <a:latin typeface="Arial"/>
                <a:cs typeface="Arial"/>
              </a:rPr>
              <a:t>rm</a:t>
            </a:r>
            <a:r>
              <a:rPr sz="2400" spc="-4" dirty="0" smtClean="0">
                <a:latin typeface="Arial"/>
                <a:cs typeface="Arial"/>
              </a:rPr>
              <a:t>ina</a:t>
            </a:r>
            <a:r>
              <a:rPr sz="2400" spc="9" dirty="0" smtClean="0">
                <a:latin typeface="Arial"/>
                <a:cs typeface="Arial"/>
              </a:rPr>
              <a:t>d</a:t>
            </a:r>
            <a:r>
              <a:rPr sz="2400" spc="0" dirty="0" smtClean="0">
                <a:latin typeface="Arial"/>
                <a:cs typeface="Arial"/>
              </a:rPr>
              <a:t>a</a:t>
            </a:r>
            <a:r>
              <a:rPr sz="2400" spc="8" dirty="0" smtClean="0">
                <a:latin typeface="Arial"/>
                <a:cs typeface="Arial"/>
              </a:rPr>
              <a:t> </a:t>
            </a:r>
            <a:r>
              <a:rPr sz="2400" spc="0" dirty="0" smtClean="0">
                <a:latin typeface="Arial"/>
                <a:cs typeface="Arial"/>
              </a:rPr>
              <a:t>a</a:t>
            </a:r>
            <a:r>
              <a:rPr sz="2400" spc="25" dirty="0" smtClean="0">
                <a:latin typeface="Arial"/>
                <a:cs typeface="Arial"/>
              </a:rPr>
              <a:t> </a:t>
            </a:r>
            <a:r>
              <a:rPr sz="2400" spc="-4" dirty="0" smtClean="0">
                <a:latin typeface="Arial"/>
                <a:cs typeface="Arial"/>
              </a:rPr>
              <a:t>pa</a:t>
            </a:r>
            <a:r>
              <a:rPr sz="2400" spc="4" dirty="0" smtClean="0">
                <a:latin typeface="Arial"/>
                <a:cs typeface="Arial"/>
              </a:rPr>
              <a:t>rt</a:t>
            </a:r>
            <a:r>
              <a:rPr sz="2400" spc="-4" dirty="0" smtClean="0">
                <a:latin typeface="Arial"/>
                <a:cs typeface="Arial"/>
              </a:rPr>
              <a:t>i</a:t>
            </a:r>
            <a:r>
              <a:rPr sz="2400" spc="0" dirty="0" smtClean="0">
                <a:latin typeface="Arial"/>
                <a:cs typeface="Arial"/>
              </a:rPr>
              <a:t>r</a:t>
            </a:r>
            <a:r>
              <a:rPr sz="2400" spc="18" dirty="0" smtClean="0">
                <a:latin typeface="Arial"/>
                <a:cs typeface="Arial"/>
              </a:rPr>
              <a:t> </a:t>
            </a:r>
            <a:r>
              <a:rPr sz="2400" spc="-4" dirty="0" smtClean="0">
                <a:latin typeface="Arial"/>
                <a:cs typeface="Arial"/>
              </a:rPr>
              <a:t>d</a:t>
            </a:r>
            <a:r>
              <a:rPr sz="2400" spc="0" dirty="0" smtClean="0">
                <a:latin typeface="Arial"/>
                <a:cs typeface="Arial"/>
              </a:rPr>
              <a:t>o</a:t>
            </a:r>
            <a:r>
              <a:rPr sz="2400" spc="15" dirty="0" smtClean="0">
                <a:latin typeface="Arial"/>
                <a:cs typeface="Arial"/>
              </a:rPr>
              <a:t> </a:t>
            </a:r>
            <a:r>
              <a:rPr sz="2400" spc="-4" dirty="0" smtClean="0">
                <a:latin typeface="Arial"/>
                <a:cs typeface="Arial"/>
              </a:rPr>
              <a:t>e</a:t>
            </a:r>
            <a:r>
              <a:rPr sz="2400" spc="9" dirty="0" smtClean="0">
                <a:latin typeface="Arial"/>
                <a:cs typeface="Arial"/>
              </a:rPr>
              <a:t>s</a:t>
            </a:r>
            <a:r>
              <a:rPr sz="2400" spc="0" dirty="0" smtClean="0">
                <a:latin typeface="Arial"/>
                <a:cs typeface="Arial"/>
              </a:rPr>
              <a:t>c</a:t>
            </a:r>
            <a:r>
              <a:rPr sz="2400" spc="-4" dirty="0" smtClean="0">
                <a:latin typeface="Arial"/>
                <a:cs typeface="Arial"/>
              </a:rPr>
              <a:t>oa</a:t>
            </a:r>
            <a:r>
              <a:rPr sz="2400" spc="4" dirty="0" smtClean="0">
                <a:latin typeface="Arial"/>
                <a:cs typeface="Arial"/>
              </a:rPr>
              <a:t>m</a:t>
            </a:r>
            <a:r>
              <a:rPr sz="2400" spc="-4" dirty="0" smtClean="0">
                <a:latin typeface="Arial"/>
                <a:cs typeface="Arial"/>
              </a:rPr>
              <a:t>en</a:t>
            </a:r>
            <a:r>
              <a:rPr sz="2400" spc="4" dirty="0" smtClean="0">
                <a:latin typeface="Arial"/>
                <a:cs typeface="Arial"/>
              </a:rPr>
              <a:t>t</a:t>
            </a:r>
            <a:r>
              <a:rPr sz="2400" spc="0" dirty="0" smtClean="0">
                <a:latin typeface="Arial"/>
                <a:cs typeface="Arial"/>
              </a:rPr>
              <a:t>o</a:t>
            </a:r>
            <a:r>
              <a:rPr sz="2400" spc="23" dirty="0" smtClean="0">
                <a:latin typeface="Arial"/>
                <a:cs typeface="Arial"/>
              </a:rPr>
              <a:t> </a:t>
            </a:r>
            <a:r>
              <a:rPr sz="2400" spc="-4" dirty="0" smtClean="0">
                <a:latin typeface="Arial"/>
                <a:cs typeface="Arial"/>
              </a:rPr>
              <a:t>d</a:t>
            </a:r>
            <a:r>
              <a:rPr sz="2400" spc="0" dirty="0" smtClean="0">
                <a:latin typeface="Arial"/>
                <a:cs typeface="Arial"/>
              </a:rPr>
              <a:t>e </a:t>
            </a:r>
            <a:endParaRPr sz="2400">
              <a:latin typeface="Arial"/>
              <a:cs typeface="Arial"/>
            </a:endParaRPr>
          </a:p>
          <a:p>
            <a:pPr marL="12839" algn="just">
              <a:lnSpc>
                <a:spcPts val="2301"/>
              </a:lnSpc>
            </a:pPr>
            <a:r>
              <a:rPr sz="2400" spc="-4" dirty="0" smtClean="0">
                <a:latin typeface="Arial"/>
                <a:cs typeface="Arial"/>
              </a:rPr>
              <a:t>u</a:t>
            </a:r>
            <a:r>
              <a:rPr sz="2400" spc="0" dirty="0" smtClean="0">
                <a:latin typeface="Arial"/>
                <a:cs typeface="Arial"/>
              </a:rPr>
              <a:t>m</a:t>
            </a:r>
            <a:r>
              <a:rPr sz="2400" spc="547" dirty="0" smtClean="0">
                <a:latin typeface="Arial"/>
                <a:cs typeface="Arial"/>
              </a:rPr>
              <a:t> </a:t>
            </a:r>
            <a:r>
              <a:rPr sz="2400" spc="4" dirty="0" smtClean="0">
                <a:latin typeface="Arial"/>
                <a:cs typeface="Arial"/>
              </a:rPr>
              <a:t>f</a:t>
            </a:r>
            <a:r>
              <a:rPr sz="2400" spc="-4" dirty="0" smtClean="0">
                <a:latin typeface="Arial"/>
                <a:cs typeface="Arial"/>
              </a:rPr>
              <a:t>lu</a:t>
            </a:r>
            <a:r>
              <a:rPr sz="2400" spc="4" dirty="0" smtClean="0">
                <a:latin typeface="Arial"/>
                <a:cs typeface="Arial"/>
              </a:rPr>
              <a:t>i</a:t>
            </a:r>
            <a:r>
              <a:rPr sz="2400" spc="-4" dirty="0" smtClean="0">
                <a:latin typeface="Arial"/>
                <a:cs typeface="Arial"/>
              </a:rPr>
              <a:t>d</a:t>
            </a:r>
            <a:r>
              <a:rPr sz="2400" spc="0" dirty="0" smtClean="0">
                <a:latin typeface="Arial"/>
                <a:cs typeface="Arial"/>
              </a:rPr>
              <a:t>o</a:t>
            </a:r>
            <a:r>
              <a:rPr sz="2400" spc="545" dirty="0" smtClean="0">
                <a:latin typeface="Arial"/>
                <a:cs typeface="Arial"/>
              </a:rPr>
              <a:t> </a:t>
            </a:r>
            <a:r>
              <a:rPr sz="2400" spc="-4" dirty="0" smtClean="0">
                <a:latin typeface="Arial"/>
                <a:cs typeface="Arial"/>
              </a:rPr>
              <a:t>a</a:t>
            </a:r>
            <a:r>
              <a:rPr sz="2400" spc="4" dirty="0" smtClean="0">
                <a:latin typeface="Arial"/>
                <a:cs typeface="Arial"/>
              </a:rPr>
              <a:t>tr</a:t>
            </a:r>
            <a:r>
              <a:rPr sz="2400" spc="-4" dirty="0" smtClean="0">
                <a:latin typeface="Arial"/>
                <a:cs typeface="Arial"/>
              </a:rPr>
              <a:t>a</a:t>
            </a:r>
            <a:r>
              <a:rPr sz="2400" spc="0" dirty="0" smtClean="0">
                <a:latin typeface="Arial"/>
                <a:cs typeface="Arial"/>
              </a:rPr>
              <a:t>v</a:t>
            </a:r>
            <a:r>
              <a:rPr sz="2400" spc="-4" dirty="0" smtClean="0">
                <a:latin typeface="Arial"/>
                <a:cs typeface="Arial"/>
              </a:rPr>
              <a:t>é</a:t>
            </a:r>
            <a:r>
              <a:rPr sz="2400" spc="0" dirty="0" smtClean="0">
                <a:latin typeface="Arial"/>
                <a:cs typeface="Arial"/>
              </a:rPr>
              <a:t>s</a:t>
            </a:r>
            <a:r>
              <a:rPr sz="2400" spc="550" dirty="0" smtClean="0">
                <a:latin typeface="Arial"/>
                <a:cs typeface="Arial"/>
              </a:rPr>
              <a:t> </a:t>
            </a:r>
            <a:r>
              <a:rPr sz="2400" spc="-4" dirty="0" smtClean="0">
                <a:latin typeface="Arial"/>
                <a:cs typeface="Arial"/>
              </a:rPr>
              <a:t>d</a:t>
            </a:r>
            <a:r>
              <a:rPr sz="2400" spc="0" dirty="0" smtClean="0">
                <a:latin typeface="Arial"/>
                <a:cs typeface="Arial"/>
              </a:rPr>
              <a:t>e</a:t>
            </a:r>
            <a:r>
              <a:rPr sz="2400" spc="542" dirty="0" smtClean="0">
                <a:latin typeface="Arial"/>
                <a:cs typeface="Arial"/>
              </a:rPr>
              <a:t> </a:t>
            </a:r>
            <a:r>
              <a:rPr sz="2400" spc="-4" dirty="0" smtClean="0">
                <a:latin typeface="Arial"/>
                <a:cs typeface="Arial"/>
              </a:rPr>
              <a:t>de</a:t>
            </a:r>
            <a:r>
              <a:rPr sz="2400" spc="4" dirty="0" smtClean="0">
                <a:latin typeface="Arial"/>
                <a:cs typeface="Arial"/>
              </a:rPr>
              <a:t>t</a:t>
            </a:r>
            <a:r>
              <a:rPr sz="2400" spc="-4" dirty="0" smtClean="0">
                <a:latin typeface="Arial"/>
                <a:cs typeface="Arial"/>
              </a:rPr>
              <a:t>e</a:t>
            </a:r>
            <a:r>
              <a:rPr sz="2400" spc="4" dirty="0" smtClean="0">
                <a:latin typeface="Arial"/>
                <a:cs typeface="Arial"/>
              </a:rPr>
              <a:t>rm</a:t>
            </a:r>
            <a:r>
              <a:rPr sz="2400" spc="-4" dirty="0" smtClean="0">
                <a:latin typeface="Arial"/>
                <a:cs typeface="Arial"/>
              </a:rPr>
              <a:t>in</a:t>
            </a:r>
            <a:r>
              <a:rPr sz="2400" spc="9" dirty="0" smtClean="0">
                <a:latin typeface="Arial"/>
                <a:cs typeface="Arial"/>
              </a:rPr>
              <a:t>a</a:t>
            </a:r>
            <a:r>
              <a:rPr sz="2400" spc="-4" dirty="0" smtClean="0">
                <a:latin typeface="Arial"/>
                <a:cs typeface="Arial"/>
              </a:rPr>
              <a:t>d</a:t>
            </a:r>
            <a:r>
              <a:rPr sz="2400" spc="0" dirty="0" smtClean="0">
                <a:latin typeface="Arial"/>
                <a:cs typeface="Arial"/>
              </a:rPr>
              <a:t>a</a:t>
            </a:r>
            <a:r>
              <a:rPr sz="2400" spc="535" dirty="0" smtClean="0">
                <a:latin typeface="Arial"/>
                <a:cs typeface="Arial"/>
              </a:rPr>
              <a:t> </a:t>
            </a:r>
            <a:r>
              <a:rPr sz="2400" spc="0" dirty="0" smtClean="0">
                <a:latin typeface="Arial"/>
                <a:cs typeface="Arial"/>
              </a:rPr>
              <a:t>s</a:t>
            </a:r>
            <a:r>
              <a:rPr sz="2400" spc="-4" dirty="0" smtClean="0">
                <a:latin typeface="Arial"/>
                <a:cs typeface="Arial"/>
              </a:rPr>
              <a:t>e</a:t>
            </a:r>
            <a:r>
              <a:rPr sz="2400" spc="0" dirty="0" smtClean="0">
                <a:latin typeface="Arial"/>
                <a:cs typeface="Arial"/>
              </a:rPr>
              <a:t>ç</a:t>
            </a:r>
            <a:r>
              <a:rPr sz="2400" spc="-4" dirty="0" smtClean="0">
                <a:latin typeface="Arial"/>
                <a:cs typeface="Arial"/>
              </a:rPr>
              <a:t>ã</a:t>
            </a:r>
            <a:r>
              <a:rPr sz="2400" spc="0" dirty="0" smtClean="0">
                <a:latin typeface="Arial"/>
                <a:cs typeface="Arial"/>
              </a:rPr>
              <a:t>o</a:t>
            </a:r>
            <a:r>
              <a:rPr sz="2400" spc="542" dirty="0" smtClean="0">
                <a:latin typeface="Arial"/>
                <a:cs typeface="Arial"/>
              </a:rPr>
              <a:t> </a:t>
            </a:r>
            <a:r>
              <a:rPr sz="2400" spc="-4" dirty="0" smtClean="0">
                <a:latin typeface="Arial"/>
                <a:cs typeface="Arial"/>
              </a:rPr>
              <a:t>t</a:t>
            </a:r>
            <a:r>
              <a:rPr sz="2400" spc="4" dirty="0" smtClean="0">
                <a:latin typeface="Arial"/>
                <a:cs typeface="Arial"/>
              </a:rPr>
              <a:t>r</a:t>
            </a:r>
            <a:r>
              <a:rPr sz="2400" spc="-4" dirty="0" smtClean="0">
                <a:latin typeface="Arial"/>
                <a:cs typeface="Arial"/>
              </a:rPr>
              <a:t>an</a:t>
            </a:r>
            <a:r>
              <a:rPr sz="2400" spc="0" dirty="0" smtClean="0">
                <a:latin typeface="Arial"/>
                <a:cs typeface="Arial"/>
              </a:rPr>
              <a:t>sv</a:t>
            </a:r>
            <a:r>
              <a:rPr sz="2400" spc="-4" dirty="0" smtClean="0">
                <a:latin typeface="Arial"/>
                <a:cs typeface="Arial"/>
              </a:rPr>
              <a:t>e</a:t>
            </a:r>
            <a:r>
              <a:rPr sz="2400" spc="4" dirty="0" smtClean="0">
                <a:latin typeface="Arial"/>
                <a:cs typeface="Arial"/>
              </a:rPr>
              <a:t>r</a:t>
            </a:r>
            <a:r>
              <a:rPr sz="2400" spc="0" dirty="0" smtClean="0">
                <a:latin typeface="Arial"/>
                <a:cs typeface="Arial"/>
              </a:rPr>
              <a:t>s</a:t>
            </a:r>
            <a:r>
              <a:rPr sz="2400" spc="9" dirty="0" smtClean="0">
                <a:latin typeface="Arial"/>
                <a:cs typeface="Arial"/>
              </a:rPr>
              <a:t>a</a:t>
            </a:r>
            <a:r>
              <a:rPr sz="2400" spc="0" dirty="0" smtClean="0">
                <a:latin typeface="Arial"/>
                <a:cs typeface="Arial"/>
              </a:rPr>
              <a:t>l</a:t>
            </a:r>
            <a:r>
              <a:rPr sz="2400" spc="550" dirty="0" smtClean="0">
                <a:latin typeface="Arial"/>
                <a:cs typeface="Arial"/>
              </a:rPr>
              <a:t> </a:t>
            </a:r>
            <a:r>
              <a:rPr sz="2400" spc="-4" dirty="0" smtClean="0">
                <a:latin typeface="Arial"/>
                <a:cs typeface="Arial"/>
              </a:rPr>
              <a:t>d</a:t>
            </a:r>
            <a:r>
              <a:rPr sz="2400" spc="0" dirty="0" smtClean="0">
                <a:latin typeface="Arial"/>
                <a:cs typeface="Arial"/>
              </a:rPr>
              <a:t>e </a:t>
            </a:r>
            <a:endParaRPr sz="2400">
              <a:latin typeface="Arial"/>
              <a:cs typeface="Arial"/>
            </a:endParaRPr>
          </a:p>
          <a:p>
            <a:pPr marL="12839" algn="just">
              <a:lnSpc>
                <a:spcPts val="2301"/>
              </a:lnSpc>
            </a:pPr>
            <a:r>
              <a:rPr sz="2400" spc="-4" dirty="0" smtClean="0">
                <a:latin typeface="Arial"/>
                <a:cs typeface="Arial"/>
              </a:rPr>
              <a:t>u</a:t>
            </a:r>
            <a:r>
              <a:rPr sz="2400" spc="0" dirty="0" smtClean="0">
                <a:latin typeface="Arial"/>
                <a:cs typeface="Arial"/>
              </a:rPr>
              <a:t>m</a:t>
            </a:r>
            <a:r>
              <a:rPr sz="2400" spc="9" dirty="0" smtClean="0">
                <a:latin typeface="Arial"/>
                <a:cs typeface="Arial"/>
              </a:rPr>
              <a:t> </a:t>
            </a:r>
            <a:r>
              <a:rPr sz="2400" spc="0" dirty="0" smtClean="0">
                <a:latin typeface="Arial"/>
                <a:cs typeface="Arial"/>
              </a:rPr>
              <a:t>c</a:t>
            </a:r>
            <a:r>
              <a:rPr sz="2400" spc="-4" dirty="0" smtClean="0">
                <a:latin typeface="Arial"/>
                <a:cs typeface="Arial"/>
              </a:rPr>
              <a:t>ondu</a:t>
            </a:r>
            <a:r>
              <a:rPr sz="2400" spc="4" dirty="0" smtClean="0">
                <a:latin typeface="Arial"/>
                <a:cs typeface="Arial"/>
              </a:rPr>
              <a:t>t</a:t>
            </a:r>
            <a:r>
              <a:rPr sz="2400" spc="0" dirty="0" smtClean="0">
                <a:latin typeface="Arial"/>
                <a:cs typeface="Arial"/>
              </a:rPr>
              <a:t>o</a:t>
            </a:r>
            <a:r>
              <a:rPr sz="2400" spc="-6" dirty="0" smtClean="0">
                <a:latin typeface="Arial"/>
                <a:cs typeface="Arial"/>
              </a:rPr>
              <a:t> </a:t>
            </a:r>
            <a:r>
              <a:rPr sz="2400" spc="-4" dirty="0" smtClean="0">
                <a:latin typeface="Arial"/>
                <a:cs typeface="Arial"/>
              </a:rPr>
              <a:t>li</a:t>
            </a:r>
            <a:r>
              <a:rPr sz="2400" spc="0" dirty="0" smtClean="0">
                <a:latin typeface="Arial"/>
                <a:cs typeface="Arial"/>
              </a:rPr>
              <a:t>v</a:t>
            </a:r>
            <a:r>
              <a:rPr sz="2400" spc="4" dirty="0" smtClean="0">
                <a:latin typeface="Arial"/>
                <a:cs typeface="Arial"/>
              </a:rPr>
              <a:t>r</a:t>
            </a:r>
            <a:r>
              <a:rPr sz="2400" spc="0" dirty="0" smtClean="0">
                <a:latin typeface="Arial"/>
                <a:cs typeface="Arial"/>
              </a:rPr>
              <a:t>e </a:t>
            </a:r>
            <a:r>
              <a:rPr sz="2400" spc="4" dirty="0" smtClean="0">
                <a:latin typeface="Arial"/>
                <a:cs typeface="Arial"/>
              </a:rPr>
              <a:t>(</a:t>
            </a:r>
            <a:r>
              <a:rPr sz="2400" spc="0" dirty="0" smtClean="0">
                <a:latin typeface="Arial"/>
                <a:cs typeface="Arial"/>
              </a:rPr>
              <a:t>c</a:t>
            </a:r>
            <a:r>
              <a:rPr sz="2400" spc="-4" dirty="0" smtClean="0">
                <a:latin typeface="Arial"/>
                <a:cs typeface="Arial"/>
              </a:rPr>
              <a:t>a</a:t>
            </a:r>
            <a:r>
              <a:rPr sz="2400" spc="9" dirty="0" smtClean="0">
                <a:latin typeface="Arial"/>
                <a:cs typeface="Arial"/>
              </a:rPr>
              <a:t>n</a:t>
            </a:r>
            <a:r>
              <a:rPr sz="2400" spc="-4" dirty="0" smtClean="0">
                <a:latin typeface="Arial"/>
                <a:cs typeface="Arial"/>
              </a:rPr>
              <a:t>al</a:t>
            </a:r>
            <a:r>
              <a:rPr sz="2400" spc="0" dirty="0" smtClean="0">
                <a:latin typeface="Arial"/>
                <a:cs typeface="Arial"/>
              </a:rPr>
              <a:t>,</a:t>
            </a:r>
            <a:r>
              <a:rPr sz="2400" spc="3" dirty="0" smtClean="0">
                <a:latin typeface="Arial"/>
                <a:cs typeface="Arial"/>
              </a:rPr>
              <a:t> </a:t>
            </a:r>
            <a:r>
              <a:rPr sz="2400" spc="4" dirty="0" smtClean="0">
                <a:latin typeface="Arial"/>
                <a:cs typeface="Arial"/>
              </a:rPr>
              <a:t>r</a:t>
            </a:r>
            <a:r>
              <a:rPr sz="2400" spc="-4" dirty="0" smtClean="0">
                <a:latin typeface="Arial"/>
                <a:cs typeface="Arial"/>
              </a:rPr>
              <a:t>i</a:t>
            </a:r>
            <a:r>
              <a:rPr sz="2400" spc="0" dirty="0" smtClean="0">
                <a:latin typeface="Arial"/>
                <a:cs typeface="Arial"/>
              </a:rPr>
              <a:t>o </a:t>
            </a:r>
            <a:r>
              <a:rPr sz="2400" spc="-4" dirty="0" smtClean="0">
                <a:latin typeface="Arial"/>
                <a:cs typeface="Arial"/>
              </a:rPr>
              <a:t>o</a:t>
            </a:r>
            <a:r>
              <a:rPr sz="2400" spc="0" dirty="0" smtClean="0">
                <a:latin typeface="Arial"/>
                <a:cs typeface="Arial"/>
              </a:rPr>
              <a:t>u</a:t>
            </a:r>
            <a:r>
              <a:rPr sz="2400" spc="14" dirty="0" smtClean="0">
                <a:latin typeface="Arial"/>
                <a:cs typeface="Arial"/>
              </a:rPr>
              <a:t> </a:t>
            </a:r>
            <a:r>
              <a:rPr sz="2400" spc="4" dirty="0" smtClean="0">
                <a:latin typeface="Arial"/>
                <a:cs typeface="Arial"/>
              </a:rPr>
              <a:t>t</a:t>
            </a:r>
            <a:r>
              <a:rPr sz="2400" spc="-4" dirty="0" smtClean="0">
                <a:latin typeface="Arial"/>
                <a:cs typeface="Arial"/>
              </a:rPr>
              <a:t>ub</a:t>
            </a:r>
            <a:r>
              <a:rPr sz="2400" spc="9" dirty="0" smtClean="0">
                <a:latin typeface="Arial"/>
                <a:cs typeface="Arial"/>
              </a:rPr>
              <a:t>u</a:t>
            </a:r>
            <a:r>
              <a:rPr sz="2400" spc="-4" dirty="0" smtClean="0">
                <a:latin typeface="Arial"/>
                <a:cs typeface="Arial"/>
              </a:rPr>
              <a:t>la</a:t>
            </a:r>
            <a:r>
              <a:rPr sz="2400" spc="9" dirty="0" smtClean="0">
                <a:latin typeface="Arial"/>
                <a:cs typeface="Arial"/>
              </a:rPr>
              <a:t>ç</a:t>
            </a:r>
            <a:r>
              <a:rPr sz="2400" spc="-4" dirty="0" smtClean="0">
                <a:latin typeface="Arial"/>
                <a:cs typeface="Arial"/>
              </a:rPr>
              <a:t>ã</a:t>
            </a:r>
            <a:r>
              <a:rPr sz="2400" spc="0" dirty="0" smtClean="0">
                <a:latin typeface="Arial"/>
                <a:cs typeface="Arial"/>
              </a:rPr>
              <a:t>o</a:t>
            </a:r>
            <a:r>
              <a:rPr sz="2400" spc="8" dirty="0" smtClean="0">
                <a:latin typeface="Arial"/>
                <a:cs typeface="Arial"/>
              </a:rPr>
              <a:t> </a:t>
            </a:r>
            <a:r>
              <a:rPr sz="2400" spc="-4" dirty="0" smtClean="0">
                <a:latin typeface="Arial"/>
                <a:cs typeface="Arial"/>
              </a:rPr>
              <a:t>a</a:t>
            </a:r>
            <a:r>
              <a:rPr sz="2400" spc="9" dirty="0" smtClean="0">
                <a:latin typeface="Arial"/>
                <a:cs typeface="Arial"/>
              </a:rPr>
              <a:t>b</a:t>
            </a:r>
            <a:r>
              <a:rPr sz="2400" spc="-4" dirty="0" smtClean="0">
                <a:latin typeface="Arial"/>
                <a:cs typeface="Arial"/>
              </a:rPr>
              <a:t>e</a:t>
            </a:r>
            <a:r>
              <a:rPr sz="2400" spc="4" dirty="0" smtClean="0">
                <a:latin typeface="Arial"/>
                <a:cs typeface="Arial"/>
              </a:rPr>
              <a:t>rt</a:t>
            </a:r>
            <a:r>
              <a:rPr sz="2400" spc="-4" dirty="0" smtClean="0">
                <a:latin typeface="Arial"/>
                <a:cs typeface="Arial"/>
              </a:rPr>
              <a:t>a</a:t>
            </a:r>
            <a:r>
              <a:rPr sz="2400" spc="0" dirty="0" smtClean="0">
                <a:latin typeface="Arial"/>
                <a:cs typeface="Arial"/>
              </a:rPr>
              <a:t>)</a:t>
            </a:r>
            <a:r>
              <a:rPr sz="2400" spc="13" dirty="0" smtClean="0">
                <a:latin typeface="Arial"/>
                <a:cs typeface="Arial"/>
              </a:rPr>
              <a:t> </a:t>
            </a:r>
            <a:r>
              <a:rPr sz="2400" spc="0" dirty="0" smtClean="0">
                <a:latin typeface="Arial"/>
                <a:cs typeface="Arial"/>
              </a:rPr>
              <a:t>ou</a:t>
            </a:r>
            <a:r>
              <a:rPr sz="2400" spc="14" dirty="0" smtClean="0">
                <a:latin typeface="Arial"/>
                <a:cs typeface="Arial"/>
              </a:rPr>
              <a:t> </a:t>
            </a:r>
            <a:r>
              <a:rPr sz="2400" spc="-4" dirty="0" smtClean="0">
                <a:latin typeface="Arial"/>
                <a:cs typeface="Arial"/>
              </a:rPr>
              <a:t>d</a:t>
            </a:r>
            <a:r>
              <a:rPr sz="2400" spc="0" dirty="0" smtClean="0">
                <a:latin typeface="Arial"/>
                <a:cs typeface="Arial"/>
              </a:rPr>
              <a:t>e</a:t>
            </a:r>
            <a:r>
              <a:rPr sz="2400" spc="14" dirty="0" smtClean="0">
                <a:latin typeface="Arial"/>
                <a:cs typeface="Arial"/>
              </a:rPr>
              <a:t> </a:t>
            </a:r>
            <a:r>
              <a:rPr sz="2400" spc="-4" dirty="0" smtClean="0">
                <a:latin typeface="Arial"/>
                <a:cs typeface="Arial"/>
              </a:rPr>
              <a:t>u</a:t>
            </a:r>
            <a:r>
              <a:rPr sz="2400" spc="0" dirty="0" smtClean="0">
                <a:latin typeface="Arial"/>
                <a:cs typeface="Arial"/>
              </a:rPr>
              <a:t>m </a:t>
            </a:r>
            <a:endParaRPr sz="2400">
              <a:latin typeface="Arial"/>
              <a:cs typeface="Arial"/>
            </a:endParaRPr>
          </a:p>
          <a:p>
            <a:pPr marL="12839" algn="just">
              <a:lnSpc>
                <a:spcPts val="2301"/>
              </a:lnSpc>
            </a:pPr>
            <a:r>
              <a:rPr sz="2400" spc="0" dirty="0" smtClean="0">
                <a:latin typeface="Arial"/>
                <a:cs typeface="Arial"/>
              </a:rPr>
              <a:t>c</a:t>
            </a:r>
            <a:r>
              <a:rPr sz="2400" spc="-4" dirty="0" smtClean="0">
                <a:latin typeface="Arial"/>
                <a:cs typeface="Arial"/>
              </a:rPr>
              <a:t>on</a:t>
            </a:r>
            <a:r>
              <a:rPr sz="2400" spc="9" dirty="0" smtClean="0">
                <a:latin typeface="Arial"/>
                <a:cs typeface="Arial"/>
              </a:rPr>
              <a:t>d</a:t>
            </a:r>
            <a:r>
              <a:rPr sz="2400" spc="-4" dirty="0" smtClean="0">
                <a:latin typeface="Arial"/>
                <a:cs typeface="Arial"/>
              </a:rPr>
              <a:t>u</a:t>
            </a:r>
            <a:r>
              <a:rPr sz="2400" spc="4" dirty="0" smtClean="0">
                <a:latin typeface="Arial"/>
                <a:cs typeface="Arial"/>
              </a:rPr>
              <a:t>t</a:t>
            </a:r>
            <a:r>
              <a:rPr sz="2400" spc="0" dirty="0" smtClean="0">
                <a:latin typeface="Arial"/>
                <a:cs typeface="Arial"/>
              </a:rPr>
              <a:t>o </a:t>
            </a:r>
            <a:r>
              <a:rPr sz="2400" spc="-4" dirty="0" smtClean="0">
                <a:latin typeface="Arial"/>
                <a:cs typeface="Arial"/>
              </a:rPr>
              <a:t>fo</a:t>
            </a:r>
            <a:r>
              <a:rPr sz="2400" spc="4" dirty="0" smtClean="0">
                <a:latin typeface="Arial"/>
                <a:cs typeface="Arial"/>
              </a:rPr>
              <a:t>r</a:t>
            </a:r>
            <a:r>
              <a:rPr sz="2400" spc="0" dirty="0" smtClean="0">
                <a:latin typeface="Arial"/>
                <a:cs typeface="Arial"/>
              </a:rPr>
              <a:t>ç</a:t>
            </a:r>
            <a:r>
              <a:rPr sz="2400" spc="-4" dirty="0" smtClean="0">
                <a:latin typeface="Arial"/>
                <a:cs typeface="Arial"/>
              </a:rPr>
              <a:t>ad</a:t>
            </a:r>
            <a:r>
              <a:rPr sz="2400" spc="0" dirty="0" smtClean="0">
                <a:latin typeface="Arial"/>
                <a:cs typeface="Arial"/>
              </a:rPr>
              <a:t>o </a:t>
            </a:r>
            <a:r>
              <a:rPr sz="2400" spc="4" dirty="0" smtClean="0">
                <a:latin typeface="Arial"/>
                <a:cs typeface="Arial"/>
              </a:rPr>
              <a:t>(t</a:t>
            </a:r>
            <a:r>
              <a:rPr sz="2400" spc="-4" dirty="0" smtClean="0">
                <a:latin typeface="Arial"/>
                <a:cs typeface="Arial"/>
              </a:rPr>
              <a:t>ub</a:t>
            </a:r>
            <a:r>
              <a:rPr sz="2400" spc="9" dirty="0" smtClean="0">
                <a:latin typeface="Arial"/>
                <a:cs typeface="Arial"/>
              </a:rPr>
              <a:t>u</a:t>
            </a:r>
            <a:r>
              <a:rPr sz="2400" spc="-4" dirty="0" smtClean="0">
                <a:latin typeface="Arial"/>
                <a:cs typeface="Arial"/>
              </a:rPr>
              <a:t>la</a:t>
            </a:r>
            <a:r>
              <a:rPr sz="2400" spc="9" dirty="0" smtClean="0">
                <a:latin typeface="Arial"/>
                <a:cs typeface="Arial"/>
              </a:rPr>
              <a:t>ç</a:t>
            </a:r>
            <a:r>
              <a:rPr sz="2400" spc="-4" dirty="0" smtClean="0">
                <a:latin typeface="Arial"/>
                <a:cs typeface="Arial"/>
              </a:rPr>
              <a:t>ã</a:t>
            </a:r>
            <a:r>
              <a:rPr sz="2400" spc="0" dirty="0" smtClean="0">
                <a:latin typeface="Arial"/>
                <a:cs typeface="Arial"/>
              </a:rPr>
              <a:t>o c</a:t>
            </a:r>
            <a:r>
              <a:rPr sz="2400" spc="-4" dirty="0" smtClean="0">
                <a:latin typeface="Arial"/>
                <a:cs typeface="Arial"/>
              </a:rPr>
              <a:t>o</a:t>
            </a:r>
            <a:r>
              <a:rPr sz="2400" spc="0" dirty="0" smtClean="0">
                <a:latin typeface="Arial"/>
                <a:cs typeface="Arial"/>
              </a:rPr>
              <a:t>m</a:t>
            </a:r>
            <a:r>
              <a:rPr sz="2400" spc="16" dirty="0" smtClean="0">
                <a:latin typeface="Arial"/>
                <a:cs typeface="Arial"/>
              </a:rPr>
              <a:t> </a:t>
            </a:r>
            <a:r>
              <a:rPr sz="2400" spc="-4" dirty="0" smtClean="0">
                <a:latin typeface="Arial"/>
                <a:cs typeface="Arial"/>
              </a:rPr>
              <a:t>p</a:t>
            </a:r>
            <a:r>
              <a:rPr sz="2400" spc="4" dirty="0" smtClean="0">
                <a:latin typeface="Arial"/>
                <a:cs typeface="Arial"/>
              </a:rPr>
              <a:t>r</a:t>
            </a:r>
            <a:r>
              <a:rPr sz="2400" spc="-4" dirty="0" smtClean="0">
                <a:latin typeface="Arial"/>
                <a:cs typeface="Arial"/>
              </a:rPr>
              <a:t>e</a:t>
            </a:r>
            <a:r>
              <a:rPr sz="2400" spc="0" dirty="0" smtClean="0">
                <a:latin typeface="Arial"/>
                <a:cs typeface="Arial"/>
              </a:rPr>
              <a:t>ss</a:t>
            </a:r>
            <a:r>
              <a:rPr sz="2400" spc="-4" dirty="0" smtClean="0">
                <a:latin typeface="Arial"/>
                <a:cs typeface="Arial"/>
              </a:rPr>
              <a:t>ã</a:t>
            </a:r>
            <a:r>
              <a:rPr sz="2400" spc="0" dirty="0" smtClean="0">
                <a:latin typeface="Arial"/>
                <a:cs typeface="Arial"/>
              </a:rPr>
              <a:t>o</a:t>
            </a:r>
            <a:r>
              <a:rPr sz="2400" spc="6" dirty="0" smtClean="0">
                <a:latin typeface="Arial"/>
                <a:cs typeface="Arial"/>
              </a:rPr>
              <a:t> </a:t>
            </a:r>
            <a:r>
              <a:rPr sz="2400" spc="-4" smtClean="0">
                <a:latin typeface="Arial"/>
                <a:cs typeface="Arial"/>
              </a:rPr>
              <a:t>po</a:t>
            </a:r>
            <a:r>
              <a:rPr sz="2400" spc="0" smtClean="0">
                <a:latin typeface="Arial"/>
                <a:cs typeface="Arial"/>
              </a:rPr>
              <a:t>s</a:t>
            </a:r>
            <a:r>
              <a:rPr sz="2400" spc="-4" smtClean="0">
                <a:latin typeface="Arial"/>
                <a:cs typeface="Arial"/>
              </a:rPr>
              <a:t>i</a:t>
            </a:r>
            <a:r>
              <a:rPr sz="2400" spc="4" smtClean="0">
                <a:latin typeface="Arial"/>
                <a:cs typeface="Arial"/>
              </a:rPr>
              <a:t>t</a:t>
            </a:r>
            <a:r>
              <a:rPr sz="2400" spc="-4" smtClean="0">
                <a:latin typeface="Arial"/>
                <a:cs typeface="Arial"/>
              </a:rPr>
              <a:t>i</a:t>
            </a:r>
            <a:r>
              <a:rPr sz="2400" spc="9" smtClean="0">
                <a:latin typeface="Arial"/>
                <a:cs typeface="Arial"/>
              </a:rPr>
              <a:t>v</a:t>
            </a:r>
            <a:r>
              <a:rPr sz="2400" spc="0" smtClean="0">
                <a:latin typeface="Arial"/>
                <a:cs typeface="Arial"/>
              </a:rPr>
              <a:t>a </a:t>
            </a:r>
            <a:r>
              <a:rPr sz="2400" spc="-4" smtClean="0">
                <a:latin typeface="Arial"/>
                <a:cs typeface="Arial"/>
              </a:rPr>
              <a:t>o</a:t>
            </a:r>
            <a:r>
              <a:rPr sz="2400" spc="0" smtClean="0">
                <a:latin typeface="Arial"/>
                <a:cs typeface="Arial"/>
              </a:rPr>
              <a:t>u</a:t>
            </a:r>
            <a:r>
              <a:rPr lang="pt-BR" sz="2400" spc="0" dirty="0" smtClean="0">
                <a:latin typeface="Arial"/>
                <a:cs typeface="Arial"/>
              </a:rPr>
              <a:t> </a:t>
            </a:r>
            <a:r>
              <a:rPr sz="2400" spc="-4" smtClean="0">
                <a:latin typeface="Arial"/>
                <a:cs typeface="Arial"/>
              </a:rPr>
              <a:t>ne</a:t>
            </a:r>
            <a:r>
              <a:rPr sz="2400" spc="9" smtClean="0">
                <a:latin typeface="Arial"/>
                <a:cs typeface="Arial"/>
              </a:rPr>
              <a:t>g</a:t>
            </a:r>
            <a:r>
              <a:rPr sz="2400" spc="-4" smtClean="0">
                <a:latin typeface="Arial"/>
                <a:cs typeface="Arial"/>
              </a:rPr>
              <a:t>a</a:t>
            </a:r>
            <a:r>
              <a:rPr sz="2400" spc="4" smtClean="0">
                <a:latin typeface="Arial"/>
                <a:cs typeface="Arial"/>
              </a:rPr>
              <a:t>t</a:t>
            </a:r>
            <a:r>
              <a:rPr sz="2400" spc="-4" smtClean="0">
                <a:latin typeface="Arial"/>
                <a:cs typeface="Arial"/>
              </a:rPr>
              <a:t>i</a:t>
            </a:r>
            <a:r>
              <a:rPr sz="2400" spc="0" smtClean="0">
                <a:latin typeface="Arial"/>
                <a:cs typeface="Arial"/>
              </a:rPr>
              <a:t>v</a:t>
            </a:r>
            <a:r>
              <a:rPr sz="2400" spc="-4" smtClean="0">
                <a:latin typeface="Arial"/>
                <a:cs typeface="Arial"/>
              </a:rPr>
              <a:t>a</a:t>
            </a:r>
            <a:r>
              <a:rPr sz="2400" spc="4" dirty="0" smtClean="0">
                <a:latin typeface="Arial"/>
                <a:cs typeface="Arial"/>
              </a:rPr>
              <a:t>)</a:t>
            </a:r>
            <a:r>
              <a:rPr sz="2400" spc="0" dirty="0" smtClean="0">
                <a:latin typeface="Arial"/>
                <a:cs typeface="Arial"/>
              </a:rPr>
              <a:t>.</a:t>
            </a:r>
            <a:endParaRPr sz="24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238384" y="2359418"/>
            <a:ext cx="243152" cy="2539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939"/>
              </a:lnSpc>
              <a:spcBef>
                <a:spcPts val="97"/>
              </a:spcBef>
            </a:pPr>
            <a:r>
              <a:rPr sz="1800" spc="250" dirty="0" smtClean="0">
                <a:solidFill>
                  <a:srgbClr val="65FF32"/>
                </a:solidFill>
                <a:latin typeface="Arial"/>
                <a:cs typeface="Arial"/>
              </a:rPr>
              <a:t>□</a:t>
            </a:r>
            <a:endParaRPr sz="18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581289" y="3832254"/>
            <a:ext cx="5311371" cy="62128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indent="0">
              <a:lnSpc>
                <a:spcPts val="2290"/>
              </a:lnSpc>
              <a:spcBef>
                <a:spcPts val="324"/>
              </a:spcBef>
            </a:pPr>
            <a:r>
              <a:rPr sz="2400" spc="4" dirty="0" smtClean="0">
                <a:latin typeface="Arial"/>
                <a:cs typeface="Arial"/>
              </a:rPr>
              <a:t>I</a:t>
            </a:r>
            <a:r>
              <a:rPr sz="2400" spc="-14" dirty="0" smtClean="0">
                <a:latin typeface="Arial"/>
                <a:cs typeface="Arial"/>
              </a:rPr>
              <a:t>s</a:t>
            </a:r>
            <a:r>
              <a:rPr sz="2400" spc="4" dirty="0" smtClean="0">
                <a:latin typeface="Arial"/>
                <a:cs typeface="Arial"/>
              </a:rPr>
              <a:t>t</a:t>
            </a:r>
            <a:r>
              <a:rPr sz="2400" spc="0" dirty="0" smtClean="0">
                <a:latin typeface="Arial"/>
                <a:cs typeface="Arial"/>
              </a:rPr>
              <a:t>o</a:t>
            </a:r>
            <a:r>
              <a:rPr sz="2400" spc="1" dirty="0" smtClean="0">
                <a:latin typeface="Arial"/>
                <a:cs typeface="Arial"/>
              </a:rPr>
              <a:t> </a:t>
            </a:r>
            <a:r>
              <a:rPr sz="2400" spc="0" dirty="0" smtClean="0">
                <a:latin typeface="Arial"/>
                <a:cs typeface="Arial"/>
              </a:rPr>
              <a:t>s</a:t>
            </a:r>
            <a:r>
              <a:rPr sz="2400" spc="-4" dirty="0" smtClean="0">
                <a:latin typeface="Arial"/>
                <a:cs typeface="Arial"/>
              </a:rPr>
              <a:t>ig</a:t>
            </a:r>
            <a:r>
              <a:rPr sz="2400" spc="9" dirty="0" smtClean="0">
                <a:latin typeface="Arial"/>
                <a:cs typeface="Arial"/>
              </a:rPr>
              <a:t>n</a:t>
            </a:r>
            <a:r>
              <a:rPr sz="2400" spc="-4" dirty="0" smtClean="0">
                <a:latin typeface="Arial"/>
                <a:cs typeface="Arial"/>
              </a:rPr>
              <a:t>i</a:t>
            </a:r>
            <a:r>
              <a:rPr sz="2400" spc="4" dirty="0" smtClean="0">
                <a:latin typeface="Arial"/>
                <a:cs typeface="Arial"/>
              </a:rPr>
              <a:t>f</a:t>
            </a:r>
            <a:r>
              <a:rPr sz="2400" spc="-4" dirty="0" smtClean="0">
                <a:latin typeface="Arial"/>
                <a:cs typeface="Arial"/>
              </a:rPr>
              <a:t>i</a:t>
            </a:r>
            <a:r>
              <a:rPr sz="2400" spc="9" dirty="0" smtClean="0">
                <a:latin typeface="Arial"/>
                <a:cs typeface="Arial"/>
              </a:rPr>
              <a:t>c</a:t>
            </a:r>
            <a:r>
              <a:rPr sz="2400" spc="0" dirty="0" smtClean="0">
                <a:latin typeface="Arial"/>
                <a:cs typeface="Arial"/>
              </a:rPr>
              <a:t>a</a:t>
            </a:r>
            <a:r>
              <a:rPr sz="2400" spc="8" dirty="0" smtClean="0">
                <a:latin typeface="Arial"/>
                <a:cs typeface="Arial"/>
              </a:rPr>
              <a:t> </a:t>
            </a:r>
            <a:r>
              <a:rPr sz="2400" spc="-4" dirty="0" smtClean="0">
                <a:latin typeface="Arial"/>
                <a:cs typeface="Arial"/>
              </a:rPr>
              <a:t>qu</a:t>
            </a:r>
            <a:r>
              <a:rPr sz="2400" spc="0" dirty="0" smtClean="0">
                <a:latin typeface="Arial"/>
                <a:cs typeface="Arial"/>
              </a:rPr>
              <a:t>e</a:t>
            </a:r>
            <a:r>
              <a:rPr sz="2400" spc="14" dirty="0" smtClean="0">
                <a:latin typeface="Arial"/>
                <a:cs typeface="Arial"/>
              </a:rPr>
              <a:t> </a:t>
            </a:r>
            <a:r>
              <a:rPr sz="2400" spc="0" dirty="0" smtClean="0">
                <a:latin typeface="Arial"/>
                <a:cs typeface="Arial"/>
              </a:rPr>
              <a:t>a</a:t>
            </a:r>
            <a:r>
              <a:rPr sz="2400" spc="14" dirty="0" smtClean="0">
                <a:latin typeface="Arial"/>
                <a:cs typeface="Arial"/>
              </a:rPr>
              <a:t> </a:t>
            </a:r>
            <a:r>
              <a:rPr sz="2400" spc="0" dirty="0" smtClean="0">
                <a:latin typeface="Arial"/>
                <a:cs typeface="Arial"/>
              </a:rPr>
              <a:t>v</a:t>
            </a:r>
            <a:r>
              <a:rPr sz="2400" spc="-4" dirty="0" smtClean="0">
                <a:latin typeface="Arial"/>
                <a:cs typeface="Arial"/>
              </a:rPr>
              <a:t>a</a:t>
            </a:r>
            <a:r>
              <a:rPr sz="2400" spc="0" dirty="0" smtClean="0">
                <a:latin typeface="Arial"/>
                <a:cs typeface="Arial"/>
              </a:rPr>
              <a:t>z</a:t>
            </a:r>
            <a:r>
              <a:rPr sz="2400" spc="-4" dirty="0" smtClean="0">
                <a:latin typeface="Arial"/>
                <a:cs typeface="Arial"/>
              </a:rPr>
              <a:t>ã</a:t>
            </a:r>
            <a:r>
              <a:rPr sz="2400" spc="0" dirty="0" smtClean="0">
                <a:latin typeface="Arial"/>
                <a:cs typeface="Arial"/>
              </a:rPr>
              <a:t>o</a:t>
            </a:r>
            <a:r>
              <a:rPr sz="2400" spc="25" dirty="0" smtClean="0">
                <a:latin typeface="Arial"/>
                <a:cs typeface="Arial"/>
              </a:rPr>
              <a:t> </a:t>
            </a:r>
            <a:r>
              <a:rPr sz="2400" spc="4" dirty="0" smtClean="0">
                <a:latin typeface="Arial"/>
                <a:cs typeface="Arial"/>
              </a:rPr>
              <a:t>r</a:t>
            </a:r>
            <a:r>
              <a:rPr sz="2400" spc="-4" dirty="0" smtClean="0">
                <a:latin typeface="Arial"/>
                <a:cs typeface="Arial"/>
              </a:rPr>
              <a:t>ep</a:t>
            </a:r>
            <a:r>
              <a:rPr sz="2400" spc="4" dirty="0" smtClean="0">
                <a:latin typeface="Arial"/>
                <a:cs typeface="Arial"/>
              </a:rPr>
              <a:t>r</a:t>
            </a:r>
            <a:r>
              <a:rPr sz="2400" spc="-4" dirty="0" smtClean="0">
                <a:latin typeface="Arial"/>
                <a:cs typeface="Arial"/>
              </a:rPr>
              <a:t>e</a:t>
            </a:r>
            <a:r>
              <a:rPr sz="2400" spc="9" dirty="0" smtClean="0">
                <a:latin typeface="Arial"/>
                <a:cs typeface="Arial"/>
              </a:rPr>
              <a:t>s</a:t>
            </a:r>
            <a:r>
              <a:rPr sz="2400" spc="-4" dirty="0" smtClean="0">
                <a:latin typeface="Arial"/>
                <a:cs typeface="Arial"/>
              </a:rPr>
              <a:t>en</a:t>
            </a:r>
            <a:r>
              <a:rPr sz="2400" spc="4" dirty="0" smtClean="0">
                <a:latin typeface="Arial"/>
                <a:cs typeface="Arial"/>
              </a:rPr>
              <a:t>t</a:t>
            </a:r>
            <a:r>
              <a:rPr sz="2400" spc="0" dirty="0" smtClean="0">
                <a:latin typeface="Arial"/>
                <a:cs typeface="Arial"/>
              </a:rPr>
              <a:t>a</a:t>
            </a:r>
            <a:r>
              <a:rPr sz="2400" spc="18" dirty="0" smtClean="0">
                <a:latin typeface="Arial"/>
                <a:cs typeface="Arial"/>
              </a:rPr>
              <a:t> </a:t>
            </a:r>
            <a:r>
              <a:rPr sz="2400" spc="0" dirty="0" smtClean="0">
                <a:latin typeface="Arial"/>
                <a:cs typeface="Arial"/>
              </a:rPr>
              <a:t>a </a:t>
            </a:r>
            <a:r>
              <a:rPr sz="2400" spc="-4" dirty="0" smtClean="0">
                <a:latin typeface="Arial"/>
                <a:cs typeface="Arial"/>
              </a:rPr>
              <a:t>u</a:t>
            </a:r>
            <a:r>
              <a:rPr sz="2400" spc="0" dirty="0" smtClean="0">
                <a:latin typeface="Arial"/>
                <a:cs typeface="Arial"/>
              </a:rPr>
              <a:t>m</a:t>
            </a:r>
            <a:r>
              <a:rPr sz="2400" spc="9" dirty="0" smtClean="0">
                <a:latin typeface="Arial"/>
                <a:cs typeface="Arial"/>
              </a:rPr>
              <a:t> </a:t>
            </a:r>
            <a:r>
              <a:rPr sz="2400" spc="0" dirty="0" smtClean="0">
                <a:latin typeface="Arial"/>
                <a:cs typeface="Arial"/>
              </a:rPr>
              <a:t>v</a:t>
            </a:r>
            <a:r>
              <a:rPr sz="2400" spc="-4" dirty="0" smtClean="0">
                <a:latin typeface="Arial"/>
                <a:cs typeface="Arial"/>
              </a:rPr>
              <a:t>olu</a:t>
            </a:r>
            <a:r>
              <a:rPr sz="2400" spc="4" dirty="0" smtClean="0">
                <a:latin typeface="Arial"/>
                <a:cs typeface="Arial"/>
              </a:rPr>
              <a:t>m</a:t>
            </a:r>
            <a:r>
              <a:rPr sz="2400" spc="0" dirty="0" smtClean="0">
                <a:latin typeface="Arial"/>
                <a:cs typeface="Arial"/>
              </a:rPr>
              <a:t>e</a:t>
            </a:r>
            <a:r>
              <a:rPr sz="2400" spc="14" dirty="0" smtClean="0">
                <a:latin typeface="Arial"/>
                <a:cs typeface="Arial"/>
              </a:rPr>
              <a:t> </a:t>
            </a:r>
            <a:r>
              <a:rPr sz="2400" spc="-4" dirty="0" smtClean="0">
                <a:latin typeface="Arial"/>
                <a:cs typeface="Arial"/>
              </a:rPr>
              <a:t>e</a:t>
            </a:r>
            <a:r>
              <a:rPr sz="2400" spc="0" dirty="0" smtClean="0">
                <a:latin typeface="Arial"/>
                <a:cs typeface="Arial"/>
              </a:rPr>
              <a:t>sc</a:t>
            </a:r>
            <a:r>
              <a:rPr sz="2400" spc="-4" dirty="0" smtClean="0">
                <a:latin typeface="Arial"/>
                <a:cs typeface="Arial"/>
              </a:rPr>
              <a:t>oa</a:t>
            </a:r>
            <a:r>
              <a:rPr sz="2400" spc="0" dirty="0" smtClean="0">
                <a:latin typeface="Arial"/>
                <a:cs typeface="Arial"/>
              </a:rPr>
              <a:t>.</a:t>
            </a:r>
            <a:endParaRPr sz="24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902639" y="3832254"/>
            <a:ext cx="2671072" cy="3301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55"/>
              </a:lnSpc>
              <a:spcBef>
                <a:spcPts val="127"/>
              </a:spcBef>
            </a:pPr>
            <a:r>
              <a:rPr sz="2400" spc="4" dirty="0" smtClean="0">
                <a:latin typeface="Arial"/>
                <a:cs typeface="Arial"/>
              </a:rPr>
              <a:t>r</a:t>
            </a:r>
            <a:r>
              <a:rPr sz="2400" spc="-4" dirty="0" smtClean="0">
                <a:latin typeface="Arial"/>
                <a:cs typeface="Arial"/>
              </a:rPr>
              <a:t>ap</a:t>
            </a:r>
            <a:r>
              <a:rPr sz="2400" spc="4" dirty="0" smtClean="0">
                <a:latin typeface="Arial"/>
                <a:cs typeface="Arial"/>
              </a:rPr>
              <a:t>i</a:t>
            </a:r>
            <a:r>
              <a:rPr sz="2400" spc="-4" dirty="0" smtClean="0">
                <a:latin typeface="Arial"/>
                <a:cs typeface="Arial"/>
              </a:rPr>
              <a:t>de</a:t>
            </a:r>
            <a:r>
              <a:rPr sz="2400" spc="0" dirty="0" smtClean="0">
                <a:latin typeface="Arial"/>
                <a:cs typeface="Arial"/>
              </a:rPr>
              <a:t>z</a:t>
            </a:r>
            <a:r>
              <a:rPr sz="2400" spc="29" dirty="0" smtClean="0">
                <a:latin typeface="Arial"/>
                <a:cs typeface="Arial"/>
              </a:rPr>
              <a:t> </a:t>
            </a:r>
            <a:r>
              <a:rPr sz="2400" spc="0" dirty="0" smtClean="0">
                <a:latin typeface="Arial"/>
                <a:cs typeface="Arial"/>
              </a:rPr>
              <a:t>c</a:t>
            </a:r>
            <a:r>
              <a:rPr sz="2400" spc="-4" dirty="0" smtClean="0">
                <a:latin typeface="Arial"/>
                <a:cs typeface="Arial"/>
              </a:rPr>
              <a:t>o</a:t>
            </a:r>
            <a:r>
              <a:rPr sz="2400" spc="0" dirty="0" smtClean="0">
                <a:latin typeface="Arial"/>
                <a:cs typeface="Arial"/>
              </a:rPr>
              <a:t>m</a:t>
            </a:r>
            <a:r>
              <a:rPr sz="2400" spc="39" dirty="0" smtClean="0">
                <a:latin typeface="Arial"/>
                <a:cs typeface="Arial"/>
              </a:rPr>
              <a:t> </a:t>
            </a:r>
            <a:r>
              <a:rPr sz="2400" spc="0" dirty="0" smtClean="0">
                <a:latin typeface="Arial"/>
                <a:cs typeface="Arial"/>
              </a:rPr>
              <a:t>a</a:t>
            </a:r>
            <a:r>
              <a:rPr sz="2400" spc="14" dirty="0" smtClean="0">
                <a:latin typeface="Arial"/>
                <a:cs typeface="Arial"/>
              </a:rPr>
              <a:t> </a:t>
            </a:r>
            <a:r>
              <a:rPr sz="2400" spc="-4" dirty="0" smtClean="0">
                <a:latin typeface="Arial"/>
                <a:cs typeface="Arial"/>
              </a:rPr>
              <a:t>qu</a:t>
            </a:r>
            <a:r>
              <a:rPr sz="2400" spc="19" dirty="0" smtClean="0">
                <a:latin typeface="Arial"/>
                <a:cs typeface="Arial"/>
              </a:rPr>
              <a:t>a</a:t>
            </a:r>
            <a:r>
              <a:rPr sz="2400" spc="0" dirty="0" smtClean="0">
                <a:latin typeface="Arial"/>
                <a:cs typeface="Arial"/>
              </a:rPr>
              <a:t>l</a:t>
            </a:r>
            <a:endParaRPr sz="24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238384" y="3894085"/>
            <a:ext cx="243152" cy="2539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939"/>
              </a:lnSpc>
              <a:spcBef>
                <a:spcPts val="97"/>
              </a:spcBef>
            </a:pPr>
            <a:r>
              <a:rPr sz="1800" spc="250" dirty="0" smtClean="0">
                <a:solidFill>
                  <a:srgbClr val="65FF32"/>
                </a:solidFill>
                <a:latin typeface="Arial"/>
                <a:cs typeface="Arial"/>
              </a:rPr>
              <a:t>□</a:t>
            </a:r>
            <a:endParaRPr sz="18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581136" y="4489098"/>
            <a:ext cx="3333354" cy="6228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852" indent="-152">
              <a:lnSpc>
                <a:spcPts val="2300"/>
              </a:lnSpc>
              <a:spcBef>
                <a:spcPts val="320"/>
              </a:spcBef>
            </a:pPr>
            <a:r>
              <a:rPr sz="2400" spc="-4" dirty="0" smtClean="0">
                <a:latin typeface="Arial"/>
                <a:cs typeface="Arial"/>
              </a:rPr>
              <a:t>A</a:t>
            </a:r>
            <a:r>
              <a:rPr sz="2400" spc="0" dirty="0" smtClean="0">
                <a:latin typeface="Arial"/>
                <a:cs typeface="Arial"/>
              </a:rPr>
              <a:t>s</a:t>
            </a:r>
            <a:r>
              <a:rPr sz="2400" spc="184" dirty="0" smtClean="0">
                <a:latin typeface="Arial"/>
                <a:cs typeface="Arial"/>
              </a:rPr>
              <a:t> </a:t>
            </a:r>
            <a:r>
              <a:rPr sz="2400" spc="-4" dirty="0" smtClean="0">
                <a:latin typeface="Arial"/>
                <a:cs typeface="Arial"/>
              </a:rPr>
              <a:t>uni</a:t>
            </a:r>
            <a:r>
              <a:rPr sz="2400" spc="9" dirty="0" smtClean="0">
                <a:latin typeface="Arial"/>
                <a:cs typeface="Arial"/>
              </a:rPr>
              <a:t>d</a:t>
            </a:r>
            <a:r>
              <a:rPr sz="2400" spc="-4" dirty="0" smtClean="0">
                <a:latin typeface="Arial"/>
                <a:cs typeface="Arial"/>
              </a:rPr>
              <a:t>a</a:t>
            </a:r>
            <a:r>
              <a:rPr sz="2400" spc="9" dirty="0" smtClean="0">
                <a:latin typeface="Arial"/>
                <a:cs typeface="Arial"/>
              </a:rPr>
              <a:t>de</a:t>
            </a:r>
            <a:r>
              <a:rPr sz="2400" spc="0" dirty="0" smtClean="0">
                <a:latin typeface="Arial"/>
                <a:cs typeface="Arial"/>
              </a:rPr>
              <a:t>s</a:t>
            </a:r>
            <a:r>
              <a:rPr sz="2400" spc="184" dirty="0" smtClean="0">
                <a:latin typeface="Arial"/>
                <a:cs typeface="Arial"/>
              </a:rPr>
              <a:t> </a:t>
            </a:r>
            <a:r>
              <a:rPr sz="2400" spc="-4" dirty="0" smtClean="0">
                <a:latin typeface="Arial"/>
                <a:cs typeface="Arial"/>
              </a:rPr>
              <a:t>d</a:t>
            </a:r>
            <a:r>
              <a:rPr sz="2400" spc="0" dirty="0" smtClean="0">
                <a:latin typeface="Arial"/>
                <a:cs typeface="Arial"/>
              </a:rPr>
              <a:t>e</a:t>
            </a:r>
            <a:r>
              <a:rPr sz="2400" spc="169" dirty="0" smtClean="0">
                <a:latin typeface="Arial"/>
                <a:cs typeface="Arial"/>
              </a:rPr>
              <a:t> </a:t>
            </a:r>
            <a:r>
              <a:rPr sz="2400" spc="4" dirty="0" smtClean="0">
                <a:latin typeface="Arial"/>
                <a:cs typeface="Arial"/>
              </a:rPr>
              <a:t>m</a:t>
            </a:r>
            <a:r>
              <a:rPr sz="2400" spc="-4" dirty="0" smtClean="0">
                <a:latin typeface="Arial"/>
                <a:cs typeface="Arial"/>
              </a:rPr>
              <a:t>edi</a:t>
            </a:r>
            <a:r>
              <a:rPr sz="2400" spc="9" dirty="0" smtClean="0">
                <a:latin typeface="Arial"/>
                <a:cs typeface="Arial"/>
              </a:rPr>
              <a:t>d</a:t>
            </a:r>
            <a:r>
              <a:rPr sz="2400" spc="0" dirty="0" smtClean="0">
                <a:latin typeface="Arial"/>
                <a:cs typeface="Arial"/>
              </a:rPr>
              <a:t>a </a:t>
            </a:r>
            <a:r>
              <a:rPr sz="2400" spc="4" dirty="0" smtClean="0">
                <a:latin typeface="Arial"/>
                <a:cs typeface="Arial"/>
              </a:rPr>
              <a:t>m³/</a:t>
            </a:r>
            <a:r>
              <a:rPr sz="2400" spc="-14" dirty="0" smtClean="0">
                <a:latin typeface="Arial"/>
                <a:cs typeface="Arial"/>
              </a:rPr>
              <a:t>h</a:t>
            </a:r>
            <a:r>
              <a:rPr sz="2400" spc="0" dirty="0" smtClean="0">
                <a:latin typeface="Arial"/>
                <a:cs typeface="Arial"/>
              </a:rPr>
              <a:t>,</a:t>
            </a:r>
            <a:r>
              <a:rPr sz="2400" spc="-13" dirty="0" smtClean="0">
                <a:latin typeface="Arial"/>
                <a:cs typeface="Arial"/>
              </a:rPr>
              <a:t> </a:t>
            </a:r>
            <a:r>
              <a:rPr sz="2400" spc="-4" dirty="0" smtClean="0">
                <a:latin typeface="Arial"/>
                <a:cs typeface="Arial"/>
              </a:rPr>
              <a:t>l</a:t>
            </a:r>
            <a:r>
              <a:rPr sz="2400" spc="4" dirty="0" smtClean="0">
                <a:latin typeface="Arial"/>
                <a:cs typeface="Arial"/>
              </a:rPr>
              <a:t>/</a:t>
            </a:r>
            <a:r>
              <a:rPr sz="2400" spc="0" dirty="0" smtClean="0">
                <a:latin typeface="Arial"/>
                <a:cs typeface="Arial"/>
              </a:rPr>
              <a:t>h</a:t>
            </a:r>
            <a:r>
              <a:rPr sz="2400" spc="-6" dirty="0" smtClean="0">
                <a:latin typeface="Arial"/>
                <a:cs typeface="Arial"/>
              </a:rPr>
              <a:t> </a:t>
            </a:r>
            <a:r>
              <a:rPr sz="2400" spc="-4" dirty="0" smtClean="0">
                <a:latin typeface="Arial"/>
                <a:cs typeface="Arial"/>
              </a:rPr>
              <a:t>o</a:t>
            </a:r>
            <a:r>
              <a:rPr sz="2400" spc="0" dirty="0" smtClean="0">
                <a:latin typeface="Arial"/>
                <a:cs typeface="Arial"/>
              </a:rPr>
              <a:t>u o </a:t>
            </a:r>
            <a:r>
              <a:rPr sz="2400" spc="-4" dirty="0" smtClean="0">
                <a:latin typeface="Arial"/>
                <a:cs typeface="Arial"/>
              </a:rPr>
              <a:t>l</a:t>
            </a:r>
            <a:r>
              <a:rPr sz="2400" spc="4" dirty="0" smtClean="0">
                <a:latin typeface="Arial"/>
                <a:cs typeface="Arial"/>
              </a:rPr>
              <a:t>/</a:t>
            </a:r>
            <a:r>
              <a:rPr sz="2400" spc="-14" dirty="0" smtClean="0">
                <a:latin typeface="Arial"/>
                <a:cs typeface="Arial"/>
              </a:rPr>
              <a:t>s</a:t>
            </a:r>
            <a:r>
              <a:rPr sz="2400" spc="0" dirty="0" smtClean="0">
                <a:latin typeface="Arial"/>
                <a:cs typeface="Arial"/>
              </a:rPr>
              <a:t>.</a:t>
            </a:r>
            <a:endParaRPr sz="24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944281" y="4489098"/>
            <a:ext cx="1336397" cy="3301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55"/>
              </a:lnSpc>
              <a:spcBef>
                <a:spcPts val="127"/>
              </a:spcBef>
            </a:pPr>
            <a:r>
              <a:rPr sz="2400" spc="-4" dirty="0" smtClean="0">
                <a:latin typeface="Arial"/>
                <a:cs typeface="Arial"/>
              </a:rPr>
              <a:t>ado</a:t>
            </a:r>
            <a:r>
              <a:rPr sz="2400" spc="4" dirty="0" smtClean="0">
                <a:latin typeface="Arial"/>
                <a:cs typeface="Arial"/>
              </a:rPr>
              <a:t>t</a:t>
            </a:r>
            <a:r>
              <a:rPr sz="2400" spc="-4" dirty="0" smtClean="0">
                <a:latin typeface="Arial"/>
                <a:cs typeface="Arial"/>
              </a:rPr>
              <a:t>ada</a:t>
            </a:r>
            <a:r>
              <a:rPr sz="2400" spc="0" dirty="0" smtClean="0">
                <a:latin typeface="Arial"/>
                <a:cs typeface="Arial"/>
              </a:rPr>
              <a:t>s</a:t>
            </a:r>
            <a:endParaRPr sz="24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306554" y="4489098"/>
            <a:ext cx="574942" cy="3301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55"/>
              </a:lnSpc>
              <a:spcBef>
                <a:spcPts val="127"/>
              </a:spcBef>
            </a:pPr>
            <a:r>
              <a:rPr sz="2400" spc="0" dirty="0" smtClean="0">
                <a:latin typeface="Arial"/>
                <a:cs typeface="Arial"/>
              </a:rPr>
              <a:t>s</a:t>
            </a:r>
            <a:r>
              <a:rPr sz="2400" spc="-4" dirty="0" smtClean="0">
                <a:latin typeface="Arial"/>
                <a:cs typeface="Arial"/>
              </a:rPr>
              <a:t>ã</a:t>
            </a:r>
            <a:r>
              <a:rPr sz="2400" spc="0" dirty="0" smtClean="0">
                <a:latin typeface="Arial"/>
                <a:cs typeface="Arial"/>
              </a:rPr>
              <a:t>o</a:t>
            </a:r>
            <a:endParaRPr sz="24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6903918" y="4489098"/>
            <a:ext cx="2670094" cy="3301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55"/>
              </a:lnSpc>
              <a:spcBef>
                <a:spcPts val="127"/>
              </a:spcBef>
            </a:pPr>
            <a:r>
              <a:rPr sz="2400" spc="-4" dirty="0" smtClean="0">
                <a:latin typeface="Arial"/>
                <a:cs typeface="Arial"/>
              </a:rPr>
              <a:t>ge</a:t>
            </a:r>
            <a:r>
              <a:rPr sz="2400" spc="4" dirty="0" smtClean="0">
                <a:latin typeface="Arial"/>
                <a:cs typeface="Arial"/>
              </a:rPr>
              <a:t>r</a:t>
            </a:r>
            <a:r>
              <a:rPr sz="2400" spc="-4" dirty="0" smtClean="0">
                <a:latin typeface="Arial"/>
                <a:cs typeface="Arial"/>
              </a:rPr>
              <a:t>a</a:t>
            </a:r>
            <a:r>
              <a:rPr sz="2400" spc="4" dirty="0" smtClean="0">
                <a:latin typeface="Arial"/>
                <a:cs typeface="Arial"/>
              </a:rPr>
              <a:t>lm</a:t>
            </a:r>
            <a:r>
              <a:rPr sz="2400" spc="-4" dirty="0" smtClean="0">
                <a:latin typeface="Arial"/>
                <a:cs typeface="Arial"/>
              </a:rPr>
              <a:t>en</a:t>
            </a:r>
            <a:r>
              <a:rPr sz="2400" spc="4" dirty="0" smtClean="0">
                <a:latin typeface="Arial"/>
                <a:cs typeface="Arial"/>
              </a:rPr>
              <a:t>t</a:t>
            </a:r>
            <a:r>
              <a:rPr sz="2400" spc="0" dirty="0" smtClean="0">
                <a:latin typeface="Arial"/>
                <a:cs typeface="Arial"/>
              </a:rPr>
              <a:t>e</a:t>
            </a:r>
            <a:r>
              <a:rPr sz="2400" spc="173" dirty="0" smtClean="0">
                <a:latin typeface="Arial"/>
                <a:cs typeface="Arial"/>
              </a:rPr>
              <a:t> </a:t>
            </a:r>
            <a:r>
              <a:rPr sz="2400" spc="0" dirty="0" smtClean="0">
                <a:latin typeface="Arial"/>
                <a:cs typeface="Arial"/>
              </a:rPr>
              <a:t>o</a:t>
            </a:r>
            <a:r>
              <a:rPr sz="2400" spc="169" dirty="0" smtClean="0">
                <a:latin typeface="Arial"/>
                <a:cs typeface="Arial"/>
              </a:rPr>
              <a:t> </a:t>
            </a:r>
            <a:r>
              <a:rPr sz="2400" spc="-9" dirty="0" smtClean="0">
                <a:latin typeface="Arial"/>
                <a:cs typeface="Arial"/>
              </a:rPr>
              <a:t>m</a:t>
            </a:r>
            <a:r>
              <a:rPr sz="2400" spc="4" dirty="0" smtClean="0">
                <a:latin typeface="Arial"/>
                <a:cs typeface="Arial"/>
              </a:rPr>
              <a:t>³</a:t>
            </a:r>
            <a:r>
              <a:rPr sz="2400" spc="9" dirty="0" smtClean="0">
                <a:latin typeface="Arial"/>
                <a:cs typeface="Arial"/>
              </a:rPr>
              <a:t>/</a:t>
            </a:r>
            <a:r>
              <a:rPr sz="2400" spc="-14" dirty="0" smtClean="0">
                <a:latin typeface="Arial"/>
                <a:cs typeface="Arial"/>
              </a:rPr>
              <a:t>s</a:t>
            </a:r>
            <a:r>
              <a:rPr sz="2400" spc="0" dirty="0" smtClean="0">
                <a:latin typeface="Arial"/>
                <a:cs typeface="Arial"/>
              </a:rPr>
              <a:t>,</a:t>
            </a:r>
            <a:endParaRPr sz="24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238384" y="4550929"/>
            <a:ext cx="243152" cy="2539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939"/>
              </a:lnSpc>
              <a:spcBef>
                <a:spcPts val="97"/>
              </a:spcBef>
            </a:pPr>
            <a:r>
              <a:rPr sz="1800" spc="250" dirty="0" smtClean="0">
                <a:solidFill>
                  <a:srgbClr val="65FF32"/>
                </a:solidFill>
                <a:latin typeface="Arial"/>
                <a:cs typeface="Arial"/>
              </a:rPr>
              <a:t>□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10"/>
          <p:cNvSpPr/>
          <p:nvPr/>
        </p:nvSpPr>
        <p:spPr>
          <a:xfrm>
            <a:off x="4769998" y="3054095"/>
            <a:ext cx="1007363" cy="795527"/>
          </a:xfrm>
          <a:custGeom>
            <a:avLst/>
            <a:gdLst/>
            <a:ahLst/>
            <a:cxnLst/>
            <a:rect l="l" t="t" r="r" b="b"/>
            <a:pathLst>
              <a:path w="1007363" h="795527">
                <a:moveTo>
                  <a:pt x="0" y="0"/>
                </a:moveTo>
                <a:lnTo>
                  <a:pt x="0" y="795527"/>
                </a:lnTo>
                <a:lnTo>
                  <a:pt x="1007363" y="795527"/>
                </a:lnTo>
                <a:lnTo>
                  <a:pt x="1007363" y="0"/>
                </a:lnTo>
                <a:lnTo>
                  <a:pt x="0" y="0"/>
                </a:lnTo>
                <a:close/>
              </a:path>
            </a:pathLst>
          </a:custGeom>
          <a:solidFill>
            <a:srgbClr val="CC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483239" y="3464047"/>
            <a:ext cx="240791" cy="0"/>
          </a:xfrm>
          <a:custGeom>
            <a:avLst/>
            <a:gdLst/>
            <a:ahLst/>
            <a:cxnLst/>
            <a:rect l="l" t="t" r="r" b="b"/>
            <a:pathLst>
              <a:path w="240791">
                <a:moveTo>
                  <a:pt x="0" y="0"/>
                </a:moveTo>
                <a:lnTo>
                  <a:pt x="240791" y="0"/>
                </a:lnTo>
              </a:path>
            </a:pathLst>
          </a:custGeom>
          <a:ln w="12752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310017" y="1058132"/>
            <a:ext cx="5873139" cy="4323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375"/>
              </a:lnSpc>
              <a:spcBef>
                <a:spcPts val="168"/>
              </a:spcBef>
            </a:pPr>
            <a:r>
              <a:rPr sz="3200" spc="0" dirty="0" smtClean="0">
                <a:solidFill>
                  <a:srgbClr val="00CC65"/>
                </a:solidFill>
                <a:latin typeface="Arial"/>
                <a:cs typeface="Arial"/>
              </a:rPr>
              <a:t>C</a:t>
            </a:r>
            <a:r>
              <a:rPr sz="3200" spc="-4" dirty="0" smtClean="0">
                <a:solidFill>
                  <a:srgbClr val="00CC65"/>
                </a:solidFill>
                <a:latin typeface="Arial"/>
                <a:cs typeface="Arial"/>
              </a:rPr>
              <a:t>á</a:t>
            </a:r>
            <a:r>
              <a:rPr sz="3200" spc="0" dirty="0" smtClean="0">
                <a:solidFill>
                  <a:srgbClr val="00CC65"/>
                </a:solidFill>
                <a:latin typeface="Arial"/>
                <a:cs typeface="Arial"/>
              </a:rPr>
              <a:t>l</a:t>
            </a:r>
            <a:r>
              <a:rPr sz="3200" spc="-4" dirty="0" smtClean="0">
                <a:solidFill>
                  <a:srgbClr val="00CC65"/>
                </a:solidFill>
                <a:latin typeface="Arial"/>
                <a:cs typeface="Arial"/>
              </a:rPr>
              <a:t>c</a:t>
            </a:r>
            <a:r>
              <a:rPr sz="3200" spc="0" dirty="0" smtClean="0">
                <a:solidFill>
                  <a:srgbClr val="00CC65"/>
                </a:solidFill>
                <a:latin typeface="Arial"/>
                <a:cs typeface="Arial"/>
              </a:rPr>
              <a:t>u</a:t>
            </a:r>
            <a:r>
              <a:rPr sz="3200" spc="-14" dirty="0" smtClean="0">
                <a:solidFill>
                  <a:srgbClr val="00CC65"/>
                </a:solidFill>
                <a:latin typeface="Arial"/>
                <a:cs typeface="Arial"/>
              </a:rPr>
              <a:t>l</a:t>
            </a:r>
            <a:r>
              <a:rPr sz="3200" spc="0" dirty="0" smtClean="0">
                <a:solidFill>
                  <a:srgbClr val="00CC65"/>
                </a:solidFill>
                <a:latin typeface="Arial"/>
                <a:cs typeface="Arial"/>
              </a:rPr>
              <a:t>o</a:t>
            </a:r>
            <a:r>
              <a:rPr sz="3200" spc="872" dirty="0" smtClean="0">
                <a:solidFill>
                  <a:srgbClr val="00CC65"/>
                </a:solidFill>
                <a:latin typeface="Arial"/>
                <a:cs typeface="Arial"/>
              </a:rPr>
              <a:t> </a:t>
            </a:r>
            <a:r>
              <a:rPr sz="3200" spc="0" dirty="0" smtClean="0">
                <a:solidFill>
                  <a:srgbClr val="00CC65"/>
                </a:solidFill>
                <a:latin typeface="Arial"/>
                <a:cs typeface="Arial"/>
              </a:rPr>
              <a:t>da</a:t>
            </a:r>
            <a:r>
              <a:rPr sz="3200" spc="167" dirty="0" smtClean="0">
                <a:solidFill>
                  <a:srgbClr val="00CC65"/>
                </a:solidFill>
                <a:latin typeface="Arial"/>
                <a:cs typeface="Arial"/>
              </a:rPr>
              <a:t> </a:t>
            </a:r>
            <a:r>
              <a:rPr sz="3200" spc="0" dirty="0" smtClean="0">
                <a:solidFill>
                  <a:srgbClr val="00CC65"/>
                </a:solidFill>
                <a:latin typeface="Arial"/>
                <a:cs typeface="Arial"/>
              </a:rPr>
              <a:t>V</a:t>
            </a:r>
            <a:r>
              <a:rPr sz="3200" spc="-4" dirty="0" smtClean="0">
                <a:solidFill>
                  <a:srgbClr val="00CC65"/>
                </a:solidFill>
                <a:latin typeface="Arial"/>
                <a:cs typeface="Arial"/>
              </a:rPr>
              <a:t>azã</a:t>
            </a:r>
            <a:r>
              <a:rPr sz="3200" spc="0" dirty="0" smtClean="0">
                <a:solidFill>
                  <a:srgbClr val="00CC65"/>
                </a:solidFill>
                <a:latin typeface="Arial"/>
                <a:cs typeface="Arial"/>
              </a:rPr>
              <a:t>o</a:t>
            </a:r>
            <a:r>
              <a:rPr sz="3200" spc="177" dirty="0" smtClean="0">
                <a:solidFill>
                  <a:srgbClr val="00CC65"/>
                </a:solidFill>
                <a:latin typeface="Arial"/>
                <a:cs typeface="Arial"/>
              </a:rPr>
              <a:t> </a:t>
            </a:r>
            <a:r>
              <a:rPr sz="3200" spc="0" dirty="0" smtClean="0">
                <a:solidFill>
                  <a:srgbClr val="00CC65"/>
                </a:solidFill>
                <a:latin typeface="Arial"/>
                <a:cs typeface="Arial"/>
              </a:rPr>
              <a:t>V</a:t>
            </a:r>
            <a:r>
              <a:rPr sz="3200" spc="177" dirty="0" smtClean="0">
                <a:solidFill>
                  <a:srgbClr val="00CC65"/>
                </a:solidFill>
                <a:latin typeface="Arial"/>
                <a:cs typeface="Arial"/>
              </a:rPr>
              <a:t>o</a:t>
            </a:r>
            <a:r>
              <a:rPr sz="3200" spc="162" dirty="0" smtClean="0">
                <a:solidFill>
                  <a:srgbClr val="00CC65"/>
                </a:solidFill>
                <a:latin typeface="Arial"/>
                <a:cs typeface="Arial"/>
              </a:rPr>
              <a:t>lu</a:t>
            </a:r>
            <a:r>
              <a:rPr sz="3200" spc="154" dirty="0" smtClean="0">
                <a:solidFill>
                  <a:srgbClr val="00CC65"/>
                </a:solidFill>
                <a:latin typeface="Arial"/>
                <a:cs typeface="Arial"/>
              </a:rPr>
              <a:t>m</a:t>
            </a:r>
            <a:r>
              <a:rPr sz="3200" spc="-4" dirty="0" smtClean="0">
                <a:solidFill>
                  <a:srgbClr val="00CC65"/>
                </a:solidFill>
                <a:latin typeface="Arial"/>
                <a:cs typeface="Arial"/>
              </a:rPr>
              <a:t>é</a:t>
            </a:r>
            <a:r>
              <a:rPr sz="3200" spc="177" dirty="0" smtClean="0">
                <a:solidFill>
                  <a:srgbClr val="00CC65"/>
                </a:solidFill>
                <a:latin typeface="Arial"/>
                <a:cs typeface="Arial"/>
              </a:rPr>
              <a:t>t</a:t>
            </a:r>
            <a:r>
              <a:rPr sz="3200" spc="181" dirty="0" smtClean="0">
                <a:solidFill>
                  <a:srgbClr val="00CC65"/>
                </a:solidFill>
                <a:latin typeface="Arial"/>
                <a:cs typeface="Arial"/>
              </a:rPr>
              <a:t>r</a:t>
            </a:r>
            <a:r>
              <a:rPr sz="3200" spc="177" dirty="0" smtClean="0">
                <a:solidFill>
                  <a:srgbClr val="00CC65"/>
                </a:solidFill>
                <a:latin typeface="Arial"/>
                <a:cs typeface="Arial"/>
              </a:rPr>
              <a:t>i</a:t>
            </a:r>
            <a:r>
              <a:rPr sz="3200" spc="170" dirty="0" smtClean="0">
                <a:solidFill>
                  <a:srgbClr val="00CC65"/>
                </a:solidFill>
                <a:latin typeface="Arial"/>
                <a:cs typeface="Arial"/>
              </a:rPr>
              <a:t>c</a:t>
            </a:r>
            <a:r>
              <a:rPr sz="3200" spc="0" dirty="0" smtClean="0">
                <a:solidFill>
                  <a:srgbClr val="00CC65"/>
                </a:solidFill>
                <a:latin typeface="Arial"/>
                <a:cs typeface="Arial"/>
              </a:rPr>
              <a:t>a</a:t>
            </a:r>
            <a:endParaRPr sz="32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581162" y="2268235"/>
            <a:ext cx="246126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0" dirty="0" smtClean="0">
                <a:latin typeface="Arial"/>
                <a:cs typeface="Arial"/>
              </a:rPr>
              <a:t>A</a:t>
            </a:r>
            <a:endParaRPr sz="20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930325" y="2268235"/>
            <a:ext cx="725391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-4" dirty="0" smtClean="0">
                <a:latin typeface="Arial"/>
                <a:cs typeface="Arial"/>
              </a:rPr>
              <a:t>f</a:t>
            </a:r>
            <a:r>
              <a:rPr sz="2000" spc="0" dirty="0" smtClean="0">
                <a:latin typeface="Arial"/>
                <a:cs typeface="Arial"/>
              </a:rPr>
              <a:t>o</a:t>
            </a:r>
            <a:r>
              <a:rPr sz="2000" spc="-9" dirty="0" smtClean="0">
                <a:latin typeface="Arial"/>
                <a:cs typeface="Arial"/>
              </a:rPr>
              <a:t>r</a:t>
            </a:r>
            <a:r>
              <a:rPr sz="2000" spc="0" dirty="0" smtClean="0">
                <a:latin typeface="Arial"/>
                <a:cs typeface="Arial"/>
              </a:rPr>
              <a:t>ma</a:t>
            </a:r>
            <a:endParaRPr sz="20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757859" y="2268235"/>
            <a:ext cx="611948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0" dirty="0" smtClean="0">
                <a:latin typeface="Arial"/>
                <a:cs typeface="Arial"/>
              </a:rPr>
              <a:t>m</a:t>
            </a:r>
            <a:r>
              <a:rPr sz="2000" spc="-9" dirty="0" smtClean="0">
                <a:latin typeface="Arial"/>
                <a:cs typeface="Arial"/>
              </a:rPr>
              <a:t>a</a:t>
            </a:r>
            <a:r>
              <a:rPr sz="2000" spc="0" dirty="0" smtClean="0">
                <a:latin typeface="Arial"/>
                <a:cs typeface="Arial"/>
              </a:rPr>
              <a:t>is</a:t>
            </a:r>
            <a:endParaRPr sz="20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472572" y="2268235"/>
            <a:ext cx="938001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4" dirty="0" smtClean="0">
                <a:latin typeface="Arial"/>
                <a:cs typeface="Arial"/>
              </a:rPr>
              <a:t>s</a:t>
            </a:r>
            <a:r>
              <a:rPr sz="2000" spc="0" dirty="0" smtClean="0">
                <a:latin typeface="Arial"/>
                <a:cs typeface="Arial"/>
              </a:rPr>
              <a:t>impl</a:t>
            </a:r>
            <a:r>
              <a:rPr sz="2000" spc="-9" dirty="0" smtClean="0">
                <a:latin typeface="Arial"/>
                <a:cs typeface="Arial"/>
              </a:rPr>
              <a:t>e</a:t>
            </a:r>
            <a:r>
              <a:rPr sz="2000" spc="0" dirty="0" smtClean="0">
                <a:latin typeface="Arial"/>
                <a:cs typeface="Arial"/>
              </a:rPr>
              <a:t>s</a:t>
            </a:r>
            <a:endParaRPr sz="20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511815" y="2268235"/>
            <a:ext cx="585103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-9" dirty="0" smtClean="0">
                <a:latin typeface="Arial"/>
                <a:cs typeface="Arial"/>
              </a:rPr>
              <a:t>p</a:t>
            </a:r>
            <a:r>
              <a:rPr sz="2000" spc="0" dirty="0" smtClean="0">
                <a:latin typeface="Arial"/>
                <a:cs typeface="Arial"/>
              </a:rPr>
              <a:t>a</a:t>
            </a:r>
            <a:r>
              <a:rPr sz="2000" spc="4" dirty="0" smtClean="0">
                <a:latin typeface="Arial"/>
                <a:cs typeface="Arial"/>
              </a:rPr>
              <a:t>r</a:t>
            </a:r>
            <a:r>
              <a:rPr sz="2000" spc="0" dirty="0" smtClean="0">
                <a:latin typeface="Arial"/>
                <a:cs typeface="Arial"/>
              </a:rPr>
              <a:t>a</a:t>
            </a:r>
            <a:endParaRPr sz="20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197537" y="2268235"/>
            <a:ext cx="344392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-4" dirty="0" smtClean="0">
                <a:latin typeface="Arial"/>
                <a:cs typeface="Arial"/>
              </a:rPr>
              <a:t>s</a:t>
            </a:r>
            <a:r>
              <a:rPr sz="2000" spc="0" dirty="0" smtClean="0">
                <a:latin typeface="Arial"/>
                <a:cs typeface="Arial"/>
              </a:rPr>
              <a:t>e</a:t>
            </a:r>
            <a:endParaRPr sz="20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642548" y="2268235"/>
            <a:ext cx="1272344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  <a:tabLst>
                <a:tab pos="1066800" algn="l"/>
              </a:tabLst>
            </a:pPr>
            <a:r>
              <a:rPr sz="2000" spc="4" dirty="0" smtClean="0">
                <a:latin typeface="Arial"/>
                <a:cs typeface="Arial"/>
              </a:rPr>
              <a:t>c</a:t>
            </a:r>
            <a:r>
              <a:rPr sz="2000" spc="0" dirty="0" smtClean="0">
                <a:latin typeface="Arial"/>
                <a:cs typeface="Arial"/>
              </a:rPr>
              <a:t>al</a:t>
            </a:r>
            <a:r>
              <a:rPr sz="2000" spc="-4" dirty="0" smtClean="0">
                <a:latin typeface="Arial"/>
                <a:cs typeface="Arial"/>
              </a:rPr>
              <a:t>c</a:t>
            </a:r>
            <a:r>
              <a:rPr sz="2000" spc="0" dirty="0" smtClean="0">
                <a:latin typeface="Arial"/>
                <a:cs typeface="Arial"/>
              </a:rPr>
              <a:t>ular	a</a:t>
            </a:r>
            <a:endParaRPr sz="20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017035" y="2268235"/>
            <a:ext cx="752745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-4" dirty="0" smtClean="0">
                <a:latin typeface="Arial"/>
                <a:cs typeface="Arial"/>
              </a:rPr>
              <a:t>v</a:t>
            </a:r>
            <a:r>
              <a:rPr sz="2000" spc="0" dirty="0" smtClean="0">
                <a:latin typeface="Arial"/>
                <a:cs typeface="Arial"/>
              </a:rPr>
              <a:t>a</a:t>
            </a:r>
            <a:r>
              <a:rPr sz="2000" spc="-4" dirty="0" smtClean="0">
                <a:latin typeface="Arial"/>
                <a:cs typeface="Arial"/>
              </a:rPr>
              <a:t>z</a:t>
            </a:r>
            <a:r>
              <a:rPr sz="2000" spc="-9" dirty="0" smtClean="0">
                <a:latin typeface="Arial"/>
                <a:cs typeface="Arial"/>
              </a:rPr>
              <a:t>ã</a:t>
            </a:r>
            <a:r>
              <a:rPr sz="2000" spc="0" dirty="0" smtClean="0">
                <a:latin typeface="Arial"/>
                <a:cs typeface="Arial"/>
              </a:rPr>
              <a:t>o</a:t>
            </a:r>
            <a:endParaRPr sz="20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871923" y="2268235"/>
            <a:ext cx="1374986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-4" dirty="0" smtClean="0">
                <a:latin typeface="Arial"/>
                <a:cs typeface="Arial"/>
              </a:rPr>
              <a:t>v</a:t>
            </a:r>
            <a:r>
              <a:rPr sz="2000" spc="0" dirty="0" smtClean="0">
                <a:latin typeface="Arial"/>
                <a:cs typeface="Arial"/>
              </a:rPr>
              <a:t>olumé</a:t>
            </a:r>
            <a:r>
              <a:rPr sz="2000" spc="-14" dirty="0" smtClean="0">
                <a:latin typeface="Arial"/>
                <a:cs typeface="Arial"/>
              </a:rPr>
              <a:t>t</a:t>
            </a:r>
            <a:r>
              <a:rPr sz="2000" spc="4" dirty="0" smtClean="0">
                <a:latin typeface="Arial"/>
                <a:cs typeface="Arial"/>
              </a:rPr>
              <a:t>r</a:t>
            </a:r>
            <a:r>
              <a:rPr sz="2000" spc="0" dirty="0" smtClean="0">
                <a:latin typeface="Arial"/>
                <a:cs typeface="Arial"/>
              </a:rPr>
              <a:t>i</a:t>
            </a:r>
            <a:r>
              <a:rPr sz="2000" spc="-4" dirty="0" smtClean="0">
                <a:latin typeface="Arial"/>
                <a:cs typeface="Arial"/>
              </a:rPr>
              <a:t>c</a:t>
            </a:r>
            <a:r>
              <a:rPr sz="2000" spc="0" dirty="0" smtClean="0">
                <a:latin typeface="Arial"/>
                <a:cs typeface="Arial"/>
              </a:rPr>
              <a:t>a</a:t>
            </a:r>
            <a:endParaRPr sz="20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9349051" y="2268235"/>
            <a:ext cx="217900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0" dirty="0" smtClean="0">
                <a:latin typeface="Arial"/>
                <a:cs typeface="Arial"/>
              </a:rPr>
              <a:t>é</a:t>
            </a:r>
            <a:endParaRPr sz="20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238384" y="2320172"/>
            <a:ext cx="208978" cy="2158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635"/>
              </a:lnSpc>
              <a:spcBef>
                <a:spcPts val="81"/>
              </a:spcBef>
            </a:pPr>
            <a:r>
              <a:rPr sz="1500" spc="208" dirty="0" smtClean="0">
                <a:solidFill>
                  <a:srgbClr val="65FF32"/>
                </a:solidFill>
                <a:latin typeface="Arial"/>
                <a:cs typeface="Arial"/>
              </a:rPr>
              <a:t>□</a:t>
            </a:r>
            <a:endParaRPr sz="15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581289" y="2573035"/>
            <a:ext cx="1698997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0" dirty="0" smtClean="0">
                <a:latin typeface="Arial"/>
                <a:cs typeface="Arial"/>
              </a:rPr>
              <a:t>ap</a:t>
            </a:r>
            <a:r>
              <a:rPr sz="2000" spc="-9" dirty="0" smtClean="0">
                <a:latin typeface="Arial"/>
                <a:cs typeface="Arial"/>
              </a:rPr>
              <a:t>r</a:t>
            </a:r>
            <a:r>
              <a:rPr sz="2000" spc="0" dirty="0" smtClean="0">
                <a:latin typeface="Arial"/>
                <a:cs typeface="Arial"/>
              </a:rPr>
              <a:t>e</a:t>
            </a:r>
            <a:r>
              <a:rPr sz="2000" spc="-4" dirty="0" smtClean="0">
                <a:latin typeface="Arial"/>
                <a:cs typeface="Arial"/>
              </a:rPr>
              <a:t>s</a:t>
            </a:r>
            <a:r>
              <a:rPr sz="2000" spc="0" dirty="0" smtClean="0">
                <a:latin typeface="Arial"/>
                <a:cs typeface="Arial"/>
              </a:rPr>
              <a:t>en</a:t>
            </a:r>
            <a:r>
              <a:rPr sz="2000" spc="-4" dirty="0" smtClean="0">
                <a:latin typeface="Arial"/>
                <a:cs typeface="Arial"/>
              </a:rPr>
              <a:t>t</a:t>
            </a:r>
            <a:r>
              <a:rPr sz="2000" spc="-9" dirty="0" smtClean="0">
                <a:latin typeface="Arial"/>
                <a:cs typeface="Arial"/>
              </a:rPr>
              <a:t>a</a:t>
            </a:r>
            <a:r>
              <a:rPr sz="2000" spc="0" dirty="0" smtClean="0">
                <a:latin typeface="Arial"/>
                <a:cs typeface="Arial"/>
              </a:rPr>
              <a:t>da</a:t>
            </a:r>
            <a:r>
              <a:rPr sz="2000" spc="-14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a</a:t>
            </a:r>
            <a:endParaRPr sz="20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274225" y="2573035"/>
            <a:ext cx="3362197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4" dirty="0" smtClean="0">
                <a:latin typeface="Arial"/>
                <a:cs typeface="Arial"/>
              </a:rPr>
              <a:t>s</a:t>
            </a:r>
            <a:r>
              <a:rPr sz="2000" spc="-9" dirty="0" smtClean="0">
                <a:latin typeface="Arial"/>
                <a:cs typeface="Arial"/>
              </a:rPr>
              <a:t>e</a:t>
            </a:r>
            <a:r>
              <a:rPr sz="2000" spc="0" dirty="0" smtClean="0">
                <a:latin typeface="Arial"/>
                <a:cs typeface="Arial"/>
              </a:rPr>
              <a:t>guir</a:t>
            </a:r>
            <a:r>
              <a:rPr sz="2000" spc="-9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na</a:t>
            </a:r>
            <a:r>
              <a:rPr sz="2000" spc="-14" dirty="0" smtClean="0">
                <a:latin typeface="Arial"/>
                <a:cs typeface="Arial"/>
              </a:rPr>
              <a:t> </a:t>
            </a:r>
            <a:r>
              <a:rPr sz="2000" spc="-9" dirty="0" smtClean="0">
                <a:latin typeface="Arial"/>
                <a:cs typeface="Arial"/>
              </a:rPr>
              <a:t>e</a:t>
            </a:r>
            <a:r>
              <a:rPr sz="2000" spc="0" dirty="0" smtClean="0">
                <a:latin typeface="Arial"/>
                <a:cs typeface="Arial"/>
              </a:rPr>
              <a:t>qu</a:t>
            </a:r>
            <a:r>
              <a:rPr sz="2000" spc="-9" dirty="0" smtClean="0">
                <a:latin typeface="Arial"/>
                <a:cs typeface="Arial"/>
              </a:rPr>
              <a:t>a</a:t>
            </a:r>
            <a:r>
              <a:rPr sz="2000" spc="4" dirty="0" smtClean="0">
                <a:latin typeface="Arial"/>
                <a:cs typeface="Arial"/>
              </a:rPr>
              <a:t>ç</a:t>
            </a:r>
            <a:r>
              <a:rPr sz="2000" spc="0" dirty="0" smtClean="0">
                <a:latin typeface="Arial"/>
                <a:cs typeface="Arial"/>
              </a:rPr>
              <a:t>ão</a:t>
            </a:r>
            <a:r>
              <a:rPr sz="2000" spc="-14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m</a:t>
            </a:r>
            <a:r>
              <a:rPr sz="2000" spc="-9" dirty="0" smtClean="0">
                <a:latin typeface="Arial"/>
                <a:cs typeface="Arial"/>
              </a:rPr>
              <a:t>o</a:t>
            </a:r>
            <a:r>
              <a:rPr sz="2000" spc="4" dirty="0" smtClean="0">
                <a:latin typeface="Arial"/>
                <a:cs typeface="Arial"/>
              </a:rPr>
              <a:t>s</a:t>
            </a:r>
            <a:r>
              <a:rPr sz="2000" spc="-14" dirty="0" smtClean="0">
                <a:latin typeface="Arial"/>
                <a:cs typeface="Arial"/>
              </a:rPr>
              <a:t>t</a:t>
            </a:r>
            <a:r>
              <a:rPr sz="2000" spc="-9" dirty="0" smtClean="0">
                <a:latin typeface="Arial"/>
                <a:cs typeface="Arial"/>
              </a:rPr>
              <a:t>r</a:t>
            </a:r>
            <a:r>
              <a:rPr sz="2000" spc="0" dirty="0" smtClean="0">
                <a:latin typeface="Arial"/>
                <a:cs typeface="Arial"/>
              </a:rPr>
              <a:t>ada.</a:t>
            </a:r>
            <a:endParaRPr sz="20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024003" y="3460732"/>
            <a:ext cx="144819" cy="20502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540"/>
              </a:lnSpc>
              <a:spcBef>
                <a:spcPts val="77"/>
              </a:spcBef>
            </a:pPr>
            <a:r>
              <a:rPr sz="1400" spc="0" dirty="0" smtClean="0">
                <a:latin typeface="Times New Roman"/>
                <a:cs typeface="Times New Roman"/>
              </a:rPr>
              <a:t>v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539115" y="3523595"/>
            <a:ext cx="169896" cy="33334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70"/>
              </a:lnSpc>
              <a:spcBef>
                <a:spcPts val="128"/>
              </a:spcBef>
            </a:pPr>
            <a:r>
              <a:rPr sz="2400" spc="6" dirty="0" smtClean="0">
                <a:latin typeface="Times New Roman"/>
                <a:cs typeface="Times New Roman"/>
              </a:rPr>
              <a:t>t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581289" y="4033026"/>
            <a:ext cx="1680205" cy="32686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00"/>
              </a:lnSpc>
              <a:spcBef>
                <a:spcPts val="125"/>
              </a:spcBef>
            </a:pPr>
            <a:r>
              <a:rPr sz="3000" spc="0" baseline="8696" dirty="0" smtClean="0">
                <a:latin typeface="Arial"/>
                <a:cs typeface="Arial"/>
              </a:rPr>
              <a:t>Q</a:t>
            </a:r>
            <a:r>
              <a:rPr sz="1950" spc="0" baseline="-11149" dirty="0" smtClean="0">
                <a:latin typeface="Arial"/>
                <a:cs typeface="Arial"/>
              </a:rPr>
              <a:t>v </a:t>
            </a:r>
            <a:r>
              <a:rPr sz="1950" spc="88" baseline="-11149" dirty="0" smtClean="0">
                <a:latin typeface="Arial"/>
                <a:cs typeface="Arial"/>
              </a:rPr>
              <a:t> </a:t>
            </a:r>
            <a:r>
              <a:rPr sz="3000" spc="4" baseline="8696" dirty="0" smtClean="0">
                <a:latin typeface="Arial"/>
                <a:cs typeface="Arial"/>
              </a:rPr>
              <a:t>r</a:t>
            </a:r>
            <a:r>
              <a:rPr sz="3000" spc="0" baseline="8696" dirty="0" smtClean="0">
                <a:latin typeface="Arial"/>
                <a:cs typeface="Arial"/>
              </a:rPr>
              <a:t>e</a:t>
            </a:r>
            <a:r>
              <a:rPr sz="3000" spc="-9" baseline="8696" dirty="0" smtClean="0">
                <a:latin typeface="Arial"/>
                <a:cs typeface="Arial"/>
              </a:rPr>
              <a:t>p</a:t>
            </a:r>
            <a:r>
              <a:rPr sz="3000" spc="4" baseline="8696" dirty="0" smtClean="0">
                <a:latin typeface="Arial"/>
                <a:cs typeface="Arial"/>
              </a:rPr>
              <a:t>r</a:t>
            </a:r>
            <a:r>
              <a:rPr sz="3000" spc="-9" baseline="8696" dirty="0" smtClean="0">
                <a:latin typeface="Arial"/>
                <a:cs typeface="Arial"/>
              </a:rPr>
              <a:t>e</a:t>
            </a:r>
            <a:r>
              <a:rPr sz="3000" spc="4" baseline="8696" dirty="0" smtClean="0">
                <a:latin typeface="Arial"/>
                <a:cs typeface="Arial"/>
              </a:rPr>
              <a:t>s</a:t>
            </a:r>
            <a:r>
              <a:rPr sz="3000" spc="-9" baseline="8696" dirty="0" smtClean="0">
                <a:latin typeface="Arial"/>
                <a:cs typeface="Arial"/>
              </a:rPr>
              <a:t>e</a:t>
            </a:r>
            <a:r>
              <a:rPr sz="3000" spc="0" baseline="8696" dirty="0" smtClean="0">
                <a:latin typeface="Arial"/>
                <a:cs typeface="Arial"/>
              </a:rPr>
              <a:t>n</a:t>
            </a:r>
            <a:r>
              <a:rPr sz="3000" spc="-14" baseline="8696" dirty="0" smtClean="0">
                <a:latin typeface="Arial"/>
                <a:cs typeface="Arial"/>
              </a:rPr>
              <a:t>t</a:t>
            </a:r>
            <a:r>
              <a:rPr sz="3000" spc="0" baseline="8696" dirty="0" smtClean="0">
                <a:latin typeface="Arial"/>
                <a:cs typeface="Arial"/>
              </a:rPr>
              <a:t>a</a:t>
            </a:r>
            <a:endParaRPr sz="20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283441" y="4033026"/>
            <a:ext cx="2748679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0" dirty="0" smtClean="0">
                <a:latin typeface="Arial"/>
                <a:cs typeface="Arial"/>
              </a:rPr>
              <a:t>a</a:t>
            </a:r>
            <a:r>
              <a:rPr sz="2000" spc="274" dirty="0" smtClean="0">
                <a:latin typeface="Arial"/>
                <a:cs typeface="Arial"/>
              </a:rPr>
              <a:t> </a:t>
            </a:r>
            <a:r>
              <a:rPr sz="2000" spc="-4" dirty="0" smtClean="0">
                <a:latin typeface="Arial"/>
                <a:cs typeface="Arial"/>
              </a:rPr>
              <a:t>v</a:t>
            </a:r>
            <a:r>
              <a:rPr sz="2000" spc="-9" dirty="0" smtClean="0">
                <a:latin typeface="Arial"/>
                <a:cs typeface="Arial"/>
              </a:rPr>
              <a:t>a</a:t>
            </a:r>
            <a:r>
              <a:rPr sz="2000" spc="4" dirty="0" smtClean="0">
                <a:latin typeface="Arial"/>
                <a:cs typeface="Arial"/>
              </a:rPr>
              <a:t>z</a:t>
            </a:r>
            <a:r>
              <a:rPr sz="2000" spc="0" dirty="0" smtClean="0">
                <a:latin typeface="Arial"/>
                <a:cs typeface="Arial"/>
              </a:rPr>
              <a:t>ão</a:t>
            </a:r>
            <a:r>
              <a:rPr sz="2000" spc="259" dirty="0" smtClean="0">
                <a:latin typeface="Arial"/>
                <a:cs typeface="Arial"/>
              </a:rPr>
              <a:t> </a:t>
            </a:r>
            <a:r>
              <a:rPr sz="2000" spc="-4" dirty="0" smtClean="0">
                <a:latin typeface="Arial"/>
                <a:cs typeface="Arial"/>
              </a:rPr>
              <a:t>v</a:t>
            </a:r>
            <a:r>
              <a:rPr sz="2000" spc="-9" dirty="0" smtClean="0">
                <a:latin typeface="Arial"/>
                <a:cs typeface="Arial"/>
              </a:rPr>
              <a:t>o</a:t>
            </a:r>
            <a:r>
              <a:rPr sz="2000" spc="0" dirty="0" smtClean="0">
                <a:latin typeface="Arial"/>
                <a:cs typeface="Arial"/>
              </a:rPr>
              <a:t>lumé</a:t>
            </a:r>
            <a:r>
              <a:rPr sz="2000" spc="-14" dirty="0" smtClean="0">
                <a:latin typeface="Arial"/>
                <a:cs typeface="Arial"/>
              </a:rPr>
              <a:t>t</a:t>
            </a:r>
            <a:r>
              <a:rPr sz="2000" spc="4" dirty="0" smtClean="0">
                <a:latin typeface="Arial"/>
                <a:cs typeface="Arial"/>
              </a:rPr>
              <a:t>r</a:t>
            </a:r>
            <a:r>
              <a:rPr sz="2000" spc="0" dirty="0" smtClean="0">
                <a:latin typeface="Arial"/>
                <a:cs typeface="Arial"/>
              </a:rPr>
              <a:t>i</a:t>
            </a:r>
            <a:r>
              <a:rPr sz="2000" spc="4" dirty="0" smtClean="0">
                <a:latin typeface="Arial"/>
                <a:cs typeface="Arial"/>
              </a:rPr>
              <a:t>c</a:t>
            </a:r>
            <a:r>
              <a:rPr sz="2000" spc="0" dirty="0" smtClean="0">
                <a:latin typeface="Arial"/>
                <a:cs typeface="Arial"/>
              </a:rPr>
              <a:t>a,</a:t>
            </a:r>
            <a:r>
              <a:rPr sz="2000" spc="269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V</a:t>
            </a:r>
            <a:endParaRPr sz="20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6058790" y="4033026"/>
            <a:ext cx="217900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0" dirty="0" smtClean="0">
                <a:latin typeface="Arial"/>
                <a:cs typeface="Arial"/>
              </a:rPr>
              <a:t>é</a:t>
            </a:r>
            <a:endParaRPr sz="200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6305638" y="4033026"/>
            <a:ext cx="217900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0" dirty="0" smtClean="0">
                <a:latin typeface="Arial"/>
                <a:cs typeface="Arial"/>
              </a:rPr>
              <a:t>o</a:t>
            </a:r>
            <a:endParaRPr sz="200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6552530" y="4033026"/>
            <a:ext cx="894432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-4" dirty="0" smtClean="0">
                <a:latin typeface="Arial"/>
                <a:cs typeface="Arial"/>
              </a:rPr>
              <a:t>v</a:t>
            </a:r>
            <a:r>
              <a:rPr sz="2000" spc="0" dirty="0" smtClean="0">
                <a:latin typeface="Arial"/>
                <a:cs typeface="Arial"/>
              </a:rPr>
              <a:t>olu</a:t>
            </a:r>
            <a:r>
              <a:rPr sz="2000" spc="-14" dirty="0" smtClean="0">
                <a:latin typeface="Arial"/>
                <a:cs typeface="Arial"/>
              </a:rPr>
              <a:t>m</a:t>
            </a:r>
            <a:r>
              <a:rPr sz="2000" spc="0" dirty="0" smtClean="0">
                <a:latin typeface="Arial"/>
                <a:cs typeface="Arial"/>
              </a:rPr>
              <a:t>e</a:t>
            </a:r>
            <a:endParaRPr sz="200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7475953" y="4033026"/>
            <a:ext cx="217900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0" dirty="0" smtClean="0">
                <a:latin typeface="Arial"/>
                <a:cs typeface="Arial"/>
              </a:rPr>
              <a:t>e</a:t>
            </a:r>
            <a:endParaRPr sz="200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7721464" y="4033026"/>
            <a:ext cx="147026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0" dirty="0" smtClean="0">
                <a:latin typeface="Arial"/>
                <a:cs typeface="Arial"/>
              </a:rPr>
              <a:t>t</a:t>
            </a:r>
            <a:endParaRPr sz="2000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7896723" y="4033026"/>
            <a:ext cx="217900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0" dirty="0" smtClean="0">
                <a:latin typeface="Arial"/>
                <a:cs typeface="Arial"/>
              </a:rPr>
              <a:t>o</a:t>
            </a:r>
            <a:endParaRPr sz="2000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8143615" y="4033026"/>
            <a:ext cx="1036125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0" dirty="0" smtClean="0">
                <a:latin typeface="Arial"/>
                <a:cs typeface="Arial"/>
              </a:rPr>
              <a:t>in</a:t>
            </a:r>
            <a:r>
              <a:rPr sz="2000" spc="-4" dirty="0" smtClean="0">
                <a:latin typeface="Arial"/>
                <a:cs typeface="Arial"/>
              </a:rPr>
              <a:t>t</a:t>
            </a:r>
            <a:r>
              <a:rPr sz="2000" spc="-9" dirty="0" smtClean="0">
                <a:latin typeface="Arial"/>
                <a:cs typeface="Arial"/>
              </a:rPr>
              <a:t>e</a:t>
            </a:r>
            <a:r>
              <a:rPr sz="2000" spc="4" dirty="0" smtClean="0">
                <a:latin typeface="Arial"/>
                <a:cs typeface="Arial"/>
              </a:rPr>
              <a:t>r</a:t>
            </a:r>
            <a:r>
              <a:rPr sz="2000" spc="-4" dirty="0" smtClean="0">
                <a:latin typeface="Arial"/>
                <a:cs typeface="Arial"/>
              </a:rPr>
              <a:t>v</a:t>
            </a:r>
            <a:r>
              <a:rPr sz="2000" spc="0" dirty="0" smtClean="0">
                <a:latin typeface="Arial"/>
                <a:cs typeface="Arial"/>
              </a:rPr>
              <a:t>alo</a:t>
            </a:r>
            <a:endParaRPr sz="2000">
              <a:latin typeface="Arial"/>
              <a:cs typeface="Aria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9207207" y="4033026"/>
            <a:ext cx="359593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0" dirty="0" smtClean="0">
                <a:latin typeface="Arial"/>
                <a:cs typeface="Arial"/>
              </a:rPr>
              <a:t>de</a:t>
            </a:r>
            <a:endParaRPr sz="2000">
              <a:latin typeface="Arial"/>
              <a:cs typeface="Aria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238384" y="4084964"/>
            <a:ext cx="208978" cy="2158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635"/>
              </a:lnSpc>
              <a:spcBef>
                <a:spcPts val="81"/>
              </a:spcBef>
            </a:pPr>
            <a:r>
              <a:rPr sz="1500" spc="208" dirty="0" smtClean="0">
                <a:solidFill>
                  <a:srgbClr val="65FF32"/>
                </a:solidFill>
                <a:latin typeface="Arial"/>
                <a:cs typeface="Arial"/>
              </a:rPr>
              <a:t>□</a:t>
            </a:r>
            <a:endParaRPr sz="1500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1581291" y="4337826"/>
            <a:ext cx="781742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-4" dirty="0" smtClean="0">
                <a:latin typeface="Arial"/>
                <a:cs typeface="Arial"/>
              </a:rPr>
              <a:t>t</a:t>
            </a:r>
            <a:r>
              <a:rPr sz="2000" spc="0" dirty="0" smtClean="0">
                <a:latin typeface="Arial"/>
                <a:cs typeface="Arial"/>
              </a:rPr>
              <a:t>em</a:t>
            </a:r>
            <a:r>
              <a:rPr sz="2000" spc="-9" dirty="0" smtClean="0">
                <a:latin typeface="Arial"/>
                <a:cs typeface="Arial"/>
              </a:rPr>
              <a:t>p</a:t>
            </a:r>
            <a:r>
              <a:rPr sz="2000" spc="0" dirty="0" smtClean="0">
                <a:latin typeface="Arial"/>
                <a:cs typeface="Arial"/>
              </a:rPr>
              <a:t>o</a:t>
            </a:r>
            <a:endParaRPr sz="2000">
              <a:latin typeface="Arial"/>
              <a:cs typeface="Aria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2356972" y="4337826"/>
            <a:ext cx="585104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0" dirty="0" smtClean="0">
                <a:latin typeface="Arial"/>
                <a:cs typeface="Arial"/>
              </a:rPr>
              <a:t>p</a:t>
            </a:r>
            <a:r>
              <a:rPr sz="2000" spc="-9" dirty="0" smtClean="0">
                <a:latin typeface="Arial"/>
                <a:cs typeface="Arial"/>
              </a:rPr>
              <a:t>a</a:t>
            </a:r>
            <a:r>
              <a:rPr sz="2000" spc="4" dirty="0" smtClean="0">
                <a:latin typeface="Arial"/>
                <a:cs typeface="Arial"/>
              </a:rPr>
              <a:t>r</a:t>
            </a:r>
            <a:r>
              <a:rPr sz="2000" spc="0" dirty="0" smtClean="0">
                <a:latin typeface="Arial"/>
                <a:cs typeface="Arial"/>
              </a:rPr>
              <a:t>a</a:t>
            </a:r>
            <a:endParaRPr sz="2000">
              <a:latin typeface="Arial"/>
              <a:cs typeface="Aria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2934490" y="4337826"/>
            <a:ext cx="344392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-4" dirty="0" smtClean="0">
                <a:latin typeface="Arial"/>
                <a:cs typeface="Arial"/>
              </a:rPr>
              <a:t>s</a:t>
            </a:r>
            <a:r>
              <a:rPr sz="2000" spc="0" dirty="0" smtClean="0">
                <a:latin typeface="Arial"/>
                <a:cs typeface="Arial"/>
              </a:rPr>
              <a:t>e</a:t>
            </a:r>
            <a:endParaRPr sz="2000">
              <a:latin typeface="Arial"/>
              <a:cs typeface="Arial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3272821" y="4337826"/>
            <a:ext cx="852815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0" dirty="0" smtClean="0">
                <a:latin typeface="Arial"/>
                <a:cs typeface="Arial"/>
              </a:rPr>
              <a:t>e</a:t>
            </a:r>
            <a:r>
              <a:rPr sz="2000" spc="-9" dirty="0" smtClean="0">
                <a:latin typeface="Arial"/>
                <a:cs typeface="Arial"/>
              </a:rPr>
              <a:t>n</a:t>
            </a:r>
            <a:r>
              <a:rPr sz="2000" spc="4" dirty="0" smtClean="0">
                <a:latin typeface="Arial"/>
                <a:cs typeface="Arial"/>
              </a:rPr>
              <a:t>c</a:t>
            </a:r>
            <a:r>
              <a:rPr sz="2000" spc="0" dirty="0" smtClean="0">
                <a:latin typeface="Arial"/>
                <a:cs typeface="Arial"/>
              </a:rPr>
              <a:t>h</a:t>
            </a:r>
            <a:r>
              <a:rPr sz="2000" spc="-9" dirty="0" smtClean="0">
                <a:latin typeface="Arial"/>
                <a:cs typeface="Arial"/>
              </a:rPr>
              <a:t>e</a:t>
            </a:r>
            <a:r>
              <a:rPr sz="2000" spc="0" dirty="0" smtClean="0">
                <a:latin typeface="Arial"/>
                <a:cs typeface="Arial"/>
              </a:rPr>
              <a:t>r</a:t>
            </a:r>
            <a:endParaRPr sz="2000">
              <a:latin typeface="Arial"/>
              <a:cs typeface="Arial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4118525" y="4337826"/>
            <a:ext cx="217900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0" dirty="0" smtClean="0">
                <a:latin typeface="Arial"/>
                <a:cs typeface="Arial"/>
              </a:rPr>
              <a:t>o</a:t>
            </a:r>
            <a:endParaRPr sz="2000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4328840" y="4337826"/>
            <a:ext cx="1487942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4" dirty="0" smtClean="0">
                <a:latin typeface="Arial"/>
                <a:cs typeface="Arial"/>
              </a:rPr>
              <a:t>r</a:t>
            </a:r>
            <a:r>
              <a:rPr sz="2000" spc="-9" dirty="0" smtClean="0">
                <a:latin typeface="Arial"/>
                <a:cs typeface="Arial"/>
              </a:rPr>
              <a:t>e</a:t>
            </a:r>
            <a:r>
              <a:rPr sz="2000" spc="4" dirty="0" smtClean="0">
                <a:latin typeface="Arial"/>
                <a:cs typeface="Arial"/>
              </a:rPr>
              <a:t>s</a:t>
            </a:r>
            <a:r>
              <a:rPr sz="2000" spc="-9" dirty="0" smtClean="0">
                <a:latin typeface="Arial"/>
                <a:cs typeface="Arial"/>
              </a:rPr>
              <a:t>e</a:t>
            </a:r>
            <a:r>
              <a:rPr sz="2000" spc="4" dirty="0" smtClean="0">
                <a:latin typeface="Arial"/>
                <a:cs typeface="Arial"/>
              </a:rPr>
              <a:t>r</a:t>
            </a:r>
            <a:r>
              <a:rPr sz="2000" spc="-4" dirty="0" smtClean="0">
                <a:latin typeface="Arial"/>
                <a:cs typeface="Arial"/>
              </a:rPr>
              <a:t>v</a:t>
            </a:r>
            <a:r>
              <a:rPr sz="2000" spc="0" dirty="0" smtClean="0">
                <a:latin typeface="Arial"/>
                <a:cs typeface="Arial"/>
              </a:rPr>
              <a:t>a</a:t>
            </a:r>
            <a:r>
              <a:rPr sz="2000" spc="-4" dirty="0" smtClean="0">
                <a:latin typeface="Arial"/>
                <a:cs typeface="Arial"/>
              </a:rPr>
              <a:t>t</a:t>
            </a:r>
            <a:r>
              <a:rPr sz="2000" spc="-9" dirty="0" smtClean="0">
                <a:latin typeface="Arial"/>
                <a:cs typeface="Arial"/>
              </a:rPr>
              <a:t>ó</a:t>
            </a:r>
            <a:r>
              <a:rPr sz="2000" spc="4" dirty="0" smtClean="0">
                <a:latin typeface="Arial"/>
                <a:cs typeface="Arial"/>
              </a:rPr>
              <a:t>r</a:t>
            </a:r>
            <a:r>
              <a:rPr sz="2000" spc="0" dirty="0" smtClean="0">
                <a:latin typeface="Arial"/>
                <a:cs typeface="Arial"/>
              </a:rPr>
              <a:t>io.</a:t>
            </a:r>
            <a:endParaRPr sz="2000">
              <a:latin typeface="Arial"/>
              <a:cs typeface="Arial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4769997" y="3054095"/>
            <a:ext cx="1020063" cy="79552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38105">
              <a:lnSpc>
                <a:spcPts val="5030"/>
              </a:lnSpc>
              <a:spcBef>
                <a:spcPts val="50"/>
              </a:spcBef>
              <a:tabLst>
                <a:tab pos="457200" algn="l"/>
              </a:tabLst>
            </a:pPr>
            <a:r>
              <a:rPr sz="2400" spc="0" dirty="0" smtClean="0">
                <a:latin typeface="Times New Roman"/>
                <a:cs typeface="Times New Roman"/>
              </a:rPr>
              <a:t>Q</a:t>
            </a:r>
            <a:r>
              <a:rPr sz="2400" spc="-582" dirty="0" smtClean="0">
                <a:latin typeface="Times New Roman"/>
                <a:cs typeface="Times New Roman"/>
              </a:rPr>
              <a:t> </a:t>
            </a:r>
            <a:r>
              <a:rPr sz="2400" spc="0" dirty="0" smtClean="0">
                <a:latin typeface="Times New Roman"/>
                <a:cs typeface="Times New Roman"/>
              </a:rPr>
              <a:t>	</a:t>
            </a:r>
            <a:r>
              <a:rPr sz="2400" spc="-598" dirty="0" smtClean="0">
                <a:latin typeface="Meiryo"/>
                <a:cs typeface="Meiryo"/>
              </a:rPr>
              <a:t>=</a:t>
            </a:r>
            <a:r>
              <a:rPr sz="2400" spc="-274" dirty="0" smtClean="0">
                <a:latin typeface="Meiryo"/>
                <a:cs typeface="Meiryo"/>
              </a:rPr>
              <a:t> </a:t>
            </a:r>
            <a:r>
              <a:rPr sz="3600" spc="0" baseline="37442" dirty="0" smtClean="0">
                <a:latin typeface="Times New Roman"/>
                <a:cs typeface="Times New Roman"/>
              </a:rPr>
              <a:t>V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5483239" y="3324347"/>
            <a:ext cx="240791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10"/>
          <p:cNvSpPr/>
          <p:nvPr/>
        </p:nvSpPr>
        <p:spPr>
          <a:xfrm>
            <a:off x="7074286" y="5001767"/>
            <a:ext cx="1008887" cy="801623"/>
          </a:xfrm>
          <a:custGeom>
            <a:avLst/>
            <a:gdLst/>
            <a:ahLst/>
            <a:cxnLst/>
            <a:rect l="l" t="t" r="r" b="b"/>
            <a:pathLst>
              <a:path w="1008887" h="801623">
                <a:moveTo>
                  <a:pt x="0" y="0"/>
                </a:moveTo>
                <a:lnTo>
                  <a:pt x="0" y="801623"/>
                </a:lnTo>
                <a:lnTo>
                  <a:pt x="1008887" y="801623"/>
                </a:lnTo>
                <a:lnTo>
                  <a:pt x="1008887" y="0"/>
                </a:lnTo>
                <a:lnTo>
                  <a:pt x="0" y="0"/>
                </a:lnTo>
                <a:close/>
              </a:path>
            </a:pathLst>
          </a:custGeom>
          <a:solidFill>
            <a:srgbClr val="CC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7789042" y="5414771"/>
            <a:ext cx="240791" cy="0"/>
          </a:xfrm>
          <a:custGeom>
            <a:avLst/>
            <a:gdLst/>
            <a:ahLst/>
            <a:cxnLst/>
            <a:rect l="l" t="t" r="r" b="b"/>
            <a:pathLst>
              <a:path w="240791">
                <a:moveTo>
                  <a:pt x="0" y="0"/>
                </a:moveTo>
                <a:lnTo>
                  <a:pt x="240791" y="0"/>
                </a:lnTo>
              </a:path>
            </a:pathLst>
          </a:custGeom>
          <a:ln w="1285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474597" y="4425696"/>
            <a:ext cx="2663951" cy="233476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310017" y="1277983"/>
            <a:ext cx="4729591" cy="4825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779"/>
              </a:lnSpc>
              <a:spcBef>
                <a:spcPts val="189"/>
              </a:spcBef>
            </a:pPr>
            <a:r>
              <a:rPr sz="3600" spc="0" dirty="0" smtClean="0">
                <a:solidFill>
                  <a:srgbClr val="00CC65"/>
                </a:solidFill>
                <a:latin typeface="Arial"/>
                <a:cs typeface="Arial"/>
              </a:rPr>
              <a:t>Mét</a:t>
            </a:r>
            <a:r>
              <a:rPr sz="3600" spc="-4" dirty="0" smtClean="0">
                <a:solidFill>
                  <a:srgbClr val="00CC65"/>
                </a:solidFill>
                <a:latin typeface="Arial"/>
                <a:cs typeface="Arial"/>
              </a:rPr>
              <a:t>od</a:t>
            </a:r>
            <a:r>
              <a:rPr sz="3600" spc="0" dirty="0" smtClean="0">
                <a:solidFill>
                  <a:srgbClr val="00CC65"/>
                </a:solidFill>
                <a:latin typeface="Arial"/>
                <a:cs typeface="Arial"/>
              </a:rPr>
              <a:t>o</a:t>
            </a:r>
            <a:r>
              <a:rPr sz="3600" spc="730" dirty="0" smtClean="0">
                <a:solidFill>
                  <a:srgbClr val="00CC65"/>
                </a:solidFill>
                <a:latin typeface="Arial"/>
                <a:cs typeface="Arial"/>
              </a:rPr>
              <a:t> </a:t>
            </a:r>
            <a:r>
              <a:rPr sz="3600" spc="0" dirty="0" smtClean="0">
                <a:solidFill>
                  <a:srgbClr val="00CC65"/>
                </a:solidFill>
                <a:latin typeface="Arial"/>
                <a:cs typeface="Arial"/>
              </a:rPr>
              <a:t>E</a:t>
            </a:r>
            <a:r>
              <a:rPr sz="3600" spc="197" dirty="0" smtClean="0">
                <a:solidFill>
                  <a:srgbClr val="00CC65"/>
                </a:solidFill>
                <a:latin typeface="Arial"/>
                <a:cs typeface="Arial"/>
              </a:rPr>
              <a:t>x</a:t>
            </a:r>
            <a:r>
              <a:rPr sz="3600" spc="175" dirty="0" smtClean="0">
                <a:solidFill>
                  <a:srgbClr val="00CC65"/>
                </a:solidFill>
                <a:latin typeface="Arial"/>
                <a:cs typeface="Arial"/>
              </a:rPr>
              <a:t>p</a:t>
            </a:r>
            <a:r>
              <a:rPr sz="3600" spc="0" dirty="0" smtClean="0">
                <a:solidFill>
                  <a:srgbClr val="00CC65"/>
                </a:solidFill>
                <a:latin typeface="Arial"/>
                <a:cs typeface="Arial"/>
              </a:rPr>
              <a:t>e</a:t>
            </a:r>
            <a:r>
              <a:rPr sz="3600" spc="191" dirty="0" smtClean="0">
                <a:solidFill>
                  <a:srgbClr val="00CC65"/>
                </a:solidFill>
                <a:latin typeface="Arial"/>
                <a:cs typeface="Arial"/>
              </a:rPr>
              <a:t>r</a:t>
            </a:r>
            <a:r>
              <a:rPr sz="3600" spc="194" dirty="0" smtClean="0">
                <a:solidFill>
                  <a:srgbClr val="00CC65"/>
                </a:solidFill>
                <a:latin typeface="Arial"/>
                <a:cs typeface="Arial"/>
              </a:rPr>
              <a:t>i</a:t>
            </a:r>
            <a:r>
              <a:rPr sz="3600" spc="179" dirty="0" smtClean="0">
                <a:solidFill>
                  <a:srgbClr val="00CC65"/>
                </a:solidFill>
                <a:latin typeface="Arial"/>
                <a:cs typeface="Arial"/>
              </a:rPr>
              <a:t>me</a:t>
            </a:r>
            <a:r>
              <a:rPr sz="3600" spc="175" dirty="0" smtClean="0">
                <a:solidFill>
                  <a:srgbClr val="00CC65"/>
                </a:solidFill>
                <a:latin typeface="Arial"/>
                <a:cs typeface="Arial"/>
              </a:rPr>
              <a:t>n</a:t>
            </a:r>
            <a:r>
              <a:rPr sz="3600" spc="190" dirty="0" smtClean="0">
                <a:solidFill>
                  <a:srgbClr val="00CC65"/>
                </a:solidFill>
                <a:latin typeface="Arial"/>
                <a:cs typeface="Arial"/>
              </a:rPr>
              <a:t>ta</a:t>
            </a:r>
            <a:r>
              <a:rPr sz="3600" spc="199" dirty="0" smtClean="0">
                <a:solidFill>
                  <a:srgbClr val="00CC65"/>
                </a:solidFill>
                <a:latin typeface="Arial"/>
                <a:cs typeface="Arial"/>
              </a:rPr>
              <a:t>l</a:t>
            </a:r>
            <a:endParaRPr sz="36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652916" y="1932955"/>
            <a:ext cx="7763027" cy="76758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algn="just">
              <a:lnSpc>
                <a:spcPts val="1920"/>
              </a:lnSpc>
              <a:spcBef>
                <a:spcPts val="281"/>
              </a:spcBef>
            </a:pPr>
            <a:r>
              <a:rPr sz="2000" spc="4" dirty="0" smtClean="0">
                <a:latin typeface="Arial"/>
                <a:cs typeface="Arial"/>
              </a:rPr>
              <a:t>U</a:t>
            </a:r>
            <a:r>
              <a:rPr sz="2000" spc="0" dirty="0" smtClean="0">
                <a:latin typeface="Arial"/>
                <a:cs typeface="Arial"/>
              </a:rPr>
              <a:t>m</a:t>
            </a:r>
            <a:r>
              <a:rPr sz="2000" spc="9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e</a:t>
            </a:r>
            <a:r>
              <a:rPr sz="2000" spc="-4" dirty="0" smtClean="0">
                <a:latin typeface="Arial"/>
                <a:cs typeface="Arial"/>
              </a:rPr>
              <a:t>x</a:t>
            </a:r>
            <a:r>
              <a:rPr sz="2000" spc="-9" dirty="0" smtClean="0">
                <a:latin typeface="Arial"/>
                <a:cs typeface="Arial"/>
              </a:rPr>
              <a:t>e</a:t>
            </a:r>
            <a:r>
              <a:rPr sz="2000" spc="0" dirty="0" smtClean="0">
                <a:latin typeface="Arial"/>
                <a:cs typeface="Arial"/>
              </a:rPr>
              <a:t>mplo </a:t>
            </a:r>
            <a:r>
              <a:rPr sz="2000" spc="4" dirty="0" smtClean="0">
                <a:latin typeface="Arial"/>
                <a:cs typeface="Arial"/>
              </a:rPr>
              <a:t>c</a:t>
            </a:r>
            <a:r>
              <a:rPr sz="2000" spc="0" dirty="0" smtClean="0">
                <a:latin typeface="Arial"/>
                <a:cs typeface="Arial"/>
              </a:rPr>
              <a:t>lá</a:t>
            </a:r>
            <a:r>
              <a:rPr sz="2000" spc="-4" dirty="0" smtClean="0">
                <a:latin typeface="Arial"/>
                <a:cs typeface="Arial"/>
              </a:rPr>
              <a:t>s</a:t>
            </a:r>
            <a:r>
              <a:rPr sz="2000" spc="4" dirty="0" smtClean="0">
                <a:latin typeface="Arial"/>
                <a:cs typeface="Arial"/>
              </a:rPr>
              <a:t>s</a:t>
            </a:r>
            <a:r>
              <a:rPr sz="2000" spc="0" dirty="0" smtClean="0">
                <a:latin typeface="Arial"/>
                <a:cs typeface="Arial"/>
              </a:rPr>
              <a:t>i</a:t>
            </a:r>
            <a:r>
              <a:rPr sz="2000" spc="-4" dirty="0" smtClean="0">
                <a:latin typeface="Arial"/>
                <a:cs typeface="Arial"/>
              </a:rPr>
              <a:t>c</a:t>
            </a:r>
            <a:r>
              <a:rPr sz="2000" spc="0" dirty="0" smtClean="0">
                <a:latin typeface="Arial"/>
                <a:cs typeface="Arial"/>
              </a:rPr>
              <a:t>o</a:t>
            </a:r>
            <a:r>
              <a:rPr sz="2000" spc="9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p</a:t>
            </a:r>
            <a:r>
              <a:rPr sz="2000" spc="-9" dirty="0" smtClean="0">
                <a:latin typeface="Arial"/>
                <a:cs typeface="Arial"/>
              </a:rPr>
              <a:t>ar</a:t>
            </a:r>
            <a:r>
              <a:rPr sz="2000" spc="0" dirty="0" smtClean="0">
                <a:latin typeface="Arial"/>
                <a:cs typeface="Arial"/>
              </a:rPr>
              <a:t>a</a:t>
            </a:r>
            <a:r>
              <a:rPr sz="2000" spc="9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a medi</a:t>
            </a:r>
            <a:r>
              <a:rPr sz="2000" spc="-4" dirty="0" smtClean="0">
                <a:latin typeface="Arial"/>
                <a:cs typeface="Arial"/>
              </a:rPr>
              <a:t>ç</a:t>
            </a:r>
            <a:r>
              <a:rPr sz="2000" spc="0" dirty="0" smtClean="0">
                <a:latin typeface="Arial"/>
                <a:cs typeface="Arial"/>
              </a:rPr>
              <a:t>ão de</a:t>
            </a:r>
            <a:r>
              <a:rPr sz="2000" spc="9" dirty="0" smtClean="0">
                <a:latin typeface="Arial"/>
                <a:cs typeface="Arial"/>
              </a:rPr>
              <a:t> </a:t>
            </a:r>
            <a:r>
              <a:rPr sz="2000" spc="-4" dirty="0" smtClean="0">
                <a:latin typeface="Arial"/>
                <a:cs typeface="Arial"/>
              </a:rPr>
              <a:t>v</a:t>
            </a:r>
            <a:r>
              <a:rPr sz="2000" spc="-9" dirty="0" smtClean="0">
                <a:latin typeface="Arial"/>
                <a:cs typeface="Arial"/>
              </a:rPr>
              <a:t>a</a:t>
            </a:r>
            <a:r>
              <a:rPr sz="2000" spc="4" dirty="0" smtClean="0">
                <a:latin typeface="Arial"/>
                <a:cs typeface="Arial"/>
              </a:rPr>
              <a:t>z</a:t>
            </a:r>
            <a:r>
              <a:rPr sz="2000" spc="0" dirty="0" smtClean="0">
                <a:latin typeface="Arial"/>
                <a:cs typeface="Arial"/>
              </a:rPr>
              <a:t>ão é</a:t>
            </a:r>
            <a:r>
              <a:rPr sz="2000" spc="9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a </a:t>
            </a:r>
            <a:r>
              <a:rPr sz="2000" spc="4" dirty="0" smtClean="0">
                <a:latin typeface="Arial"/>
                <a:cs typeface="Arial"/>
              </a:rPr>
              <a:t>r</a:t>
            </a:r>
            <a:r>
              <a:rPr sz="2000" spc="-9" dirty="0" smtClean="0">
                <a:latin typeface="Arial"/>
                <a:cs typeface="Arial"/>
              </a:rPr>
              <a:t>e</a:t>
            </a:r>
            <a:r>
              <a:rPr sz="2000" spc="0" dirty="0" smtClean="0">
                <a:latin typeface="Arial"/>
                <a:cs typeface="Arial"/>
              </a:rPr>
              <a:t>a</a:t>
            </a:r>
            <a:r>
              <a:rPr sz="2000" spc="4" dirty="0" smtClean="0">
                <a:latin typeface="Arial"/>
                <a:cs typeface="Arial"/>
              </a:rPr>
              <a:t>l</a:t>
            </a:r>
            <a:r>
              <a:rPr sz="2000" spc="0" dirty="0" smtClean="0">
                <a:latin typeface="Arial"/>
                <a:cs typeface="Arial"/>
              </a:rPr>
              <a:t>i</a:t>
            </a:r>
            <a:r>
              <a:rPr sz="2000" spc="4" dirty="0" smtClean="0">
                <a:latin typeface="Arial"/>
                <a:cs typeface="Arial"/>
              </a:rPr>
              <a:t>z</a:t>
            </a:r>
            <a:r>
              <a:rPr sz="2000" spc="0" dirty="0" smtClean="0">
                <a:latin typeface="Arial"/>
                <a:cs typeface="Arial"/>
              </a:rPr>
              <a:t>a</a:t>
            </a:r>
            <a:r>
              <a:rPr sz="2000" spc="-4" dirty="0" smtClean="0">
                <a:latin typeface="Arial"/>
                <a:cs typeface="Arial"/>
              </a:rPr>
              <a:t>ç</a:t>
            </a:r>
            <a:r>
              <a:rPr sz="2000" spc="0" dirty="0" smtClean="0">
                <a:latin typeface="Arial"/>
                <a:cs typeface="Arial"/>
              </a:rPr>
              <a:t>ão</a:t>
            </a:r>
            <a:r>
              <a:rPr sz="2000" spc="24" dirty="0" smtClean="0">
                <a:latin typeface="Arial"/>
                <a:cs typeface="Arial"/>
              </a:rPr>
              <a:t> </a:t>
            </a:r>
            <a:r>
              <a:rPr sz="2000" spc="-9" dirty="0" smtClean="0">
                <a:latin typeface="Arial"/>
                <a:cs typeface="Arial"/>
              </a:rPr>
              <a:t>d</a:t>
            </a:r>
            <a:r>
              <a:rPr sz="2000" spc="0" dirty="0" smtClean="0">
                <a:latin typeface="Arial"/>
                <a:cs typeface="Arial"/>
              </a:rPr>
              <a:t>o </a:t>
            </a:r>
            <a:r>
              <a:rPr sz="2000" spc="4" dirty="0" smtClean="0">
                <a:latin typeface="Arial"/>
                <a:cs typeface="Arial"/>
              </a:rPr>
              <a:t>c</a:t>
            </a:r>
            <a:r>
              <a:rPr sz="2000" spc="0" dirty="0" smtClean="0">
                <a:latin typeface="Arial"/>
                <a:cs typeface="Arial"/>
              </a:rPr>
              <a:t>ál</a:t>
            </a:r>
            <a:r>
              <a:rPr sz="2000" spc="4" dirty="0" smtClean="0">
                <a:latin typeface="Arial"/>
                <a:cs typeface="Arial"/>
              </a:rPr>
              <a:t>c</a:t>
            </a:r>
            <a:r>
              <a:rPr sz="2000" spc="0" dirty="0" smtClean="0">
                <a:latin typeface="Arial"/>
                <a:cs typeface="Arial"/>
              </a:rPr>
              <a:t>ulo</a:t>
            </a:r>
            <a:r>
              <a:rPr sz="2000" spc="4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a</a:t>
            </a:r>
            <a:r>
              <a:rPr sz="2000" spc="4" dirty="0" smtClean="0">
                <a:latin typeface="Arial"/>
                <a:cs typeface="Arial"/>
              </a:rPr>
              <a:t> </a:t>
            </a:r>
            <a:r>
              <a:rPr sz="2000" spc="-9" dirty="0" smtClean="0">
                <a:latin typeface="Arial"/>
                <a:cs typeface="Arial"/>
              </a:rPr>
              <a:t>pa</a:t>
            </a:r>
            <a:r>
              <a:rPr sz="2000" spc="4" dirty="0" smtClean="0">
                <a:latin typeface="Arial"/>
                <a:cs typeface="Arial"/>
              </a:rPr>
              <a:t>r</a:t>
            </a:r>
            <a:r>
              <a:rPr sz="2000" spc="-14" dirty="0" smtClean="0">
                <a:latin typeface="Arial"/>
                <a:cs typeface="Arial"/>
              </a:rPr>
              <a:t>t</a:t>
            </a:r>
            <a:r>
              <a:rPr sz="2000" spc="0" dirty="0" smtClean="0">
                <a:latin typeface="Arial"/>
                <a:cs typeface="Arial"/>
              </a:rPr>
              <a:t>ir</a:t>
            </a:r>
            <a:r>
              <a:rPr sz="2000" spc="4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do</a:t>
            </a:r>
            <a:r>
              <a:rPr sz="2000" spc="4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e</a:t>
            </a:r>
            <a:r>
              <a:rPr sz="2000" spc="-9" dirty="0" smtClean="0">
                <a:latin typeface="Arial"/>
                <a:cs typeface="Arial"/>
              </a:rPr>
              <a:t>n</a:t>
            </a:r>
            <a:r>
              <a:rPr sz="2000" spc="4" dirty="0" smtClean="0">
                <a:latin typeface="Arial"/>
                <a:cs typeface="Arial"/>
              </a:rPr>
              <a:t>c</a:t>
            </a:r>
            <a:r>
              <a:rPr sz="2000" spc="0" dirty="0" smtClean="0">
                <a:latin typeface="Arial"/>
                <a:cs typeface="Arial"/>
              </a:rPr>
              <a:t>him</a:t>
            </a:r>
            <a:r>
              <a:rPr sz="2000" spc="-9" dirty="0" smtClean="0">
                <a:latin typeface="Arial"/>
                <a:cs typeface="Arial"/>
              </a:rPr>
              <a:t>e</a:t>
            </a:r>
            <a:r>
              <a:rPr sz="2000" spc="0" dirty="0" smtClean="0">
                <a:latin typeface="Arial"/>
                <a:cs typeface="Arial"/>
              </a:rPr>
              <a:t>n</a:t>
            </a:r>
            <a:r>
              <a:rPr sz="2000" spc="-4" dirty="0" smtClean="0">
                <a:latin typeface="Arial"/>
                <a:cs typeface="Arial"/>
              </a:rPr>
              <a:t>t</a:t>
            </a:r>
            <a:r>
              <a:rPr sz="2000" spc="0" dirty="0" smtClean="0">
                <a:latin typeface="Arial"/>
                <a:cs typeface="Arial"/>
              </a:rPr>
              <a:t>o</a:t>
            </a:r>
            <a:r>
              <a:rPr sz="2000" spc="4" dirty="0" smtClean="0">
                <a:latin typeface="Arial"/>
                <a:cs typeface="Arial"/>
              </a:rPr>
              <a:t> </a:t>
            </a:r>
            <a:r>
              <a:rPr sz="2000" spc="-4" dirty="0" smtClean="0">
                <a:latin typeface="Arial"/>
                <a:cs typeface="Arial"/>
              </a:rPr>
              <a:t>c</a:t>
            </a:r>
            <a:r>
              <a:rPr sz="2000" spc="0" dirty="0" smtClean="0">
                <a:latin typeface="Arial"/>
                <a:cs typeface="Arial"/>
              </a:rPr>
              <a:t>omple</a:t>
            </a:r>
            <a:r>
              <a:rPr sz="2000" spc="-14" dirty="0" smtClean="0">
                <a:latin typeface="Arial"/>
                <a:cs typeface="Arial"/>
              </a:rPr>
              <a:t>t</a:t>
            </a:r>
            <a:r>
              <a:rPr sz="2000" spc="0" dirty="0" smtClean="0">
                <a:latin typeface="Arial"/>
                <a:cs typeface="Arial"/>
              </a:rPr>
              <a:t>o</a:t>
            </a:r>
            <a:r>
              <a:rPr sz="2000" spc="4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de</a:t>
            </a:r>
            <a:r>
              <a:rPr sz="2000" spc="15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um </a:t>
            </a:r>
            <a:r>
              <a:rPr sz="2000" spc="4" dirty="0" smtClean="0">
                <a:latin typeface="Arial"/>
                <a:cs typeface="Arial"/>
              </a:rPr>
              <a:t>r</a:t>
            </a:r>
            <a:r>
              <a:rPr sz="2000" spc="-9" dirty="0" smtClean="0">
                <a:latin typeface="Arial"/>
                <a:cs typeface="Arial"/>
              </a:rPr>
              <a:t>e</a:t>
            </a:r>
            <a:r>
              <a:rPr sz="2000" spc="4" dirty="0" smtClean="0">
                <a:latin typeface="Arial"/>
                <a:cs typeface="Arial"/>
              </a:rPr>
              <a:t>s</a:t>
            </a:r>
            <a:r>
              <a:rPr sz="2000" spc="-9" dirty="0" smtClean="0">
                <a:latin typeface="Arial"/>
                <a:cs typeface="Arial"/>
              </a:rPr>
              <a:t>e</a:t>
            </a:r>
            <a:r>
              <a:rPr sz="2000" spc="9" dirty="0" smtClean="0">
                <a:latin typeface="Arial"/>
                <a:cs typeface="Arial"/>
              </a:rPr>
              <a:t>r</a:t>
            </a:r>
            <a:r>
              <a:rPr sz="2000" spc="-4" dirty="0" smtClean="0">
                <a:latin typeface="Arial"/>
                <a:cs typeface="Arial"/>
              </a:rPr>
              <a:t>v</a:t>
            </a:r>
            <a:r>
              <a:rPr sz="2000" spc="0" dirty="0" smtClean="0">
                <a:latin typeface="Arial"/>
                <a:cs typeface="Arial"/>
              </a:rPr>
              <a:t>a</a:t>
            </a:r>
            <a:r>
              <a:rPr sz="2000" spc="-4" dirty="0" smtClean="0">
                <a:latin typeface="Arial"/>
                <a:cs typeface="Arial"/>
              </a:rPr>
              <a:t>t</a:t>
            </a:r>
            <a:r>
              <a:rPr sz="2000" spc="-9" dirty="0" smtClean="0">
                <a:latin typeface="Arial"/>
                <a:cs typeface="Arial"/>
              </a:rPr>
              <a:t>ó</a:t>
            </a:r>
            <a:r>
              <a:rPr sz="2000" spc="4" dirty="0" smtClean="0">
                <a:latin typeface="Arial"/>
                <a:cs typeface="Arial"/>
              </a:rPr>
              <a:t>r</a:t>
            </a:r>
            <a:r>
              <a:rPr sz="2000" spc="0" dirty="0" smtClean="0">
                <a:latin typeface="Arial"/>
                <a:cs typeface="Arial"/>
              </a:rPr>
              <a:t>io</a:t>
            </a:r>
            <a:r>
              <a:rPr sz="2000" spc="14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a</a:t>
            </a:r>
            <a:r>
              <a:rPr sz="2000" spc="-4" dirty="0" smtClean="0">
                <a:latin typeface="Arial"/>
                <a:cs typeface="Arial"/>
              </a:rPr>
              <a:t>t</a:t>
            </a:r>
            <a:r>
              <a:rPr sz="2000" spc="-9" dirty="0" smtClean="0">
                <a:latin typeface="Arial"/>
                <a:cs typeface="Arial"/>
              </a:rPr>
              <a:t>r</a:t>
            </a:r>
            <a:r>
              <a:rPr sz="2000" spc="0" dirty="0" smtClean="0">
                <a:latin typeface="Arial"/>
                <a:cs typeface="Arial"/>
              </a:rPr>
              <a:t>a</a:t>
            </a:r>
            <a:r>
              <a:rPr sz="2000" spc="-4" dirty="0" smtClean="0">
                <a:latin typeface="Arial"/>
                <a:cs typeface="Arial"/>
              </a:rPr>
              <a:t>v</a:t>
            </a:r>
            <a:r>
              <a:rPr sz="2000" spc="0" dirty="0" smtClean="0">
                <a:latin typeface="Arial"/>
                <a:cs typeface="Arial"/>
              </a:rPr>
              <a:t>és da á</a:t>
            </a:r>
            <a:r>
              <a:rPr sz="2000" spc="-9" dirty="0" smtClean="0">
                <a:latin typeface="Arial"/>
                <a:cs typeface="Arial"/>
              </a:rPr>
              <a:t>g</a:t>
            </a:r>
            <a:r>
              <a:rPr sz="2000" spc="0" dirty="0" smtClean="0">
                <a:latin typeface="Arial"/>
                <a:cs typeface="Arial"/>
              </a:rPr>
              <a:t>ua </a:t>
            </a:r>
            <a:r>
              <a:rPr sz="2000" spc="-9" dirty="0" smtClean="0">
                <a:latin typeface="Arial"/>
                <a:cs typeface="Arial"/>
              </a:rPr>
              <a:t>q</a:t>
            </a:r>
            <a:r>
              <a:rPr sz="2000" spc="0" dirty="0" smtClean="0">
                <a:latin typeface="Arial"/>
                <a:cs typeface="Arial"/>
              </a:rPr>
              <a:t>ue</a:t>
            </a:r>
            <a:r>
              <a:rPr sz="2000" spc="-14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e</a:t>
            </a:r>
            <a:r>
              <a:rPr sz="2000" spc="-4" dirty="0" smtClean="0">
                <a:latin typeface="Arial"/>
                <a:cs typeface="Arial"/>
              </a:rPr>
              <a:t>s</a:t>
            </a:r>
            <a:r>
              <a:rPr sz="2000" spc="4" dirty="0" smtClean="0">
                <a:latin typeface="Arial"/>
                <a:cs typeface="Arial"/>
              </a:rPr>
              <a:t>c</a:t>
            </a:r>
            <a:r>
              <a:rPr sz="2000" spc="0" dirty="0" smtClean="0">
                <a:latin typeface="Arial"/>
                <a:cs typeface="Arial"/>
              </a:rPr>
              <a:t>oa</a:t>
            </a:r>
            <a:r>
              <a:rPr sz="2000" spc="-14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p</a:t>
            </a:r>
            <a:r>
              <a:rPr sz="2000" spc="-9" dirty="0" smtClean="0">
                <a:latin typeface="Arial"/>
                <a:cs typeface="Arial"/>
              </a:rPr>
              <a:t>o</a:t>
            </a:r>
            <a:r>
              <a:rPr sz="2000" spc="0" dirty="0" smtClean="0">
                <a:latin typeface="Arial"/>
                <a:cs typeface="Arial"/>
              </a:rPr>
              <a:t>r </a:t>
            </a:r>
            <a:r>
              <a:rPr sz="2000" spc="-9" dirty="0" smtClean="0">
                <a:latin typeface="Arial"/>
                <a:cs typeface="Arial"/>
              </a:rPr>
              <a:t>u</a:t>
            </a:r>
            <a:r>
              <a:rPr sz="2000" spc="-14" dirty="0" smtClean="0">
                <a:latin typeface="Arial"/>
                <a:cs typeface="Arial"/>
              </a:rPr>
              <a:t>m</a:t>
            </a:r>
            <a:r>
              <a:rPr sz="2000" spc="0" dirty="0" smtClean="0">
                <a:latin typeface="Arial"/>
                <a:cs typeface="Arial"/>
              </a:rPr>
              <a:t>a </a:t>
            </a:r>
            <a:r>
              <a:rPr sz="2000" spc="-4" dirty="0" smtClean="0">
                <a:latin typeface="Arial"/>
                <a:cs typeface="Arial"/>
              </a:rPr>
              <a:t>t</a:t>
            </a:r>
            <a:r>
              <a:rPr sz="2000" spc="-9" dirty="0" smtClean="0">
                <a:latin typeface="Arial"/>
                <a:cs typeface="Arial"/>
              </a:rPr>
              <a:t>o</a:t>
            </a:r>
            <a:r>
              <a:rPr sz="2000" spc="4" dirty="0" smtClean="0">
                <a:latin typeface="Arial"/>
                <a:cs typeface="Arial"/>
              </a:rPr>
              <a:t>r</a:t>
            </a:r>
            <a:r>
              <a:rPr sz="2000" spc="0" dirty="0" smtClean="0">
                <a:latin typeface="Arial"/>
                <a:cs typeface="Arial"/>
              </a:rPr>
              <a:t>ne</a:t>
            </a:r>
            <a:r>
              <a:rPr sz="2000" spc="-14" dirty="0" smtClean="0">
                <a:latin typeface="Arial"/>
                <a:cs typeface="Arial"/>
              </a:rPr>
              <a:t>i</a:t>
            </a:r>
            <a:r>
              <a:rPr sz="2000" spc="4" dirty="0" smtClean="0">
                <a:latin typeface="Arial"/>
                <a:cs typeface="Arial"/>
              </a:rPr>
              <a:t>r</a:t>
            </a:r>
            <a:r>
              <a:rPr sz="2000" spc="0" dirty="0" smtClean="0">
                <a:latin typeface="Arial"/>
                <a:cs typeface="Arial"/>
              </a:rPr>
              <a:t>a </a:t>
            </a:r>
            <a:r>
              <a:rPr sz="2000" spc="-9" dirty="0" smtClean="0">
                <a:latin typeface="Arial"/>
                <a:cs typeface="Arial"/>
              </a:rPr>
              <a:t>ab</a:t>
            </a:r>
            <a:r>
              <a:rPr sz="2000" spc="0" dirty="0" smtClean="0">
                <a:latin typeface="Arial"/>
                <a:cs typeface="Arial"/>
              </a:rPr>
              <a:t>e</a:t>
            </a:r>
            <a:r>
              <a:rPr sz="2000" spc="4" dirty="0" smtClean="0">
                <a:latin typeface="Arial"/>
                <a:cs typeface="Arial"/>
              </a:rPr>
              <a:t>r</a:t>
            </a:r>
            <a:r>
              <a:rPr sz="2000" spc="-14" dirty="0" smtClean="0">
                <a:latin typeface="Arial"/>
                <a:cs typeface="Arial"/>
              </a:rPr>
              <a:t>t</a:t>
            </a:r>
            <a:r>
              <a:rPr sz="2000" spc="0" dirty="0" smtClean="0">
                <a:latin typeface="Arial"/>
                <a:cs typeface="Arial"/>
              </a:rPr>
              <a:t>a </a:t>
            </a:r>
            <a:r>
              <a:rPr sz="2000" spc="-4" dirty="0" smtClean="0">
                <a:latin typeface="Arial"/>
                <a:cs typeface="Arial"/>
              </a:rPr>
              <a:t>c</a:t>
            </a:r>
            <a:r>
              <a:rPr sz="2000" spc="0" dirty="0" smtClean="0">
                <a:latin typeface="Arial"/>
                <a:cs typeface="Arial"/>
              </a:rPr>
              <a:t>omo</a:t>
            </a:r>
            <a:r>
              <a:rPr sz="2000" spc="-14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m</a:t>
            </a:r>
            <a:r>
              <a:rPr sz="2000" spc="-9" dirty="0" smtClean="0">
                <a:latin typeface="Arial"/>
                <a:cs typeface="Arial"/>
              </a:rPr>
              <a:t>o</a:t>
            </a:r>
            <a:r>
              <a:rPr sz="2000" spc="4" dirty="0" smtClean="0">
                <a:latin typeface="Arial"/>
                <a:cs typeface="Arial"/>
              </a:rPr>
              <a:t>s</a:t>
            </a:r>
            <a:r>
              <a:rPr sz="2000" spc="-9" dirty="0" smtClean="0">
                <a:latin typeface="Arial"/>
                <a:cs typeface="Arial"/>
              </a:rPr>
              <a:t>t</a:t>
            </a:r>
            <a:r>
              <a:rPr sz="2000" spc="4" dirty="0" smtClean="0">
                <a:latin typeface="Arial"/>
                <a:cs typeface="Arial"/>
              </a:rPr>
              <a:t>r</a:t>
            </a:r>
            <a:r>
              <a:rPr sz="2000" spc="0" dirty="0" smtClean="0">
                <a:latin typeface="Arial"/>
                <a:cs typeface="Arial"/>
              </a:rPr>
              <a:t>a a</a:t>
            </a:r>
            <a:r>
              <a:rPr sz="2000" spc="-14" dirty="0" smtClean="0">
                <a:latin typeface="Arial"/>
                <a:cs typeface="Arial"/>
              </a:rPr>
              <a:t> </a:t>
            </a:r>
            <a:r>
              <a:rPr sz="2000" spc="-4" dirty="0" smtClean="0">
                <a:latin typeface="Arial"/>
                <a:cs typeface="Arial"/>
              </a:rPr>
              <a:t>f</a:t>
            </a:r>
            <a:r>
              <a:rPr sz="2000" spc="0" dirty="0" smtClean="0">
                <a:latin typeface="Arial"/>
                <a:cs typeface="Arial"/>
              </a:rPr>
              <a:t>ig</a:t>
            </a:r>
            <a:r>
              <a:rPr sz="2000" spc="-9" dirty="0" smtClean="0">
                <a:latin typeface="Arial"/>
                <a:cs typeface="Arial"/>
              </a:rPr>
              <a:t>u</a:t>
            </a:r>
            <a:r>
              <a:rPr sz="2000" spc="4" dirty="0" smtClean="0">
                <a:latin typeface="Arial"/>
                <a:cs typeface="Arial"/>
              </a:rPr>
              <a:t>r</a:t>
            </a:r>
            <a:r>
              <a:rPr sz="2000" spc="0" dirty="0" smtClean="0">
                <a:latin typeface="Arial"/>
                <a:cs typeface="Arial"/>
              </a:rPr>
              <a:t>a.</a:t>
            </a:r>
            <a:endParaRPr sz="20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310017" y="1984893"/>
            <a:ext cx="208978" cy="2158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635"/>
              </a:lnSpc>
              <a:spcBef>
                <a:spcPts val="81"/>
              </a:spcBef>
            </a:pPr>
            <a:r>
              <a:rPr sz="1500" spc="208" dirty="0" smtClean="0">
                <a:solidFill>
                  <a:srgbClr val="65FF32"/>
                </a:solidFill>
                <a:latin typeface="Arial"/>
                <a:cs typeface="Arial"/>
              </a:rPr>
              <a:t>□</a:t>
            </a:r>
            <a:endParaRPr sz="15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652916" y="2725435"/>
            <a:ext cx="7769697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4" dirty="0" smtClean="0">
                <a:latin typeface="Arial"/>
                <a:cs typeface="Arial"/>
              </a:rPr>
              <a:t>C</a:t>
            </a:r>
            <a:r>
              <a:rPr sz="2000" spc="0" dirty="0" smtClean="0">
                <a:latin typeface="Arial"/>
                <a:cs typeface="Arial"/>
              </a:rPr>
              <a:t>on</a:t>
            </a:r>
            <a:r>
              <a:rPr sz="2000" spc="4" dirty="0" smtClean="0">
                <a:latin typeface="Arial"/>
                <a:cs typeface="Arial"/>
              </a:rPr>
              <a:t>s</a:t>
            </a:r>
            <a:r>
              <a:rPr sz="2000" spc="0" dirty="0" smtClean="0">
                <a:latin typeface="Arial"/>
                <a:cs typeface="Arial"/>
              </a:rPr>
              <a:t>i</a:t>
            </a:r>
            <a:r>
              <a:rPr sz="2000" spc="-9" dirty="0" smtClean="0">
                <a:latin typeface="Arial"/>
                <a:cs typeface="Arial"/>
              </a:rPr>
              <a:t>d</a:t>
            </a:r>
            <a:r>
              <a:rPr sz="2000" spc="0" dirty="0" smtClean="0">
                <a:latin typeface="Arial"/>
                <a:cs typeface="Arial"/>
              </a:rPr>
              <a:t>e</a:t>
            </a:r>
            <a:r>
              <a:rPr sz="2000" spc="-9" dirty="0" smtClean="0">
                <a:latin typeface="Arial"/>
                <a:cs typeface="Arial"/>
              </a:rPr>
              <a:t>r</a:t>
            </a:r>
            <a:r>
              <a:rPr sz="2000" spc="0" dirty="0" smtClean="0">
                <a:latin typeface="Arial"/>
                <a:cs typeface="Arial"/>
              </a:rPr>
              <a:t>e</a:t>
            </a:r>
            <a:r>
              <a:rPr sz="2000" spc="370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q</a:t>
            </a:r>
            <a:r>
              <a:rPr sz="2000" spc="-9" dirty="0" smtClean="0">
                <a:latin typeface="Arial"/>
                <a:cs typeface="Arial"/>
              </a:rPr>
              <a:t>u</a:t>
            </a:r>
            <a:r>
              <a:rPr sz="2000" spc="0" dirty="0" smtClean="0">
                <a:latin typeface="Arial"/>
                <a:cs typeface="Arial"/>
              </a:rPr>
              <a:t>e</a:t>
            </a:r>
            <a:r>
              <a:rPr sz="2000" spc="370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ao</a:t>
            </a:r>
            <a:r>
              <a:rPr sz="2000" spc="370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m</a:t>
            </a:r>
            <a:r>
              <a:rPr sz="2000" spc="-9" dirty="0" smtClean="0">
                <a:latin typeface="Arial"/>
                <a:cs typeface="Arial"/>
              </a:rPr>
              <a:t>e</a:t>
            </a:r>
            <a:r>
              <a:rPr sz="2000" spc="-4" dirty="0" smtClean="0">
                <a:latin typeface="Arial"/>
                <a:cs typeface="Arial"/>
              </a:rPr>
              <a:t>s</a:t>
            </a:r>
            <a:r>
              <a:rPr sz="2000" spc="0" dirty="0" smtClean="0">
                <a:latin typeface="Arial"/>
                <a:cs typeface="Arial"/>
              </a:rPr>
              <a:t>mo</a:t>
            </a:r>
            <a:r>
              <a:rPr sz="2000" spc="355" dirty="0" smtClean="0">
                <a:latin typeface="Arial"/>
                <a:cs typeface="Arial"/>
              </a:rPr>
              <a:t> </a:t>
            </a:r>
            <a:r>
              <a:rPr sz="2000" spc="-4" dirty="0" smtClean="0">
                <a:latin typeface="Arial"/>
                <a:cs typeface="Arial"/>
              </a:rPr>
              <a:t>t</a:t>
            </a:r>
            <a:r>
              <a:rPr sz="2000" spc="0" dirty="0" smtClean="0">
                <a:latin typeface="Arial"/>
                <a:cs typeface="Arial"/>
              </a:rPr>
              <a:t>empo</a:t>
            </a:r>
            <a:r>
              <a:rPr sz="2000" spc="355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em</a:t>
            </a:r>
            <a:r>
              <a:rPr sz="2000" spc="366" dirty="0" smtClean="0">
                <a:latin typeface="Arial"/>
                <a:cs typeface="Arial"/>
              </a:rPr>
              <a:t> </a:t>
            </a:r>
            <a:r>
              <a:rPr sz="2000" spc="-9" dirty="0" smtClean="0">
                <a:latin typeface="Arial"/>
                <a:cs typeface="Arial"/>
              </a:rPr>
              <a:t>q</a:t>
            </a:r>
            <a:r>
              <a:rPr sz="2000" spc="0" dirty="0" smtClean="0">
                <a:latin typeface="Arial"/>
                <a:cs typeface="Arial"/>
              </a:rPr>
              <a:t>ue</a:t>
            </a:r>
            <a:r>
              <a:rPr sz="2000" spc="370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a</a:t>
            </a:r>
            <a:r>
              <a:rPr sz="2000" spc="380" dirty="0" smtClean="0">
                <a:latin typeface="Arial"/>
                <a:cs typeface="Arial"/>
              </a:rPr>
              <a:t> </a:t>
            </a:r>
            <a:r>
              <a:rPr sz="2000" spc="-4" dirty="0" smtClean="0">
                <a:latin typeface="Arial"/>
                <a:cs typeface="Arial"/>
              </a:rPr>
              <a:t>t</a:t>
            </a:r>
            <a:r>
              <a:rPr sz="2000" spc="-9" dirty="0" smtClean="0">
                <a:latin typeface="Arial"/>
                <a:cs typeface="Arial"/>
              </a:rPr>
              <a:t>o</a:t>
            </a:r>
            <a:r>
              <a:rPr sz="2000" spc="4" dirty="0" smtClean="0">
                <a:latin typeface="Arial"/>
                <a:cs typeface="Arial"/>
              </a:rPr>
              <a:t>r</a:t>
            </a:r>
            <a:r>
              <a:rPr sz="2000" spc="-9" dirty="0" smtClean="0">
                <a:latin typeface="Arial"/>
                <a:cs typeface="Arial"/>
              </a:rPr>
              <a:t>n</a:t>
            </a:r>
            <a:r>
              <a:rPr sz="2000" spc="0" dirty="0" smtClean="0">
                <a:latin typeface="Arial"/>
                <a:cs typeface="Arial"/>
              </a:rPr>
              <a:t>ei</a:t>
            </a:r>
            <a:r>
              <a:rPr sz="2000" spc="4" dirty="0" smtClean="0">
                <a:latin typeface="Arial"/>
                <a:cs typeface="Arial"/>
              </a:rPr>
              <a:t>r</a:t>
            </a:r>
            <a:r>
              <a:rPr sz="2000" spc="0" dirty="0" smtClean="0">
                <a:latin typeface="Arial"/>
                <a:cs typeface="Arial"/>
              </a:rPr>
              <a:t>a</a:t>
            </a:r>
            <a:r>
              <a:rPr sz="2000" spc="370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é</a:t>
            </a:r>
            <a:r>
              <a:rPr sz="2000" spc="380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ab</a:t>
            </a:r>
            <a:r>
              <a:rPr sz="2000" spc="-4" dirty="0" smtClean="0">
                <a:latin typeface="Arial"/>
                <a:cs typeface="Arial"/>
              </a:rPr>
              <a:t>e</a:t>
            </a:r>
            <a:r>
              <a:rPr sz="2000" spc="4" dirty="0" smtClean="0">
                <a:latin typeface="Arial"/>
                <a:cs typeface="Arial"/>
              </a:rPr>
              <a:t>r</a:t>
            </a:r>
            <a:r>
              <a:rPr sz="2000" spc="-4" dirty="0" smtClean="0">
                <a:latin typeface="Arial"/>
                <a:cs typeface="Arial"/>
              </a:rPr>
              <a:t>t</a:t>
            </a:r>
            <a:r>
              <a:rPr sz="2000" spc="0" dirty="0" smtClean="0">
                <a:latin typeface="Arial"/>
                <a:cs typeface="Arial"/>
              </a:rPr>
              <a:t>a</a:t>
            </a:r>
            <a:r>
              <a:rPr sz="2000" spc="380" dirty="0" smtClean="0">
                <a:latin typeface="Arial"/>
                <a:cs typeface="Arial"/>
              </a:rPr>
              <a:t> </a:t>
            </a:r>
            <a:r>
              <a:rPr sz="2000" spc="-9" dirty="0" smtClean="0">
                <a:latin typeface="Arial"/>
                <a:cs typeface="Arial"/>
              </a:rPr>
              <a:t>u</a:t>
            </a:r>
            <a:r>
              <a:rPr sz="2000" spc="0" dirty="0" smtClean="0">
                <a:latin typeface="Arial"/>
                <a:cs typeface="Arial"/>
              </a:rPr>
              <a:t>m</a:t>
            </a:r>
            <a:endParaRPr sz="20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310017" y="2777372"/>
            <a:ext cx="208978" cy="2158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635"/>
              </a:lnSpc>
              <a:spcBef>
                <a:spcPts val="81"/>
              </a:spcBef>
            </a:pPr>
            <a:r>
              <a:rPr sz="1500" spc="208" dirty="0" smtClean="0">
                <a:solidFill>
                  <a:srgbClr val="65FF32"/>
                </a:solidFill>
                <a:latin typeface="Arial"/>
                <a:cs typeface="Arial"/>
              </a:rPr>
              <a:t>□</a:t>
            </a:r>
            <a:endParaRPr sz="15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652916" y="2970799"/>
            <a:ext cx="7767498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4" dirty="0" smtClean="0">
                <a:latin typeface="Arial"/>
                <a:cs typeface="Arial"/>
              </a:rPr>
              <a:t>c</a:t>
            </a:r>
            <a:r>
              <a:rPr sz="2000" spc="-9" dirty="0" smtClean="0">
                <a:latin typeface="Arial"/>
                <a:cs typeface="Arial"/>
              </a:rPr>
              <a:t>r</a:t>
            </a:r>
            <a:r>
              <a:rPr sz="2000" spc="0" dirty="0" smtClean="0">
                <a:latin typeface="Arial"/>
                <a:cs typeface="Arial"/>
              </a:rPr>
              <a:t>on</a:t>
            </a:r>
            <a:r>
              <a:rPr sz="2000" spc="-9" dirty="0" smtClean="0">
                <a:latin typeface="Arial"/>
                <a:cs typeface="Arial"/>
              </a:rPr>
              <a:t>ô</a:t>
            </a:r>
            <a:r>
              <a:rPr sz="2000" spc="0" dirty="0" smtClean="0">
                <a:latin typeface="Arial"/>
                <a:cs typeface="Arial"/>
              </a:rPr>
              <a:t>me</a:t>
            </a:r>
            <a:r>
              <a:rPr sz="2000" spc="-14" dirty="0" smtClean="0">
                <a:latin typeface="Arial"/>
                <a:cs typeface="Arial"/>
              </a:rPr>
              <a:t>t</a:t>
            </a:r>
            <a:r>
              <a:rPr sz="2000" spc="4" dirty="0" smtClean="0">
                <a:latin typeface="Arial"/>
                <a:cs typeface="Arial"/>
              </a:rPr>
              <a:t>r</a:t>
            </a:r>
            <a:r>
              <a:rPr sz="2000" spc="0" dirty="0" smtClean="0">
                <a:latin typeface="Arial"/>
                <a:cs typeface="Arial"/>
              </a:rPr>
              <a:t>o</a:t>
            </a:r>
            <a:r>
              <a:rPr sz="2000" spc="355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é</a:t>
            </a:r>
            <a:r>
              <a:rPr sz="2000" spc="355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a</a:t>
            </a:r>
            <a:r>
              <a:rPr sz="2000" spc="4" dirty="0" smtClean="0">
                <a:latin typeface="Arial"/>
                <a:cs typeface="Arial"/>
              </a:rPr>
              <a:t>c</a:t>
            </a:r>
            <a:r>
              <a:rPr sz="2000" spc="0" dirty="0" smtClean="0">
                <a:latin typeface="Arial"/>
                <a:cs typeface="Arial"/>
              </a:rPr>
              <a:t>ion</a:t>
            </a:r>
            <a:r>
              <a:rPr sz="2000" spc="-9" dirty="0" smtClean="0">
                <a:latin typeface="Arial"/>
                <a:cs typeface="Arial"/>
              </a:rPr>
              <a:t>a</a:t>
            </a:r>
            <a:r>
              <a:rPr sz="2000" spc="0" dirty="0" smtClean="0">
                <a:latin typeface="Arial"/>
                <a:cs typeface="Arial"/>
              </a:rPr>
              <a:t>do.</a:t>
            </a:r>
            <a:r>
              <a:rPr sz="2000" spc="366" dirty="0" smtClean="0">
                <a:latin typeface="Arial"/>
                <a:cs typeface="Arial"/>
              </a:rPr>
              <a:t> </a:t>
            </a:r>
            <a:r>
              <a:rPr sz="2000" spc="-4" dirty="0" smtClean="0">
                <a:latin typeface="Arial"/>
                <a:cs typeface="Arial"/>
              </a:rPr>
              <a:t>S</a:t>
            </a:r>
            <a:r>
              <a:rPr sz="2000" spc="0" dirty="0" smtClean="0">
                <a:latin typeface="Arial"/>
                <a:cs typeface="Arial"/>
              </a:rPr>
              <a:t>upon</a:t>
            </a:r>
            <a:r>
              <a:rPr sz="2000" spc="-9" dirty="0" smtClean="0">
                <a:latin typeface="Arial"/>
                <a:cs typeface="Arial"/>
              </a:rPr>
              <a:t>d</a:t>
            </a:r>
            <a:r>
              <a:rPr sz="2000" spc="0" dirty="0" smtClean="0">
                <a:latin typeface="Arial"/>
                <a:cs typeface="Arial"/>
              </a:rPr>
              <a:t>o</a:t>
            </a:r>
            <a:r>
              <a:rPr sz="2000" spc="370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q</a:t>
            </a:r>
            <a:r>
              <a:rPr sz="2000" spc="-9" dirty="0" smtClean="0">
                <a:latin typeface="Arial"/>
                <a:cs typeface="Arial"/>
              </a:rPr>
              <a:t>u</a:t>
            </a:r>
            <a:r>
              <a:rPr sz="2000" spc="0" dirty="0" smtClean="0">
                <a:latin typeface="Arial"/>
                <a:cs typeface="Arial"/>
              </a:rPr>
              <a:t>e</a:t>
            </a:r>
            <a:r>
              <a:rPr sz="2000" spc="370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o</a:t>
            </a:r>
            <a:r>
              <a:rPr sz="2000" spc="370" dirty="0" smtClean="0">
                <a:latin typeface="Arial"/>
                <a:cs typeface="Arial"/>
              </a:rPr>
              <a:t> </a:t>
            </a:r>
            <a:r>
              <a:rPr sz="2000" spc="-4" dirty="0" smtClean="0">
                <a:latin typeface="Arial"/>
                <a:cs typeface="Arial"/>
              </a:rPr>
              <a:t>c</a:t>
            </a:r>
            <a:r>
              <a:rPr sz="2000" spc="4" dirty="0" smtClean="0">
                <a:latin typeface="Arial"/>
                <a:cs typeface="Arial"/>
              </a:rPr>
              <a:t>r</a:t>
            </a:r>
            <a:r>
              <a:rPr sz="2000" spc="0" dirty="0" smtClean="0">
                <a:latin typeface="Arial"/>
                <a:cs typeface="Arial"/>
              </a:rPr>
              <a:t>o</a:t>
            </a:r>
            <a:r>
              <a:rPr sz="2000" spc="-9" dirty="0" smtClean="0">
                <a:latin typeface="Arial"/>
                <a:cs typeface="Arial"/>
              </a:rPr>
              <a:t>n</a:t>
            </a:r>
            <a:r>
              <a:rPr sz="2000" spc="0" dirty="0" smtClean="0">
                <a:latin typeface="Arial"/>
                <a:cs typeface="Arial"/>
              </a:rPr>
              <a:t>ôme</a:t>
            </a:r>
            <a:r>
              <a:rPr sz="2000" spc="-14" dirty="0" smtClean="0">
                <a:latin typeface="Arial"/>
                <a:cs typeface="Arial"/>
              </a:rPr>
              <a:t>t</a:t>
            </a:r>
            <a:r>
              <a:rPr sz="2000" spc="-9" dirty="0" smtClean="0">
                <a:latin typeface="Arial"/>
                <a:cs typeface="Arial"/>
              </a:rPr>
              <a:t>r</a:t>
            </a:r>
            <a:r>
              <a:rPr sz="2000" spc="0" dirty="0" smtClean="0">
                <a:latin typeface="Arial"/>
                <a:cs typeface="Arial"/>
              </a:rPr>
              <a:t>o</a:t>
            </a:r>
            <a:r>
              <a:rPr sz="2000" spc="370" dirty="0" smtClean="0">
                <a:latin typeface="Arial"/>
                <a:cs typeface="Arial"/>
              </a:rPr>
              <a:t> </a:t>
            </a:r>
            <a:r>
              <a:rPr sz="2000" spc="-4" dirty="0" smtClean="0">
                <a:latin typeface="Arial"/>
                <a:cs typeface="Arial"/>
              </a:rPr>
              <a:t>f</a:t>
            </a:r>
            <a:r>
              <a:rPr sz="2000" spc="0" dirty="0" smtClean="0">
                <a:latin typeface="Arial"/>
                <a:cs typeface="Arial"/>
              </a:rPr>
              <a:t>oi</a:t>
            </a:r>
            <a:r>
              <a:rPr sz="2000" spc="386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de</a:t>
            </a:r>
            <a:r>
              <a:rPr sz="2000" spc="4" dirty="0" smtClean="0">
                <a:latin typeface="Arial"/>
                <a:cs typeface="Arial"/>
              </a:rPr>
              <a:t>s</a:t>
            </a:r>
            <a:r>
              <a:rPr sz="2000" spc="0" dirty="0" smtClean="0">
                <a:latin typeface="Arial"/>
                <a:cs typeface="Arial"/>
              </a:rPr>
              <a:t>liga</a:t>
            </a:r>
            <a:r>
              <a:rPr sz="2000" spc="-9" dirty="0" smtClean="0">
                <a:latin typeface="Arial"/>
                <a:cs typeface="Arial"/>
              </a:rPr>
              <a:t>d</a:t>
            </a:r>
            <a:r>
              <a:rPr sz="2000" spc="0" dirty="0" smtClean="0">
                <a:latin typeface="Arial"/>
                <a:cs typeface="Arial"/>
              </a:rPr>
              <a:t>o</a:t>
            </a:r>
            <a:endParaRPr sz="20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652916" y="3214639"/>
            <a:ext cx="7767741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0" dirty="0" smtClean="0">
                <a:latin typeface="Arial"/>
                <a:cs typeface="Arial"/>
              </a:rPr>
              <a:t>a</a:t>
            </a:r>
            <a:r>
              <a:rPr sz="2000" spc="-4" dirty="0" smtClean="0">
                <a:latin typeface="Arial"/>
                <a:cs typeface="Arial"/>
              </a:rPr>
              <a:t>s</a:t>
            </a:r>
            <a:r>
              <a:rPr sz="2000" spc="4" dirty="0" smtClean="0">
                <a:latin typeface="Arial"/>
                <a:cs typeface="Arial"/>
              </a:rPr>
              <a:t>s</a:t>
            </a:r>
            <a:r>
              <a:rPr sz="2000" spc="0" dirty="0" smtClean="0">
                <a:latin typeface="Arial"/>
                <a:cs typeface="Arial"/>
              </a:rPr>
              <a:t>im</a:t>
            </a:r>
            <a:r>
              <a:rPr sz="2000" spc="114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que</a:t>
            </a:r>
            <a:r>
              <a:rPr sz="2000" spc="114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o</a:t>
            </a:r>
            <a:r>
              <a:rPr sz="2000" spc="104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balde</a:t>
            </a:r>
            <a:r>
              <a:rPr sz="2000" spc="114" dirty="0" smtClean="0">
                <a:latin typeface="Arial"/>
                <a:cs typeface="Arial"/>
              </a:rPr>
              <a:t> </a:t>
            </a:r>
            <a:r>
              <a:rPr sz="2000" spc="-4" dirty="0" smtClean="0">
                <a:latin typeface="Arial"/>
                <a:cs typeface="Arial"/>
              </a:rPr>
              <a:t>f</a:t>
            </a:r>
            <a:r>
              <a:rPr sz="2000" spc="0" dirty="0" smtClean="0">
                <a:latin typeface="Arial"/>
                <a:cs typeface="Arial"/>
              </a:rPr>
              <a:t>i</a:t>
            </a:r>
            <a:r>
              <a:rPr sz="2000" spc="4" dirty="0" smtClean="0">
                <a:latin typeface="Arial"/>
                <a:cs typeface="Arial"/>
              </a:rPr>
              <a:t>c</a:t>
            </a:r>
            <a:r>
              <a:rPr sz="2000" spc="0" dirty="0" smtClean="0">
                <a:latin typeface="Arial"/>
                <a:cs typeface="Arial"/>
              </a:rPr>
              <a:t>ou</a:t>
            </a:r>
            <a:r>
              <a:rPr sz="2000" spc="104" dirty="0" smtClean="0">
                <a:latin typeface="Arial"/>
                <a:cs typeface="Arial"/>
              </a:rPr>
              <a:t> </a:t>
            </a:r>
            <a:r>
              <a:rPr sz="2000" spc="-4" dirty="0" smtClean="0">
                <a:latin typeface="Arial"/>
                <a:cs typeface="Arial"/>
              </a:rPr>
              <a:t>c</a:t>
            </a:r>
            <a:r>
              <a:rPr sz="2000" spc="0" dirty="0" smtClean="0">
                <a:latin typeface="Arial"/>
                <a:cs typeface="Arial"/>
              </a:rPr>
              <a:t>omple</a:t>
            </a:r>
            <a:r>
              <a:rPr sz="2000" spc="-4" dirty="0" smtClean="0">
                <a:latin typeface="Arial"/>
                <a:cs typeface="Arial"/>
              </a:rPr>
              <a:t>t</a:t>
            </a:r>
            <a:r>
              <a:rPr sz="2000" spc="-9" dirty="0" smtClean="0">
                <a:latin typeface="Arial"/>
                <a:cs typeface="Arial"/>
              </a:rPr>
              <a:t>a</a:t>
            </a:r>
            <a:r>
              <a:rPr sz="2000" spc="0" dirty="0" smtClean="0">
                <a:latin typeface="Arial"/>
                <a:cs typeface="Arial"/>
              </a:rPr>
              <a:t>me</a:t>
            </a:r>
            <a:r>
              <a:rPr sz="2000" spc="-9" dirty="0" smtClean="0">
                <a:latin typeface="Arial"/>
                <a:cs typeface="Arial"/>
              </a:rPr>
              <a:t>n</a:t>
            </a:r>
            <a:r>
              <a:rPr sz="2000" spc="-14" dirty="0" smtClean="0">
                <a:latin typeface="Arial"/>
                <a:cs typeface="Arial"/>
              </a:rPr>
              <a:t>t</a:t>
            </a:r>
            <a:r>
              <a:rPr sz="2000" spc="0" dirty="0" smtClean="0">
                <a:latin typeface="Arial"/>
                <a:cs typeface="Arial"/>
              </a:rPr>
              <a:t>e</a:t>
            </a:r>
            <a:r>
              <a:rPr sz="2000" spc="114" dirty="0" smtClean="0">
                <a:latin typeface="Arial"/>
                <a:cs typeface="Arial"/>
              </a:rPr>
              <a:t> </a:t>
            </a:r>
            <a:r>
              <a:rPr sz="2000" spc="4" dirty="0" smtClean="0">
                <a:latin typeface="Arial"/>
                <a:cs typeface="Arial"/>
              </a:rPr>
              <a:t>c</a:t>
            </a:r>
            <a:r>
              <a:rPr sz="2000" spc="0" dirty="0" smtClean="0">
                <a:latin typeface="Arial"/>
                <a:cs typeface="Arial"/>
              </a:rPr>
              <a:t>heio</a:t>
            </a:r>
            <a:r>
              <a:rPr sz="2000" spc="114" dirty="0" smtClean="0">
                <a:latin typeface="Arial"/>
                <a:cs typeface="Arial"/>
              </a:rPr>
              <a:t> </a:t>
            </a:r>
            <a:r>
              <a:rPr sz="2000" spc="-14" dirty="0" smtClean="0">
                <a:latin typeface="Arial"/>
                <a:cs typeface="Arial"/>
              </a:rPr>
              <a:t>m</a:t>
            </a:r>
            <a:r>
              <a:rPr sz="2000" spc="0" dirty="0" smtClean="0">
                <a:latin typeface="Arial"/>
                <a:cs typeface="Arial"/>
              </a:rPr>
              <a:t>a</a:t>
            </a:r>
            <a:r>
              <a:rPr sz="2000" spc="-9" dirty="0" smtClean="0">
                <a:latin typeface="Arial"/>
                <a:cs typeface="Arial"/>
              </a:rPr>
              <a:t>r</a:t>
            </a:r>
            <a:r>
              <a:rPr sz="2000" spc="-4" dirty="0" smtClean="0">
                <a:latin typeface="Arial"/>
                <a:cs typeface="Arial"/>
              </a:rPr>
              <a:t>c</a:t>
            </a:r>
            <a:r>
              <a:rPr sz="2000" spc="0" dirty="0" smtClean="0">
                <a:latin typeface="Arial"/>
                <a:cs typeface="Arial"/>
              </a:rPr>
              <a:t>an</a:t>
            </a:r>
            <a:r>
              <a:rPr sz="2000" spc="4" dirty="0" smtClean="0">
                <a:latin typeface="Arial"/>
                <a:cs typeface="Arial"/>
              </a:rPr>
              <a:t>d</a:t>
            </a:r>
            <a:r>
              <a:rPr sz="2000" spc="0" dirty="0" smtClean="0">
                <a:latin typeface="Arial"/>
                <a:cs typeface="Arial"/>
              </a:rPr>
              <a:t>o</a:t>
            </a:r>
            <a:r>
              <a:rPr sz="2000" spc="129" dirty="0" smtClean="0">
                <a:latin typeface="Arial"/>
                <a:cs typeface="Arial"/>
              </a:rPr>
              <a:t> </a:t>
            </a:r>
            <a:r>
              <a:rPr sz="2000" spc="-9" dirty="0" smtClean="0">
                <a:latin typeface="Arial"/>
                <a:cs typeface="Arial"/>
              </a:rPr>
              <a:t>u</a:t>
            </a:r>
            <a:r>
              <a:rPr sz="2000" spc="0" dirty="0" smtClean="0">
                <a:latin typeface="Arial"/>
                <a:cs typeface="Arial"/>
              </a:rPr>
              <a:t>m</a:t>
            </a:r>
            <a:r>
              <a:rPr sz="2000" spc="124" dirty="0" smtClean="0">
                <a:latin typeface="Arial"/>
                <a:cs typeface="Arial"/>
              </a:rPr>
              <a:t> </a:t>
            </a:r>
            <a:r>
              <a:rPr sz="2000" spc="-4" dirty="0" smtClean="0">
                <a:latin typeface="Arial"/>
                <a:cs typeface="Arial"/>
              </a:rPr>
              <a:t>t</a:t>
            </a:r>
            <a:r>
              <a:rPr sz="2000" spc="0" dirty="0" smtClean="0">
                <a:latin typeface="Arial"/>
                <a:cs typeface="Arial"/>
              </a:rPr>
              <a:t>e</a:t>
            </a:r>
            <a:r>
              <a:rPr sz="2000" spc="-14" dirty="0" smtClean="0">
                <a:latin typeface="Arial"/>
                <a:cs typeface="Arial"/>
              </a:rPr>
              <a:t>m</a:t>
            </a:r>
            <a:r>
              <a:rPr sz="2000" spc="0" dirty="0" smtClean="0">
                <a:latin typeface="Arial"/>
                <a:cs typeface="Arial"/>
              </a:rPr>
              <a:t>po</a:t>
            </a:r>
            <a:endParaRPr sz="20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652916" y="3460003"/>
            <a:ext cx="7769185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-4" dirty="0" smtClean="0">
                <a:latin typeface="Arial"/>
                <a:cs typeface="Arial"/>
              </a:rPr>
              <a:t>t</a:t>
            </a:r>
            <a:r>
              <a:rPr sz="2000" spc="0" dirty="0" smtClean="0">
                <a:latin typeface="Arial"/>
                <a:cs typeface="Arial"/>
              </a:rPr>
              <a:t>,</a:t>
            </a:r>
            <a:r>
              <a:rPr sz="2000" spc="280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u</a:t>
            </a:r>
            <a:r>
              <a:rPr sz="2000" spc="-14" dirty="0" smtClean="0">
                <a:latin typeface="Arial"/>
                <a:cs typeface="Arial"/>
              </a:rPr>
              <a:t>m</a:t>
            </a:r>
            <a:r>
              <a:rPr sz="2000" spc="0" dirty="0" smtClean="0">
                <a:latin typeface="Arial"/>
                <a:cs typeface="Arial"/>
              </a:rPr>
              <a:t>a</a:t>
            </a:r>
            <a:r>
              <a:rPr sz="2000" spc="286" dirty="0" smtClean="0">
                <a:latin typeface="Arial"/>
                <a:cs typeface="Arial"/>
              </a:rPr>
              <a:t> </a:t>
            </a:r>
            <a:r>
              <a:rPr sz="2000" spc="-4" dirty="0" smtClean="0">
                <a:latin typeface="Arial"/>
                <a:cs typeface="Arial"/>
              </a:rPr>
              <a:t>v</a:t>
            </a:r>
            <a:r>
              <a:rPr sz="2000" spc="0" dirty="0" smtClean="0">
                <a:latin typeface="Arial"/>
                <a:cs typeface="Arial"/>
              </a:rPr>
              <a:t>ez</a:t>
            </a:r>
            <a:r>
              <a:rPr sz="2000" spc="279" dirty="0" smtClean="0">
                <a:latin typeface="Arial"/>
                <a:cs typeface="Arial"/>
              </a:rPr>
              <a:t> </a:t>
            </a:r>
            <a:r>
              <a:rPr sz="2000" spc="-4" dirty="0" smtClean="0">
                <a:latin typeface="Arial"/>
                <a:cs typeface="Arial"/>
              </a:rPr>
              <a:t>c</a:t>
            </a:r>
            <a:r>
              <a:rPr sz="2000" spc="0" dirty="0" smtClean="0">
                <a:latin typeface="Arial"/>
                <a:cs typeface="Arial"/>
              </a:rPr>
              <a:t>onh</a:t>
            </a:r>
            <a:r>
              <a:rPr sz="2000" spc="-9" dirty="0" smtClean="0">
                <a:latin typeface="Arial"/>
                <a:cs typeface="Arial"/>
              </a:rPr>
              <a:t>e</a:t>
            </a:r>
            <a:r>
              <a:rPr sz="2000" spc="4" dirty="0" smtClean="0">
                <a:latin typeface="Arial"/>
                <a:cs typeface="Arial"/>
              </a:rPr>
              <a:t>c</a:t>
            </a:r>
            <a:r>
              <a:rPr sz="2000" spc="0" dirty="0" smtClean="0">
                <a:latin typeface="Arial"/>
                <a:cs typeface="Arial"/>
              </a:rPr>
              <a:t>ido</a:t>
            </a:r>
            <a:r>
              <a:rPr sz="2000" spc="286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o</a:t>
            </a:r>
            <a:r>
              <a:rPr sz="2000" spc="275" dirty="0" smtClean="0">
                <a:latin typeface="Arial"/>
                <a:cs typeface="Arial"/>
              </a:rPr>
              <a:t> </a:t>
            </a:r>
            <a:r>
              <a:rPr sz="2000" spc="-4" dirty="0" smtClean="0">
                <a:latin typeface="Arial"/>
                <a:cs typeface="Arial"/>
              </a:rPr>
              <a:t>v</a:t>
            </a:r>
            <a:r>
              <a:rPr sz="2000" spc="0" dirty="0" smtClean="0">
                <a:latin typeface="Arial"/>
                <a:cs typeface="Arial"/>
              </a:rPr>
              <a:t>olume</a:t>
            </a:r>
            <a:r>
              <a:rPr sz="2000" spc="286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V</a:t>
            </a:r>
            <a:r>
              <a:rPr sz="2000" spc="280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do</a:t>
            </a:r>
            <a:r>
              <a:rPr sz="2000" spc="259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balde</a:t>
            </a:r>
            <a:r>
              <a:rPr sz="2000" spc="286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e</a:t>
            </a:r>
            <a:r>
              <a:rPr sz="2000" spc="275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o</a:t>
            </a:r>
            <a:r>
              <a:rPr sz="2000" spc="286" dirty="0" smtClean="0">
                <a:latin typeface="Arial"/>
                <a:cs typeface="Arial"/>
              </a:rPr>
              <a:t> </a:t>
            </a:r>
            <a:r>
              <a:rPr sz="2000" spc="-4" dirty="0" smtClean="0">
                <a:latin typeface="Arial"/>
                <a:cs typeface="Arial"/>
              </a:rPr>
              <a:t>t</a:t>
            </a:r>
            <a:r>
              <a:rPr sz="2000" spc="-9" dirty="0" smtClean="0">
                <a:latin typeface="Arial"/>
                <a:cs typeface="Arial"/>
              </a:rPr>
              <a:t>e</a:t>
            </a:r>
            <a:r>
              <a:rPr sz="2000" spc="0" dirty="0" smtClean="0">
                <a:latin typeface="Arial"/>
                <a:cs typeface="Arial"/>
              </a:rPr>
              <a:t>mpo</a:t>
            </a:r>
            <a:r>
              <a:rPr sz="2000" spc="300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t</a:t>
            </a:r>
            <a:r>
              <a:rPr sz="2000" spc="280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p</a:t>
            </a:r>
            <a:r>
              <a:rPr sz="2000" spc="-9" dirty="0" smtClean="0">
                <a:latin typeface="Arial"/>
                <a:cs typeface="Arial"/>
              </a:rPr>
              <a:t>a</a:t>
            </a:r>
            <a:r>
              <a:rPr sz="2000" spc="4" dirty="0" smtClean="0">
                <a:latin typeface="Arial"/>
                <a:cs typeface="Arial"/>
              </a:rPr>
              <a:t>r</a:t>
            </a:r>
            <a:r>
              <a:rPr sz="2000" spc="0" dirty="0" smtClean="0">
                <a:latin typeface="Arial"/>
                <a:cs typeface="Arial"/>
              </a:rPr>
              <a:t>a</a:t>
            </a:r>
            <a:r>
              <a:rPr sz="2000" spc="286" dirty="0" smtClean="0">
                <a:latin typeface="Arial"/>
                <a:cs typeface="Arial"/>
              </a:rPr>
              <a:t> </a:t>
            </a:r>
            <a:r>
              <a:rPr sz="2000" spc="-4" dirty="0" smtClean="0">
                <a:latin typeface="Arial"/>
                <a:cs typeface="Arial"/>
              </a:rPr>
              <a:t>s</a:t>
            </a:r>
            <a:r>
              <a:rPr sz="2000" spc="0" dirty="0" smtClean="0">
                <a:latin typeface="Arial"/>
                <a:cs typeface="Arial"/>
              </a:rPr>
              <a:t>eu</a:t>
            </a:r>
            <a:endParaRPr sz="20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652915" y="3703842"/>
            <a:ext cx="5394307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4" dirty="0" smtClean="0">
                <a:latin typeface="Arial"/>
                <a:cs typeface="Arial"/>
              </a:rPr>
              <a:t>c</a:t>
            </a:r>
            <a:r>
              <a:rPr sz="2000" spc="0" dirty="0" smtClean="0">
                <a:latin typeface="Arial"/>
                <a:cs typeface="Arial"/>
              </a:rPr>
              <a:t>o</a:t>
            </a:r>
            <a:r>
              <a:rPr sz="2000" spc="-14" dirty="0" smtClean="0">
                <a:latin typeface="Arial"/>
                <a:cs typeface="Arial"/>
              </a:rPr>
              <a:t>m</a:t>
            </a:r>
            <a:r>
              <a:rPr sz="2000" spc="0" dirty="0" smtClean="0">
                <a:latin typeface="Arial"/>
                <a:cs typeface="Arial"/>
              </a:rPr>
              <a:t>ple</a:t>
            </a:r>
            <a:r>
              <a:rPr sz="2000" spc="-4" dirty="0" smtClean="0">
                <a:latin typeface="Arial"/>
                <a:cs typeface="Arial"/>
              </a:rPr>
              <a:t>t</a:t>
            </a:r>
            <a:r>
              <a:rPr sz="2000" spc="0" dirty="0" smtClean="0">
                <a:latin typeface="Arial"/>
                <a:cs typeface="Arial"/>
              </a:rPr>
              <a:t>o</a:t>
            </a:r>
            <a:r>
              <a:rPr sz="2000" spc="200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e</a:t>
            </a:r>
            <a:r>
              <a:rPr sz="2000" spc="-9" dirty="0" smtClean="0">
                <a:latin typeface="Arial"/>
                <a:cs typeface="Arial"/>
              </a:rPr>
              <a:t>n</a:t>
            </a:r>
            <a:r>
              <a:rPr sz="2000" spc="-4" dirty="0" smtClean="0">
                <a:latin typeface="Arial"/>
                <a:cs typeface="Arial"/>
              </a:rPr>
              <a:t>c</a:t>
            </a:r>
            <a:r>
              <a:rPr sz="2000" spc="0" dirty="0" smtClean="0">
                <a:latin typeface="Arial"/>
                <a:cs typeface="Arial"/>
              </a:rPr>
              <a:t>himen</a:t>
            </a:r>
            <a:r>
              <a:rPr sz="2000" spc="-4" dirty="0" smtClean="0">
                <a:latin typeface="Arial"/>
                <a:cs typeface="Arial"/>
              </a:rPr>
              <a:t>t</a:t>
            </a:r>
            <a:r>
              <a:rPr sz="2000" spc="0" dirty="0" smtClean="0">
                <a:latin typeface="Arial"/>
                <a:cs typeface="Arial"/>
              </a:rPr>
              <a:t>o,</a:t>
            </a:r>
            <a:r>
              <a:rPr sz="2000" spc="209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a</a:t>
            </a:r>
            <a:r>
              <a:rPr sz="2000" spc="214" dirty="0" smtClean="0">
                <a:latin typeface="Arial"/>
                <a:cs typeface="Arial"/>
              </a:rPr>
              <a:t> </a:t>
            </a:r>
            <a:r>
              <a:rPr sz="2000" spc="-9" dirty="0" smtClean="0">
                <a:latin typeface="Arial"/>
                <a:cs typeface="Arial"/>
              </a:rPr>
              <a:t>e</a:t>
            </a:r>
            <a:r>
              <a:rPr sz="2000" spc="0" dirty="0" smtClean="0">
                <a:latin typeface="Arial"/>
                <a:cs typeface="Arial"/>
              </a:rPr>
              <a:t>qu</a:t>
            </a:r>
            <a:r>
              <a:rPr sz="2000" spc="-9" dirty="0" smtClean="0">
                <a:latin typeface="Arial"/>
                <a:cs typeface="Arial"/>
              </a:rPr>
              <a:t>a</a:t>
            </a:r>
            <a:r>
              <a:rPr sz="2000" spc="4" dirty="0" smtClean="0">
                <a:latin typeface="Arial"/>
                <a:cs typeface="Arial"/>
              </a:rPr>
              <a:t>ç</a:t>
            </a:r>
            <a:r>
              <a:rPr sz="2000" spc="0" dirty="0" smtClean="0">
                <a:latin typeface="Arial"/>
                <a:cs typeface="Arial"/>
              </a:rPr>
              <a:t>ão</a:t>
            </a:r>
            <a:r>
              <a:rPr sz="2000" spc="214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é</a:t>
            </a:r>
            <a:r>
              <a:rPr sz="2000" spc="225" dirty="0" smtClean="0">
                <a:latin typeface="Arial"/>
                <a:cs typeface="Arial"/>
              </a:rPr>
              <a:t> </a:t>
            </a:r>
            <a:r>
              <a:rPr sz="2000" spc="-14" dirty="0" smtClean="0">
                <a:latin typeface="Arial"/>
                <a:cs typeface="Arial"/>
              </a:rPr>
              <a:t>f</a:t>
            </a:r>
            <a:r>
              <a:rPr sz="2000" spc="0" dirty="0" smtClean="0">
                <a:latin typeface="Arial"/>
                <a:cs typeface="Arial"/>
              </a:rPr>
              <a:t>a</a:t>
            </a:r>
            <a:r>
              <a:rPr sz="2000" spc="-4" dirty="0" smtClean="0">
                <a:latin typeface="Arial"/>
                <a:cs typeface="Arial"/>
              </a:rPr>
              <a:t>c</a:t>
            </a:r>
            <a:r>
              <a:rPr sz="2000" spc="0" dirty="0" smtClean="0">
                <a:latin typeface="Arial"/>
                <a:cs typeface="Arial"/>
              </a:rPr>
              <a:t>ilmen</a:t>
            </a:r>
            <a:r>
              <a:rPr sz="2000" spc="-4" dirty="0" smtClean="0">
                <a:latin typeface="Arial"/>
                <a:cs typeface="Arial"/>
              </a:rPr>
              <a:t>t</a:t>
            </a:r>
            <a:r>
              <a:rPr sz="2000" spc="0" dirty="0" smtClean="0">
                <a:latin typeface="Arial"/>
                <a:cs typeface="Arial"/>
              </a:rPr>
              <a:t>e</a:t>
            </a:r>
            <a:endParaRPr sz="20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070118" y="3703842"/>
            <a:ext cx="1066140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-9" dirty="0" smtClean="0">
                <a:latin typeface="Arial"/>
                <a:cs typeface="Arial"/>
              </a:rPr>
              <a:t>a</a:t>
            </a:r>
            <a:r>
              <a:rPr sz="2000" spc="0" dirty="0" smtClean="0">
                <a:latin typeface="Arial"/>
                <a:cs typeface="Arial"/>
              </a:rPr>
              <a:t>pli</a:t>
            </a:r>
            <a:r>
              <a:rPr sz="2000" spc="4" dirty="0" smtClean="0">
                <a:latin typeface="Arial"/>
                <a:cs typeface="Arial"/>
              </a:rPr>
              <a:t>c</a:t>
            </a:r>
            <a:r>
              <a:rPr sz="2000" spc="0" dirty="0" smtClean="0">
                <a:latin typeface="Arial"/>
                <a:cs typeface="Arial"/>
              </a:rPr>
              <a:t>á</a:t>
            </a:r>
            <a:r>
              <a:rPr sz="2000" spc="-4" dirty="0" smtClean="0">
                <a:latin typeface="Arial"/>
                <a:cs typeface="Arial"/>
              </a:rPr>
              <a:t>v</a:t>
            </a:r>
            <a:r>
              <a:rPr sz="2000" spc="4" dirty="0" smtClean="0">
                <a:latin typeface="Arial"/>
                <a:cs typeface="Arial"/>
              </a:rPr>
              <a:t>e</a:t>
            </a:r>
            <a:r>
              <a:rPr sz="2000" spc="0" dirty="0" smtClean="0">
                <a:latin typeface="Arial"/>
                <a:cs typeface="Arial"/>
              </a:rPr>
              <a:t>l</a:t>
            </a:r>
            <a:endParaRPr sz="20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158854" y="3703842"/>
            <a:ext cx="1263165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4" dirty="0" smtClean="0">
                <a:latin typeface="Arial"/>
                <a:cs typeface="Arial"/>
              </a:rPr>
              <a:t>r</a:t>
            </a:r>
            <a:r>
              <a:rPr sz="2000" spc="-9" dirty="0" smtClean="0">
                <a:latin typeface="Arial"/>
                <a:cs typeface="Arial"/>
              </a:rPr>
              <a:t>e</a:t>
            </a:r>
            <a:r>
              <a:rPr sz="2000" spc="4" dirty="0" smtClean="0">
                <a:latin typeface="Arial"/>
                <a:cs typeface="Arial"/>
              </a:rPr>
              <a:t>s</a:t>
            </a:r>
            <a:r>
              <a:rPr sz="2000" spc="0" dirty="0" smtClean="0">
                <a:latin typeface="Arial"/>
                <a:cs typeface="Arial"/>
              </a:rPr>
              <a:t>ul</a:t>
            </a:r>
            <a:r>
              <a:rPr sz="2000" spc="-4" dirty="0" smtClean="0">
                <a:latin typeface="Arial"/>
                <a:cs typeface="Arial"/>
              </a:rPr>
              <a:t>t</a:t>
            </a:r>
            <a:r>
              <a:rPr sz="2000" spc="0" dirty="0" smtClean="0">
                <a:latin typeface="Arial"/>
                <a:cs typeface="Arial"/>
              </a:rPr>
              <a:t>a</a:t>
            </a:r>
            <a:r>
              <a:rPr sz="2000" spc="-9" dirty="0" smtClean="0">
                <a:latin typeface="Arial"/>
                <a:cs typeface="Arial"/>
              </a:rPr>
              <a:t>n</a:t>
            </a:r>
            <a:r>
              <a:rPr sz="2000" spc="0" dirty="0" smtClean="0">
                <a:latin typeface="Arial"/>
                <a:cs typeface="Arial"/>
              </a:rPr>
              <a:t>do</a:t>
            </a:r>
            <a:endParaRPr sz="20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652915" y="3947682"/>
            <a:ext cx="1107801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0" dirty="0" smtClean="0">
                <a:latin typeface="Arial"/>
                <a:cs typeface="Arial"/>
              </a:rPr>
              <a:t>na </a:t>
            </a:r>
            <a:r>
              <a:rPr sz="2000" spc="-4" dirty="0" smtClean="0">
                <a:latin typeface="Arial"/>
                <a:cs typeface="Arial"/>
              </a:rPr>
              <a:t>v</a:t>
            </a:r>
            <a:r>
              <a:rPr sz="2000" spc="0" dirty="0" smtClean="0">
                <a:latin typeface="Arial"/>
                <a:cs typeface="Arial"/>
              </a:rPr>
              <a:t>a</a:t>
            </a:r>
            <a:r>
              <a:rPr sz="2000" spc="-4" dirty="0" smtClean="0">
                <a:latin typeface="Arial"/>
                <a:cs typeface="Arial"/>
              </a:rPr>
              <a:t>z</a:t>
            </a:r>
            <a:r>
              <a:rPr sz="2000" spc="0" dirty="0" smtClean="0">
                <a:latin typeface="Arial"/>
                <a:cs typeface="Arial"/>
              </a:rPr>
              <a:t>ão</a:t>
            </a:r>
            <a:endParaRPr sz="20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754656" y="3947682"/>
            <a:ext cx="2545360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-4" dirty="0" smtClean="0">
                <a:latin typeface="Arial"/>
                <a:cs typeface="Arial"/>
              </a:rPr>
              <a:t>v</a:t>
            </a:r>
            <a:r>
              <a:rPr sz="2000" spc="0" dirty="0" smtClean="0">
                <a:latin typeface="Arial"/>
                <a:cs typeface="Arial"/>
              </a:rPr>
              <a:t>o</a:t>
            </a:r>
            <a:r>
              <a:rPr sz="2000" spc="-14" dirty="0" smtClean="0">
                <a:latin typeface="Arial"/>
                <a:cs typeface="Arial"/>
              </a:rPr>
              <a:t>l</a:t>
            </a:r>
            <a:r>
              <a:rPr sz="2000" spc="0" dirty="0" smtClean="0">
                <a:latin typeface="Arial"/>
                <a:cs typeface="Arial"/>
              </a:rPr>
              <a:t>umé</a:t>
            </a:r>
            <a:r>
              <a:rPr sz="2000" spc="-14" dirty="0" smtClean="0">
                <a:latin typeface="Arial"/>
                <a:cs typeface="Arial"/>
              </a:rPr>
              <a:t>t</a:t>
            </a:r>
            <a:r>
              <a:rPr sz="2000" spc="4" dirty="0" smtClean="0">
                <a:latin typeface="Arial"/>
                <a:cs typeface="Arial"/>
              </a:rPr>
              <a:t>r</a:t>
            </a:r>
            <a:r>
              <a:rPr sz="2000" spc="0" dirty="0" smtClean="0">
                <a:latin typeface="Arial"/>
                <a:cs typeface="Arial"/>
              </a:rPr>
              <a:t>i</a:t>
            </a:r>
            <a:r>
              <a:rPr sz="2000" spc="4" dirty="0" smtClean="0">
                <a:latin typeface="Arial"/>
                <a:cs typeface="Arial"/>
              </a:rPr>
              <a:t>c</a:t>
            </a:r>
            <a:r>
              <a:rPr sz="2000" spc="0" dirty="0" smtClean="0">
                <a:latin typeface="Arial"/>
                <a:cs typeface="Arial"/>
              </a:rPr>
              <a:t>a</a:t>
            </a:r>
            <a:r>
              <a:rPr sz="2000" spc="-14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d</a:t>
            </a:r>
            <a:r>
              <a:rPr sz="2000" spc="-9" dirty="0" smtClean="0">
                <a:latin typeface="Arial"/>
                <a:cs typeface="Arial"/>
              </a:rPr>
              <a:t>e</a:t>
            </a:r>
            <a:r>
              <a:rPr sz="2000" spc="-4" dirty="0" smtClean="0">
                <a:latin typeface="Arial"/>
                <a:cs typeface="Arial"/>
              </a:rPr>
              <a:t>s</a:t>
            </a:r>
            <a:r>
              <a:rPr sz="2000" spc="0" dirty="0" smtClean="0">
                <a:latin typeface="Arial"/>
                <a:cs typeface="Arial"/>
              </a:rPr>
              <a:t>ejada.</a:t>
            </a:r>
            <a:endParaRPr sz="20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7328290" y="5411863"/>
            <a:ext cx="145637" cy="20641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550"/>
              </a:lnSpc>
              <a:spcBef>
                <a:spcPts val="77"/>
              </a:spcBef>
            </a:pPr>
            <a:r>
              <a:rPr sz="1400" spc="0" dirty="0" smtClean="0">
                <a:latin typeface="Times New Roman"/>
                <a:cs typeface="Times New Roman"/>
              </a:rPr>
              <a:t>v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7844926" y="5475467"/>
            <a:ext cx="170906" cy="3357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95"/>
              </a:lnSpc>
              <a:spcBef>
                <a:spcPts val="129"/>
              </a:spcBef>
            </a:pPr>
            <a:r>
              <a:rPr sz="2450" spc="0" dirty="0" smtClean="0">
                <a:latin typeface="Times New Roman"/>
                <a:cs typeface="Times New Roman"/>
              </a:rPr>
              <a:t>t</a:t>
            </a:r>
            <a:endParaRPr sz="245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7074286" y="5001767"/>
            <a:ext cx="1021587" cy="80162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38104">
              <a:lnSpc>
                <a:spcPts val="5103"/>
              </a:lnSpc>
              <a:spcBef>
                <a:spcPts val="25"/>
              </a:spcBef>
              <a:tabLst>
                <a:tab pos="457200" algn="l"/>
              </a:tabLst>
            </a:pPr>
            <a:r>
              <a:rPr sz="2450" spc="0" dirty="0" smtClean="0">
                <a:latin typeface="Times New Roman"/>
                <a:cs typeface="Times New Roman"/>
              </a:rPr>
              <a:t>Q	</a:t>
            </a:r>
            <a:r>
              <a:rPr sz="2450" spc="-630" dirty="0" smtClean="0">
                <a:latin typeface="Meiryo"/>
                <a:cs typeface="Meiryo"/>
              </a:rPr>
              <a:t>=</a:t>
            </a:r>
            <a:r>
              <a:rPr sz="2450" spc="-304" dirty="0" smtClean="0">
                <a:latin typeface="Meiryo"/>
                <a:cs typeface="Meiryo"/>
              </a:rPr>
              <a:t> </a:t>
            </a:r>
            <a:r>
              <a:rPr sz="3675" spc="0" baseline="36678" dirty="0" smtClean="0">
                <a:latin typeface="Times New Roman"/>
                <a:cs typeface="Times New Roman"/>
              </a:rPr>
              <a:t>V</a:t>
            </a:r>
            <a:endParaRPr sz="2450">
              <a:latin typeface="Times New Roman"/>
              <a:cs typeface="Times New Roman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7789041" y="5275071"/>
            <a:ext cx="240791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10"/>
          <p:cNvSpPr/>
          <p:nvPr/>
        </p:nvSpPr>
        <p:spPr>
          <a:xfrm>
            <a:off x="1097155" y="3706367"/>
            <a:ext cx="3311652" cy="164439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283330" y="3273551"/>
            <a:ext cx="935735" cy="291083"/>
          </a:xfrm>
          <a:custGeom>
            <a:avLst/>
            <a:gdLst/>
            <a:ahLst/>
            <a:cxnLst/>
            <a:rect l="l" t="t" r="r" b="b"/>
            <a:pathLst>
              <a:path w="935735" h="291083">
                <a:moveTo>
                  <a:pt x="0" y="0"/>
                </a:moveTo>
                <a:lnTo>
                  <a:pt x="0" y="291083"/>
                </a:lnTo>
                <a:lnTo>
                  <a:pt x="935735" y="291083"/>
                </a:lnTo>
                <a:lnTo>
                  <a:pt x="935735" y="0"/>
                </a:lnTo>
                <a:lnTo>
                  <a:pt x="0" y="0"/>
                </a:lnTo>
                <a:close/>
              </a:path>
            </a:pathLst>
          </a:custGeom>
          <a:solidFill>
            <a:srgbClr val="CC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6283330" y="4137659"/>
            <a:ext cx="1007363" cy="566927"/>
          </a:xfrm>
          <a:custGeom>
            <a:avLst/>
            <a:gdLst/>
            <a:ahLst/>
            <a:cxnLst/>
            <a:rect l="l" t="t" r="r" b="b"/>
            <a:pathLst>
              <a:path w="1007363" h="566927">
                <a:moveTo>
                  <a:pt x="0" y="0"/>
                </a:moveTo>
                <a:lnTo>
                  <a:pt x="0" y="566927"/>
                </a:lnTo>
                <a:lnTo>
                  <a:pt x="1007363" y="566927"/>
                </a:lnTo>
                <a:lnTo>
                  <a:pt x="1007363" y="0"/>
                </a:lnTo>
                <a:lnTo>
                  <a:pt x="0" y="0"/>
                </a:lnTo>
                <a:close/>
              </a:path>
            </a:pathLst>
          </a:custGeom>
          <a:solidFill>
            <a:srgbClr val="CC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6283330" y="5865876"/>
            <a:ext cx="1007363" cy="359663"/>
          </a:xfrm>
          <a:custGeom>
            <a:avLst/>
            <a:gdLst/>
            <a:ahLst/>
            <a:cxnLst/>
            <a:rect l="l" t="t" r="r" b="b"/>
            <a:pathLst>
              <a:path w="1007363" h="359663">
                <a:moveTo>
                  <a:pt x="0" y="0"/>
                </a:moveTo>
                <a:lnTo>
                  <a:pt x="0" y="359663"/>
                </a:lnTo>
                <a:lnTo>
                  <a:pt x="1007363" y="359663"/>
                </a:lnTo>
                <a:lnTo>
                  <a:pt x="1007363" y="0"/>
                </a:lnTo>
                <a:lnTo>
                  <a:pt x="0" y="0"/>
                </a:lnTo>
                <a:close/>
              </a:path>
            </a:pathLst>
          </a:custGeom>
          <a:solidFill>
            <a:srgbClr val="CC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1310017" y="1034143"/>
            <a:ext cx="7168568" cy="4825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779"/>
              </a:lnSpc>
              <a:spcBef>
                <a:spcPts val="189"/>
              </a:spcBef>
            </a:pPr>
            <a:r>
              <a:rPr sz="3600" spc="0" dirty="0" smtClean="0">
                <a:solidFill>
                  <a:srgbClr val="00CC65"/>
                </a:solidFill>
                <a:latin typeface="Arial"/>
                <a:cs typeface="Arial"/>
              </a:rPr>
              <a:t>Re</a:t>
            </a:r>
            <a:r>
              <a:rPr sz="3600" spc="-4" dirty="0" smtClean="0">
                <a:solidFill>
                  <a:srgbClr val="00CC65"/>
                </a:solidFill>
                <a:latin typeface="Arial"/>
                <a:cs typeface="Arial"/>
              </a:rPr>
              <a:t>l</a:t>
            </a:r>
            <a:r>
              <a:rPr sz="3600" spc="0" dirty="0" smtClean="0">
                <a:solidFill>
                  <a:srgbClr val="00CC65"/>
                </a:solidFill>
                <a:latin typeface="Arial"/>
                <a:cs typeface="Arial"/>
              </a:rPr>
              <a:t>aç</a:t>
            </a:r>
            <a:r>
              <a:rPr sz="3600" spc="-9" dirty="0" smtClean="0">
                <a:solidFill>
                  <a:srgbClr val="00CC65"/>
                </a:solidFill>
                <a:latin typeface="Arial"/>
                <a:cs typeface="Arial"/>
              </a:rPr>
              <a:t>ã</a:t>
            </a:r>
            <a:r>
              <a:rPr sz="3600" spc="0" dirty="0" smtClean="0">
                <a:solidFill>
                  <a:srgbClr val="00CC65"/>
                </a:solidFill>
                <a:latin typeface="Arial"/>
                <a:cs typeface="Arial"/>
              </a:rPr>
              <a:t>o</a:t>
            </a:r>
            <a:r>
              <a:rPr sz="3600" spc="577" dirty="0" smtClean="0">
                <a:solidFill>
                  <a:srgbClr val="00CC65"/>
                </a:solidFill>
                <a:latin typeface="Arial"/>
                <a:cs typeface="Arial"/>
              </a:rPr>
              <a:t> </a:t>
            </a:r>
            <a:r>
              <a:rPr sz="3600" spc="0" dirty="0" smtClean="0">
                <a:solidFill>
                  <a:srgbClr val="00CC65"/>
                </a:solidFill>
                <a:latin typeface="Arial"/>
                <a:cs typeface="Arial"/>
              </a:rPr>
              <a:t>e</a:t>
            </a:r>
            <a:r>
              <a:rPr sz="3600" spc="-4" dirty="0" smtClean="0">
                <a:solidFill>
                  <a:srgbClr val="00CC65"/>
                </a:solidFill>
                <a:latin typeface="Arial"/>
                <a:cs typeface="Arial"/>
              </a:rPr>
              <a:t>n</a:t>
            </a:r>
            <a:r>
              <a:rPr sz="3600" spc="0" dirty="0" smtClean="0">
                <a:solidFill>
                  <a:srgbClr val="00CC65"/>
                </a:solidFill>
                <a:latin typeface="Arial"/>
                <a:cs typeface="Arial"/>
              </a:rPr>
              <a:t>tre</a:t>
            </a:r>
            <a:r>
              <a:rPr sz="3600" spc="562" dirty="0" smtClean="0">
                <a:solidFill>
                  <a:srgbClr val="00CC65"/>
                </a:solidFill>
                <a:latin typeface="Arial"/>
                <a:cs typeface="Arial"/>
              </a:rPr>
              <a:t> </a:t>
            </a:r>
            <a:r>
              <a:rPr sz="3600" spc="0" dirty="0" smtClean="0">
                <a:solidFill>
                  <a:srgbClr val="00CC65"/>
                </a:solidFill>
                <a:latin typeface="Arial"/>
                <a:cs typeface="Arial"/>
              </a:rPr>
              <a:t>Área</a:t>
            </a:r>
            <a:r>
              <a:rPr sz="3600" spc="383" dirty="0" smtClean="0">
                <a:solidFill>
                  <a:srgbClr val="00CC65"/>
                </a:solidFill>
                <a:latin typeface="Arial"/>
                <a:cs typeface="Arial"/>
              </a:rPr>
              <a:t> </a:t>
            </a:r>
            <a:r>
              <a:rPr sz="3600" spc="0" dirty="0" smtClean="0">
                <a:solidFill>
                  <a:srgbClr val="00CC65"/>
                </a:solidFill>
                <a:latin typeface="Arial"/>
                <a:cs typeface="Arial"/>
              </a:rPr>
              <a:t>e</a:t>
            </a:r>
            <a:r>
              <a:rPr sz="3600" spc="-19" dirty="0" smtClean="0">
                <a:solidFill>
                  <a:srgbClr val="00CC65"/>
                </a:solidFill>
                <a:latin typeface="Arial"/>
                <a:cs typeface="Arial"/>
              </a:rPr>
              <a:t> </a:t>
            </a:r>
            <a:r>
              <a:rPr sz="3600" spc="0" dirty="0" smtClean="0">
                <a:solidFill>
                  <a:srgbClr val="00CC65"/>
                </a:solidFill>
                <a:latin typeface="Arial"/>
                <a:cs typeface="Arial"/>
              </a:rPr>
              <a:t>Ve</a:t>
            </a:r>
            <a:r>
              <a:rPr sz="3600" spc="194" dirty="0" smtClean="0">
                <a:solidFill>
                  <a:srgbClr val="00CC65"/>
                </a:solidFill>
                <a:latin typeface="Arial"/>
                <a:cs typeface="Arial"/>
              </a:rPr>
              <a:t>l</a:t>
            </a:r>
            <a:r>
              <a:rPr sz="3600" spc="175" dirty="0" smtClean="0">
                <a:solidFill>
                  <a:srgbClr val="00CC65"/>
                </a:solidFill>
                <a:latin typeface="Arial"/>
                <a:cs typeface="Arial"/>
              </a:rPr>
              <a:t>o</a:t>
            </a:r>
            <a:r>
              <a:rPr sz="3600" spc="197" dirty="0" smtClean="0">
                <a:solidFill>
                  <a:srgbClr val="00CC65"/>
                </a:solidFill>
                <a:latin typeface="Arial"/>
                <a:cs typeface="Arial"/>
              </a:rPr>
              <a:t>c</a:t>
            </a:r>
            <a:r>
              <a:rPr sz="3600" spc="209" dirty="0" smtClean="0">
                <a:solidFill>
                  <a:srgbClr val="00CC65"/>
                </a:solidFill>
                <a:latin typeface="Arial"/>
                <a:cs typeface="Arial"/>
              </a:rPr>
              <a:t>i</a:t>
            </a:r>
            <a:r>
              <a:rPr sz="3600" spc="175" dirty="0" smtClean="0">
                <a:solidFill>
                  <a:srgbClr val="00CC65"/>
                </a:solidFill>
                <a:latin typeface="Arial"/>
                <a:cs typeface="Arial"/>
              </a:rPr>
              <a:t>d</a:t>
            </a:r>
            <a:r>
              <a:rPr sz="3600" spc="0" dirty="0" smtClean="0">
                <a:solidFill>
                  <a:srgbClr val="00CC65"/>
                </a:solidFill>
                <a:latin typeface="Arial"/>
                <a:cs typeface="Arial"/>
              </a:rPr>
              <a:t>a</a:t>
            </a:r>
            <a:r>
              <a:rPr sz="3600" spc="175" dirty="0" smtClean="0">
                <a:solidFill>
                  <a:srgbClr val="00CC65"/>
                </a:solidFill>
                <a:latin typeface="Arial"/>
                <a:cs typeface="Arial"/>
              </a:rPr>
              <a:t>d</a:t>
            </a:r>
            <a:r>
              <a:rPr sz="3600" spc="0" dirty="0" smtClean="0">
                <a:solidFill>
                  <a:srgbClr val="00CC65"/>
                </a:solidFill>
                <a:latin typeface="Arial"/>
                <a:cs typeface="Arial"/>
              </a:rPr>
              <a:t>e</a:t>
            </a:r>
            <a:endParaRPr sz="36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581289" y="1643395"/>
            <a:ext cx="7978527" cy="101295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indent="0" algn="just">
              <a:lnSpc>
                <a:spcPts val="2299"/>
              </a:lnSpc>
              <a:spcBef>
                <a:spcPts val="150"/>
              </a:spcBef>
            </a:pPr>
            <a:r>
              <a:rPr sz="2000" spc="4" dirty="0" smtClean="0">
                <a:latin typeface="Arial"/>
                <a:cs typeface="Arial"/>
              </a:rPr>
              <a:t>U</a:t>
            </a:r>
            <a:r>
              <a:rPr sz="2000" spc="0" dirty="0" smtClean="0">
                <a:latin typeface="Arial"/>
                <a:cs typeface="Arial"/>
              </a:rPr>
              <a:t>ma</a:t>
            </a:r>
            <a:r>
              <a:rPr sz="2000" spc="4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o</a:t>
            </a:r>
            <a:r>
              <a:rPr sz="2000" spc="-9" dirty="0" smtClean="0">
                <a:latin typeface="Arial"/>
                <a:cs typeface="Arial"/>
              </a:rPr>
              <a:t>u</a:t>
            </a:r>
            <a:r>
              <a:rPr sz="2000" spc="-4" dirty="0" smtClean="0">
                <a:latin typeface="Arial"/>
                <a:cs typeface="Arial"/>
              </a:rPr>
              <a:t>t</a:t>
            </a:r>
            <a:r>
              <a:rPr sz="2000" spc="-9" dirty="0" smtClean="0">
                <a:latin typeface="Arial"/>
                <a:cs typeface="Arial"/>
              </a:rPr>
              <a:t>r</a:t>
            </a:r>
            <a:r>
              <a:rPr sz="2000" spc="0" dirty="0" smtClean="0">
                <a:latin typeface="Arial"/>
                <a:cs typeface="Arial"/>
              </a:rPr>
              <a:t>a</a:t>
            </a:r>
            <a:r>
              <a:rPr sz="2000" spc="4" dirty="0" smtClean="0">
                <a:latin typeface="Arial"/>
                <a:cs typeface="Arial"/>
              </a:rPr>
              <a:t> </a:t>
            </a:r>
            <a:r>
              <a:rPr sz="2000" spc="-4" dirty="0" smtClean="0">
                <a:latin typeface="Arial"/>
                <a:cs typeface="Arial"/>
              </a:rPr>
              <a:t>f</a:t>
            </a:r>
            <a:r>
              <a:rPr sz="2000" spc="-9" dirty="0" smtClean="0">
                <a:latin typeface="Arial"/>
                <a:cs typeface="Arial"/>
              </a:rPr>
              <a:t>o</a:t>
            </a:r>
            <a:r>
              <a:rPr sz="2000" spc="4" dirty="0" smtClean="0">
                <a:latin typeface="Arial"/>
                <a:cs typeface="Arial"/>
              </a:rPr>
              <a:t>r</a:t>
            </a:r>
            <a:r>
              <a:rPr sz="2000" spc="-14" dirty="0" smtClean="0">
                <a:latin typeface="Arial"/>
                <a:cs typeface="Arial"/>
              </a:rPr>
              <a:t>m</a:t>
            </a:r>
            <a:r>
              <a:rPr sz="2000" spc="0" dirty="0" smtClean="0">
                <a:latin typeface="Arial"/>
                <a:cs typeface="Arial"/>
              </a:rPr>
              <a:t>a</a:t>
            </a:r>
            <a:r>
              <a:rPr sz="2000" spc="4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ma</a:t>
            </a:r>
            <a:r>
              <a:rPr sz="2000" spc="-14" dirty="0" smtClean="0">
                <a:latin typeface="Arial"/>
                <a:cs typeface="Arial"/>
              </a:rPr>
              <a:t>t</a:t>
            </a:r>
            <a:r>
              <a:rPr sz="2000" spc="0" dirty="0" smtClean="0">
                <a:latin typeface="Arial"/>
                <a:cs typeface="Arial"/>
              </a:rPr>
              <a:t>em</a:t>
            </a:r>
            <a:r>
              <a:rPr sz="2000" spc="-9" dirty="0" smtClean="0">
                <a:latin typeface="Arial"/>
                <a:cs typeface="Arial"/>
              </a:rPr>
              <a:t>á</a:t>
            </a:r>
            <a:r>
              <a:rPr sz="2000" spc="-14" dirty="0" smtClean="0">
                <a:latin typeface="Arial"/>
                <a:cs typeface="Arial"/>
              </a:rPr>
              <a:t>t</a:t>
            </a:r>
            <a:r>
              <a:rPr sz="2000" spc="0" dirty="0" smtClean="0">
                <a:latin typeface="Arial"/>
                <a:cs typeface="Arial"/>
              </a:rPr>
              <a:t>i</a:t>
            </a:r>
            <a:r>
              <a:rPr sz="2000" spc="4" dirty="0" smtClean="0">
                <a:latin typeface="Arial"/>
                <a:cs typeface="Arial"/>
              </a:rPr>
              <a:t>c</a:t>
            </a:r>
            <a:r>
              <a:rPr sz="2000" spc="0" dirty="0" smtClean="0">
                <a:latin typeface="Arial"/>
                <a:cs typeface="Arial"/>
              </a:rPr>
              <a:t>a</a:t>
            </a:r>
            <a:r>
              <a:rPr sz="2000" spc="4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de</a:t>
            </a:r>
            <a:r>
              <a:rPr sz="2000" spc="4" dirty="0" smtClean="0">
                <a:latin typeface="Arial"/>
                <a:cs typeface="Arial"/>
              </a:rPr>
              <a:t> </a:t>
            </a:r>
            <a:r>
              <a:rPr sz="2000" spc="-4" dirty="0" smtClean="0">
                <a:latin typeface="Arial"/>
                <a:cs typeface="Arial"/>
              </a:rPr>
              <a:t>s</a:t>
            </a:r>
            <a:r>
              <a:rPr sz="2000" spc="0" dirty="0" smtClean="0">
                <a:latin typeface="Arial"/>
                <a:cs typeface="Arial"/>
              </a:rPr>
              <a:t>e</a:t>
            </a:r>
            <a:r>
              <a:rPr sz="2000" spc="4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de</a:t>
            </a:r>
            <a:r>
              <a:rPr sz="2000" spc="-14" dirty="0" smtClean="0">
                <a:latin typeface="Arial"/>
                <a:cs typeface="Arial"/>
              </a:rPr>
              <a:t>t</a:t>
            </a:r>
            <a:r>
              <a:rPr sz="2000" spc="0" dirty="0" smtClean="0">
                <a:latin typeface="Arial"/>
                <a:cs typeface="Arial"/>
              </a:rPr>
              <a:t>e</a:t>
            </a:r>
            <a:r>
              <a:rPr sz="2000" spc="-9" dirty="0" smtClean="0">
                <a:latin typeface="Arial"/>
                <a:cs typeface="Arial"/>
              </a:rPr>
              <a:t>r</a:t>
            </a:r>
            <a:r>
              <a:rPr sz="2000" spc="0" dirty="0" smtClean="0">
                <a:latin typeface="Arial"/>
                <a:cs typeface="Arial"/>
              </a:rPr>
              <a:t>minar a</a:t>
            </a:r>
            <a:r>
              <a:rPr sz="2000" spc="4" dirty="0" smtClean="0">
                <a:latin typeface="Arial"/>
                <a:cs typeface="Arial"/>
              </a:rPr>
              <a:t> </a:t>
            </a:r>
            <a:r>
              <a:rPr sz="2000" spc="-4" dirty="0" smtClean="0">
                <a:latin typeface="Arial"/>
                <a:cs typeface="Arial"/>
              </a:rPr>
              <a:t>v</a:t>
            </a:r>
            <a:r>
              <a:rPr sz="2000" spc="0" dirty="0" smtClean="0">
                <a:latin typeface="Arial"/>
                <a:cs typeface="Arial"/>
              </a:rPr>
              <a:t>a</a:t>
            </a:r>
            <a:r>
              <a:rPr sz="2000" spc="-4" dirty="0" smtClean="0">
                <a:latin typeface="Arial"/>
                <a:cs typeface="Arial"/>
              </a:rPr>
              <a:t>z</a:t>
            </a:r>
            <a:r>
              <a:rPr sz="2000" spc="0" dirty="0" smtClean="0">
                <a:latin typeface="Arial"/>
                <a:cs typeface="Arial"/>
              </a:rPr>
              <a:t>ão</a:t>
            </a:r>
            <a:r>
              <a:rPr sz="2000" spc="19" dirty="0" smtClean="0">
                <a:latin typeface="Arial"/>
                <a:cs typeface="Arial"/>
              </a:rPr>
              <a:t> </a:t>
            </a:r>
            <a:r>
              <a:rPr sz="2000" spc="-4" dirty="0" smtClean="0">
                <a:latin typeface="Arial"/>
                <a:cs typeface="Arial"/>
              </a:rPr>
              <a:t>v</a:t>
            </a:r>
            <a:r>
              <a:rPr sz="2000" spc="0" dirty="0" smtClean="0">
                <a:latin typeface="Arial"/>
                <a:cs typeface="Arial"/>
              </a:rPr>
              <a:t>olumé</a:t>
            </a:r>
            <a:r>
              <a:rPr sz="2000" spc="-14" dirty="0" smtClean="0">
                <a:latin typeface="Arial"/>
                <a:cs typeface="Arial"/>
              </a:rPr>
              <a:t>t</a:t>
            </a:r>
            <a:r>
              <a:rPr sz="2000" spc="4" dirty="0" smtClean="0">
                <a:latin typeface="Arial"/>
                <a:cs typeface="Arial"/>
              </a:rPr>
              <a:t>r</a:t>
            </a:r>
            <a:r>
              <a:rPr sz="2000" spc="0" dirty="0" smtClean="0">
                <a:latin typeface="Arial"/>
                <a:cs typeface="Arial"/>
              </a:rPr>
              <a:t>i</a:t>
            </a:r>
            <a:r>
              <a:rPr sz="2000" spc="-4" dirty="0" smtClean="0">
                <a:latin typeface="Arial"/>
                <a:cs typeface="Arial"/>
              </a:rPr>
              <a:t>c</a:t>
            </a:r>
            <a:r>
              <a:rPr sz="2000" spc="0" dirty="0" smtClean="0">
                <a:latin typeface="Arial"/>
                <a:cs typeface="Arial"/>
              </a:rPr>
              <a:t>a</a:t>
            </a:r>
            <a:r>
              <a:rPr sz="2000" spc="19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é </a:t>
            </a:r>
            <a:endParaRPr sz="2000">
              <a:latin typeface="Arial"/>
              <a:cs typeface="Arial"/>
            </a:endParaRPr>
          </a:p>
          <a:p>
            <a:pPr marL="12700" algn="just">
              <a:lnSpc>
                <a:spcPts val="1924"/>
              </a:lnSpc>
            </a:pPr>
            <a:r>
              <a:rPr sz="2000" spc="0" dirty="0" smtClean="0">
                <a:latin typeface="Arial"/>
                <a:cs typeface="Arial"/>
              </a:rPr>
              <a:t>a</a:t>
            </a:r>
            <a:r>
              <a:rPr sz="2000" spc="-4" dirty="0" smtClean="0">
                <a:latin typeface="Arial"/>
                <a:cs typeface="Arial"/>
              </a:rPr>
              <a:t>t</a:t>
            </a:r>
            <a:r>
              <a:rPr sz="2000" spc="-9" dirty="0" smtClean="0">
                <a:latin typeface="Arial"/>
                <a:cs typeface="Arial"/>
              </a:rPr>
              <a:t>r</a:t>
            </a:r>
            <a:r>
              <a:rPr sz="2000" spc="0" dirty="0" smtClean="0">
                <a:latin typeface="Arial"/>
                <a:cs typeface="Arial"/>
              </a:rPr>
              <a:t>a</a:t>
            </a:r>
            <a:r>
              <a:rPr sz="2000" spc="-4" dirty="0" smtClean="0">
                <a:latin typeface="Arial"/>
                <a:cs typeface="Arial"/>
              </a:rPr>
              <a:t>v</a:t>
            </a:r>
            <a:r>
              <a:rPr sz="2000" spc="0" dirty="0" smtClean="0">
                <a:latin typeface="Arial"/>
                <a:cs typeface="Arial"/>
              </a:rPr>
              <a:t>és</a:t>
            </a:r>
            <a:r>
              <a:rPr sz="2000" spc="14" dirty="0" smtClean="0">
                <a:latin typeface="Arial"/>
                <a:cs typeface="Arial"/>
              </a:rPr>
              <a:t> </a:t>
            </a:r>
            <a:r>
              <a:rPr sz="2000" spc="-9" dirty="0" smtClean="0">
                <a:latin typeface="Arial"/>
                <a:cs typeface="Arial"/>
              </a:rPr>
              <a:t>d</a:t>
            </a:r>
            <a:r>
              <a:rPr sz="2000" spc="0" dirty="0" smtClean="0">
                <a:latin typeface="Arial"/>
                <a:cs typeface="Arial"/>
              </a:rPr>
              <a:t>o</a:t>
            </a:r>
            <a:r>
              <a:rPr sz="2000" spc="9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p</a:t>
            </a:r>
            <a:r>
              <a:rPr sz="2000" spc="-9" dirty="0" smtClean="0">
                <a:latin typeface="Arial"/>
                <a:cs typeface="Arial"/>
              </a:rPr>
              <a:t>r</a:t>
            </a:r>
            <a:r>
              <a:rPr sz="2000" spc="0" dirty="0" smtClean="0">
                <a:latin typeface="Arial"/>
                <a:cs typeface="Arial"/>
              </a:rPr>
              <a:t>odu</a:t>
            </a:r>
            <a:r>
              <a:rPr sz="2000" spc="-4" dirty="0" smtClean="0">
                <a:latin typeface="Arial"/>
                <a:cs typeface="Arial"/>
              </a:rPr>
              <a:t>t</a:t>
            </a:r>
            <a:r>
              <a:rPr sz="2000" spc="0" dirty="0" smtClean="0">
                <a:latin typeface="Arial"/>
                <a:cs typeface="Arial"/>
              </a:rPr>
              <a:t>o</a:t>
            </a:r>
            <a:r>
              <a:rPr sz="2000" spc="9" dirty="0" smtClean="0">
                <a:latin typeface="Arial"/>
                <a:cs typeface="Arial"/>
              </a:rPr>
              <a:t> </a:t>
            </a:r>
            <a:r>
              <a:rPr sz="2000" spc="-9" dirty="0" smtClean="0">
                <a:latin typeface="Arial"/>
                <a:cs typeface="Arial"/>
              </a:rPr>
              <a:t>e</a:t>
            </a:r>
            <a:r>
              <a:rPr sz="2000" spc="0" dirty="0" smtClean="0">
                <a:latin typeface="Arial"/>
                <a:cs typeface="Arial"/>
              </a:rPr>
              <a:t>n</a:t>
            </a:r>
            <a:r>
              <a:rPr sz="2000" spc="-14" dirty="0" smtClean="0">
                <a:latin typeface="Arial"/>
                <a:cs typeface="Arial"/>
              </a:rPr>
              <a:t>t</a:t>
            </a:r>
            <a:r>
              <a:rPr sz="2000" spc="4" dirty="0" smtClean="0">
                <a:latin typeface="Arial"/>
                <a:cs typeface="Arial"/>
              </a:rPr>
              <a:t>r</a:t>
            </a:r>
            <a:r>
              <a:rPr sz="2000" spc="0" dirty="0" smtClean="0">
                <a:latin typeface="Arial"/>
                <a:cs typeface="Arial"/>
              </a:rPr>
              <a:t>e</a:t>
            </a:r>
            <a:r>
              <a:rPr sz="2000" spc="9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a á</a:t>
            </a:r>
            <a:r>
              <a:rPr sz="2000" spc="4" dirty="0" smtClean="0">
                <a:latin typeface="Arial"/>
                <a:cs typeface="Arial"/>
              </a:rPr>
              <a:t>r</a:t>
            </a:r>
            <a:r>
              <a:rPr sz="2000" spc="0" dirty="0" smtClean="0">
                <a:latin typeface="Arial"/>
                <a:cs typeface="Arial"/>
              </a:rPr>
              <a:t>ea</a:t>
            </a:r>
            <a:r>
              <a:rPr sz="2000" spc="9" dirty="0" smtClean="0">
                <a:latin typeface="Arial"/>
                <a:cs typeface="Arial"/>
              </a:rPr>
              <a:t> </a:t>
            </a:r>
            <a:r>
              <a:rPr sz="2000" spc="-9" dirty="0" smtClean="0">
                <a:latin typeface="Arial"/>
                <a:cs typeface="Arial"/>
              </a:rPr>
              <a:t>d</a:t>
            </a:r>
            <a:r>
              <a:rPr sz="2000" spc="0" dirty="0" smtClean="0">
                <a:latin typeface="Arial"/>
                <a:cs typeface="Arial"/>
              </a:rPr>
              <a:t>a</a:t>
            </a:r>
            <a:r>
              <a:rPr sz="2000" spc="9" dirty="0" smtClean="0">
                <a:latin typeface="Arial"/>
                <a:cs typeface="Arial"/>
              </a:rPr>
              <a:t> </a:t>
            </a:r>
            <a:r>
              <a:rPr sz="2000" spc="4" dirty="0" smtClean="0">
                <a:latin typeface="Arial"/>
                <a:cs typeface="Arial"/>
              </a:rPr>
              <a:t>s</a:t>
            </a:r>
            <a:r>
              <a:rPr sz="2000" spc="-9" dirty="0" smtClean="0">
                <a:latin typeface="Arial"/>
                <a:cs typeface="Arial"/>
              </a:rPr>
              <a:t>e</a:t>
            </a:r>
            <a:r>
              <a:rPr sz="2000" spc="-4" dirty="0" smtClean="0">
                <a:latin typeface="Arial"/>
                <a:cs typeface="Arial"/>
              </a:rPr>
              <a:t>ç</a:t>
            </a:r>
            <a:r>
              <a:rPr sz="2000" spc="0" dirty="0" smtClean="0">
                <a:latin typeface="Arial"/>
                <a:cs typeface="Arial"/>
              </a:rPr>
              <a:t>ão</a:t>
            </a:r>
            <a:r>
              <a:rPr sz="2000" spc="25" dirty="0" smtClean="0">
                <a:latin typeface="Arial"/>
                <a:cs typeface="Arial"/>
              </a:rPr>
              <a:t> </a:t>
            </a:r>
            <a:r>
              <a:rPr sz="2000" spc="-4" dirty="0" smtClean="0">
                <a:latin typeface="Arial"/>
                <a:cs typeface="Arial"/>
              </a:rPr>
              <a:t>t</a:t>
            </a:r>
            <a:r>
              <a:rPr sz="2000" spc="-9" dirty="0" smtClean="0">
                <a:latin typeface="Arial"/>
                <a:cs typeface="Arial"/>
              </a:rPr>
              <a:t>r</a:t>
            </a:r>
            <a:r>
              <a:rPr sz="2000" spc="0" dirty="0" smtClean="0">
                <a:latin typeface="Arial"/>
                <a:cs typeface="Arial"/>
              </a:rPr>
              <a:t>a</a:t>
            </a:r>
            <a:r>
              <a:rPr sz="2000" spc="-9" dirty="0" smtClean="0">
                <a:latin typeface="Arial"/>
                <a:cs typeface="Arial"/>
              </a:rPr>
              <a:t>n</a:t>
            </a:r>
            <a:r>
              <a:rPr sz="2000" spc="4" dirty="0" smtClean="0">
                <a:latin typeface="Arial"/>
                <a:cs typeface="Arial"/>
              </a:rPr>
              <a:t>s</a:t>
            </a:r>
            <a:r>
              <a:rPr sz="2000" spc="-4" dirty="0" smtClean="0">
                <a:latin typeface="Arial"/>
                <a:cs typeface="Arial"/>
              </a:rPr>
              <a:t>v</a:t>
            </a:r>
            <a:r>
              <a:rPr sz="2000" spc="0" dirty="0" smtClean="0">
                <a:latin typeface="Arial"/>
                <a:cs typeface="Arial"/>
              </a:rPr>
              <a:t>e</a:t>
            </a:r>
            <a:r>
              <a:rPr sz="2000" spc="-9" dirty="0" smtClean="0">
                <a:latin typeface="Arial"/>
                <a:cs typeface="Arial"/>
              </a:rPr>
              <a:t>r</a:t>
            </a:r>
            <a:r>
              <a:rPr sz="2000" spc="4" dirty="0" smtClean="0">
                <a:latin typeface="Arial"/>
                <a:cs typeface="Arial"/>
              </a:rPr>
              <a:t>s</a:t>
            </a:r>
            <a:r>
              <a:rPr sz="2000" spc="-4" dirty="0" smtClean="0">
                <a:latin typeface="Arial"/>
                <a:cs typeface="Arial"/>
              </a:rPr>
              <a:t>a</a:t>
            </a:r>
            <a:r>
              <a:rPr sz="2000" spc="0" dirty="0" smtClean="0">
                <a:latin typeface="Arial"/>
                <a:cs typeface="Arial"/>
              </a:rPr>
              <a:t>l</a:t>
            </a:r>
            <a:r>
              <a:rPr sz="2000" spc="20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do</a:t>
            </a:r>
            <a:r>
              <a:rPr sz="2000" spc="24" dirty="0" smtClean="0">
                <a:latin typeface="Arial"/>
                <a:cs typeface="Arial"/>
              </a:rPr>
              <a:t> </a:t>
            </a:r>
            <a:r>
              <a:rPr sz="2000" spc="4" dirty="0" smtClean="0">
                <a:latin typeface="Arial"/>
                <a:cs typeface="Arial"/>
              </a:rPr>
              <a:t>c</a:t>
            </a:r>
            <a:r>
              <a:rPr sz="2000" spc="0" dirty="0" smtClean="0">
                <a:latin typeface="Arial"/>
                <a:cs typeface="Arial"/>
              </a:rPr>
              <a:t>ond</a:t>
            </a:r>
            <a:r>
              <a:rPr sz="2000" spc="-9" dirty="0" smtClean="0">
                <a:latin typeface="Arial"/>
                <a:cs typeface="Arial"/>
              </a:rPr>
              <a:t>u</a:t>
            </a:r>
            <a:r>
              <a:rPr sz="2000" spc="-4" dirty="0" smtClean="0">
                <a:latin typeface="Arial"/>
                <a:cs typeface="Arial"/>
              </a:rPr>
              <a:t>t</a:t>
            </a:r>
            <a:r>
              <a:rPr sz="2000" spc="0" dirty="0" smtClean="0">
                <a:latin typeface="Arial"/>
                <a:cs typeface="Arial"/>
              </a:rPr>
              <a:t>o</a:t>
            </a:r>
            <a:r>
              <a:rPr sz="2000" spc="9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e</a:t>
            </a:r>
            <a:r>
              <a:rPr sz="2000" spc="24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a </a:t>
            </a:r>
            <a:endParaRPr sz="2000">
              <a:latin typeface="Arial"/>
              <a:cs typeface="Arial"/>
            </a:endParaRPr>
          </a:p>
          <a:p>
            <a:pPr marL="12700" algn="just">
              <a:lnSpc>
                <a:spcPts val="1924"/>
              </a:lnSpc>
            </a:pPr>
            <a:r>
              <a:rPr sz="2000" spc="-4" dirty="0" smtClean="0">
                <a:latin typeface="Arial"/>
                <a:cs typeface="Arial"/>
              </a:rPr>
              <a:t>v</a:t>
            </a:r>
            <a:r>
              <a:rPr sz="2000" spc="0" dirty="0" smtClean="0">
                <a:latin typeface="Arial"/>
                <a:cs typeface="Arial"/>
              </a:rPr>
              <a:t>elo</a:t>
            </a:r>
            <a:r>
              <a:rPr sz="2000" spc="4" dirty="0" smtClean="0">
                <a:latin typeface="Arial"/>
                <a:cs typeface="Arial"/>
              </a:rPr>
              <a:t>c</a:t>
            </a:r>
            <a:r>
              <a:rPr sz="2000" spc="0" dirty="0" smtClean="0">
                <a:latin typeface="Arial"/>
                <a:cs typeface="Arial"/>
              </a:rPr>
              <a:t>idade</a:t>
            </a:r>
            <a:r>
              <a:rPr sz="2000" spc="10" dirty="0" smtClean="0">
                <a:latin typeface="Arial"/>
                <a:cs typeface="Arial"/>
              </a:rPr>
              <a:t> </a:t>
            </a:r>
            <a:r>
              <a:rPr sz="2000" spc="-9" dirty="0" smtClean="0">
                <a:latin typeface="Arial"/>
                <a:cs typeface="Arial"/>
              </a:rPr>
              <a:t>d</a:t>
            </a:r>
            <a:r>
              <a:rPr sz="2000" spc="0" dirty="0" smtClean="0">
                <a:latin typeface="Arial"/>
                <a:cs typeface="Arial"/>
              </a:rPr>
              <a:t>o</a:t>
            </a:r>
            <a:r>
              <a:rPr sz="2000" spc="25" dirty="0" smtClean="0">
                <a:latin typeface="Arial"/>
                <a:cs typeface="Arial"/>
              </a:rPr>
              <a:t> </a:t>
            </a:r>
            <a:r>
              <a:rPr sz="2000" spc="-9" dirty="0" smtClean="0">
                <a:latin typeface="Arial"/>
                <a:cs typeface="Arial"/>
              </a:rPr>
              <a:t>e</a:t>
            </a:r>
            <a:r>
              <a:rPr sz="2000" spc="4" dirty="0" smtClean="0">
                <a:latin typeface="Arial"/>
                <a:cs typeface="Arial"/>
              </a:rPr>
              <a:t>s</a:t>
            </a:r>
            <a:r>
              <a:rPr sz="2000" spc="-4" dirty="0" smtClean="0">
                <a:latin typeface="Arial"/>
                <a:cs typeface="Arial"/>
              </a:rPr>
              <a:t>c</a:t>
            </a:r>
            <a:r>
              <a:rPr sz="2000" spc="0" dirty="0" smtClean="0">
                <a:latin typeface="Arial"/>
                <a:cs typeface="Arial"/>
              </a:rPr>
              <a:t>oa</a:t>
            </a:r>
            <a:r>
              <a:rPr sz="2000" spc="-14" dirty="0" smtClean="0">
                <a:latin typeface="Arial"/>
                <a:cs typeface="Arial"/>
              </a:rPr>
              <a:t>m</a:t>
            </a:r>
            <a:r>
              <a:rPr sz="2000" spc="0" dirty="0" smtClean="0">
                <a:latin typeface="Arial"/>
                <a:cs typeface="Arial"/>
              </a:rPr>
              <a:t>en</a:t>
            </a:r>
            <a:r>
              <a:rPr sz="2000" spc="-14" dirty="0" smtClean="0">
                <a:latin typeface="Arial"/>
                <a:cs typeface="Arial"/>
              </a:rPr>
              <a:t>t</a:t>
            </a:r>
            <a:r>
              <a:rPr sz="2000" spc="0" dirty="0" smtClean="0">
                <a:latin typeface="Arial"/>
                <a:cs typeface="Arial"/>
              </a:rPr>
              <a:t>o</a:t>
            </a:r>
            <a:r>
              <a:rPr sz="2000" spc="25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n</a:t>
            </a:r>
            <a:r>
              <a:rPr sz="2000" spc="-9" dirty="0" smtClean="0">
                <a:latin typeface="Arial"/>
                <a:cs typeface="Arial"/>
              </a:rPr>
              <a:t>e</a:t>
            </a:r>
            <a:r>
              <a:rPr sz="2000" spc="4" dirty="0" smtClean="0">
                <a:latin typeface="Arial"/>
                <a:cs typeface="Arial"/>
              </a:rPr>
              <a:t>s</a:t>
            </a:r>
            <a:r>
              <a:rPr sz="2000" spc="-4" dirty="0" smtClean="0">
                <a:latin typeface="Arial"/>
                <a:cs typeface="Arial"/>
              </a:rPr>
              <a:t>t</a:t>
            </a:r>
            <a:r>
              <a:rPr sz="2000" spc="0" dirty="0" smtClean="0">
                <a:latin typeface="Arial"/>
                <a:cs typeface="Arial"/>
              </a:rPr>
              <a:t>e </a:t>
            </a:r>
            <a:r>
              <a:rPr sz="2000" spc="4" dirty="0" smtClean="0">
                <a:latin typeface="Arial"/>
                <a:cs typeface="Arial"/>
              </a:rPr>
              <a:t>c</a:t>
            </a:r>
            <a:r>
              <a:rPr sz="2000" spc="0" dirty="0" smtClean="0">
                <a:latin typeface="Arial"/>
                <a:cs typeface="Arial"/>
              </a:rPr>
              <a:t>on</a:t>
            </a:r>
            <a:r>
              <a:rPr sz="2000" spc="-9" dirty="0" smtClean="0">
                <a:latin typeface="Arial"/>
                <a:cs typeface="Arial"/>
              </a:rPr>
              <a:t>d</a:t>
            </a:r>
            <a:r>
              <a:rPr sz="2000" spc="0" dirty="0" smtClean="0">
                <a:latin typeface="Arial"/>
                <a:cs typeface="Arial"/>
              </a:rPr>
              <a:t>u</a:t>
            </a:r>
            <a:r>
              <a:rPr sz="2000" spc="-4" dirty="0" smtClean="0">
                <a:latin typeface="Arial"/>
                <a:cs typeface="Arial"/>
              </a:rPr>
              <a:t>t</a:t>
            </a:r>
            <a:r>
              <a:rPr sz="2000" spc="0" dirty="0" smtClean="0">
                <a:latin typeface="Arial"/>
                <a:cs typeface="Arial"/>
              </a:rPr>
              <a:t>o</a:t>
            </a:r>
            <a:r>
              <a:rPr sz="2000" spc="10" dirty="0" smtClean="0">
                <a:latin typeface="Arial"/>
                <a:cs typeface="Arial"/>
              </a:rPr>
              <a:t> </a:t>
            </a:r>
            <a:r>
              <a:rPr sz="2000" spc="4" dirty="0" smtClean="0">
                <a:latin typeface="Arial"/>
                <a:cs typeface="Arial"/>
              </a:rPr>
              <a:t>c</a:t>
            </a:r>
            <a:r>
              <a:rPr sz="2000" spc="-9" dirty="0" smtClean="0">
                <a:latin typeface="Arial"/>
                <a:cs typeface="Arial"/>
              </a:rPr>
              <a:t>o</a:t>
            </a:r>
            <a:r>
              <a:rPr sz="2000" spc="0" dirty="0" smtClean="0">
                <a:latin typeface="Arial"/>
                <a:cs typeface="Arial"/>
              </a:rPr>
              <a:t>mo</a:t>
            </a:r>
            <a:r>
              <a:rPr sz="2000" spc="25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p</a:t>
            </a:r>
            <a:r>
              <a:rPr sz="2000" spc="-9" dirty="0" smtClean="0">
                <a:latin typeface="Arial"/>
                <a:cs typeface="Arial"/>
              </a:rPr>
              <a:t>o</a:t>
            </a:r>
            <a:r>
              <a:rPr sz="2000" spc="0" dirty="0" smtClean="0">
                <a:latin typeface="Arial"/>
                <a:cs typeface="Arial"/>
              </a:rPr>
              <a:t>de</a:t>
            </a:r>
            <a:r>
              <a:rPr sz="2000" spc="25" dirty="0" smtClean="0">
                <a:latin typeface="Arial"/>
                <a:cs typeface="Arial"/>
              </a:rPr>
              <a:t> </a:t>
            </a:r>
            <a:r>
              <a:rPr sz="2000" spc="4" dirty="0" smtClean="0">
                <a:latin typeface="Arial"/>
                <a:cs typeface="Arial"/>
              </a:rPr>
              <a:t>s</a:t>
            </a:r>
            <a:r>
              <a:rPr sz="2000" spc="-4" dirty="0" smtClean="0">
                <a:latin typeface="Arial"/>
                <a:cs typeface="Arial"/>
              </a:rPr>
              <a:t>e</a:t>
            </a:r>
            <a:r>
              <a:rPr sz="2000" spc="0" dirty="0" smtClean="0">
                <a:latin typeface="Arial"/>
                <a:cs typeface="Arial"/>
              </a:rPr>
              <a:t>r</a:t>
            </a:r>
            <a:r>
              <a:rPr sz="2000" spc="39" dirty="0" smtClean="0">
                <a:latin typeface="Arial"/>
                <a:cs typeface="Arial"/>
              </a:rPr>
              <a:t> </a:t>
            </a:r>
            <a:r>
              <a:rPr sz="2000" spc="-9" dirty="0" smtClean="0">
                <a:latin typeface="Arial"/>
                <a:cs typeface="Arial"/>
              </a:rPr>
              <a:t>o</a:t>
            </a:r>
            <a:r>
              <a:rPr sz="2000" spc="0" dirty="0" smtClean="0">
                <a:latin typeface="Arial"/>
                <a:cs typeface="Arial"/>
              </a:rPr>
              <a:t>b</a:t>
            </a:r>
            <a:r>
              <a:rPr sz="2000" spc="-4" dirty="0" smtClean="0">
                <a:latin typeface="Arial"/>
                <a:cs typeface="Arial"/>
              </a:rPr>
              <a:t>s</a:t>
            </a:r>
            <a:r>
              <a:rPr sz="2000" spc="-9" dirty="0" smtClean="0">
                <a:latin typeface="Arial"/>
                <a:cs typeface="Arial"/>
              </a:rPr>
              <a:t>er</a:t>
            </a:r>
            <a:r>
              <a:rPr sz="2000" spc="-4" dirty="0" smtClean="0">
                <a:latin typeface="Arial"/>
                <a:cs typeface="Arial"/>
              </a:rPr>
              <a:t>v</a:t>
            </a:r>
            <a:r>
              <a:rPr sz="2000" spc="0" dirty="0" smtClean="0">
                <a:latin typeface="Arial"/>
                <a:cs typeface="Arial"/>
              </a:rPr>
              <a:t>ado </a:t>
            </a:r>
            <a:endParaRPr sz="2000">
              <a:latin typeface="Arial"/>
              <a:cs typeface="Arial"/>
            </a:endParaRPr>
          </a:p>
          <a:p>
            <a:pPr marL="12700" algn="just">
              <a:lnSpc>
                <a:spcPts val="1924"/>
              </a:lnSpc>
            </a:pPr>
            <a:r>
              <a:rPr sz="2000" spc="0" dirty="0" smtClean="0">
                <a:latin typeface="Arial"/>
                <a:cs typeface="Arial"/>
              </a:rPr>
              <a:t>na </a:t>
            </a:r>
            <a:r>
              <a:rPr sz="2000" spc="-4" dirty="0" smtClean="0">
                <a:latin typeface="Arial"/>
                <a:cs typeface="Arial"/>
              </a:rPr>
              <a:t>f</a:t>
            </a:r>
            <a:r>
              <a:rPr sz="2000" spc="0" dirty="0" smtClean="0">
                <a:latin typeface="Arial"/>
                <a:cs typeface="Arial"/>
              </a:rPr>
              <a:t>ig</a:t>
            </a:r>
            <a:r>
              <a:rPr sz="2000" spc="-9" dirty="0" smtClean="0">
                <a:latin typeface="Arial"/>
                <a:cs typeface="Arial"/>
              </a:rPr>
              <a:t>u</a:t>
            </a:r>
            <a:r>
              <a:rPr sz="2000" spc="4" dirty="0" smtClean="0">
                <a:latin typeface="Arial"/>
                <a:cs typeface="Arial"/>
              </a:rPr>
              <a:t>r</a:t>
            </a:r>
            <a:r>
              <a:rPr sz="2000" spc="0" dirty="0" smtClean="0">
                <a:latin typeface="Arial"/>
                <a:cs typeface="Arial"/>
              </a:rPr>
              <a:t>a</a:t>
            </a:r>
            <a:r>
              <a:rPr sz="2000" spc="-14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a </a:t>
            </a:r>
            <a:r>
              <a:rPr sz="2000" spc="-4" dirty="0" smtClean="0">
                <a:latin typeface="Arial"/>
                <a:cs typeface="Arial"/>
              </a:rPr>
              <a:t>s</a:t>
            </a:r>
            <a:r>
              <a:rPr sz="2000" spc="-9" dirty="0" smtClean="0">
                <a:latin typeface="Arial"/>
                <a:cs typeface="Arial"/>
              </a:rPr>
              <a:t>e</a:t>
            </a:r>
            <a:r>
              <a:rPr sz="2000" spc="0" dirty="0" smtClean="0">
                <a:latin typeface="Arial"/>
                <a:cs typeface="Arial"/>
              </a:rPr>
              <a:t>gui</a:t>
            </a:r>
            <a:r>
              <a:rPr sz="2000" spc="4" dirty="0" smtClean="0">
                <a:latin typeface="Arial"/>
                <a:cs typeface="Arial"/>
              </a:rPr>
              <a:t>r</a:t>
            </a:r>
            <a:r>
              <a:rPr sz="2000" spc="0" dirty="0" smtClean="0">
                <a:latin typeface="Arial"/>
                <a:cs typeface="Arial"/>
              </a:rPr>
              <a:t>.</a:t>
            </a:r>
            <a:endParaRPr sz="20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238384" y="1695333"/>
            <a:ext cx="208978" cy="2158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635"/>
              </a:lnSpc>
              <a:spcBef>
                <a:spcPts val="81"/>
              </a:spcBef>
            </a:pPr>
            <a:r>
              <a:rPr sz="1500" spc="208" dirty="0" smtClean="0">
                <a:solidFill>
                  <a:srgbClr val="65FF32"/>
                </a:solidFill>
                <a:latin typeface="Arial"/>
                <a:cs typeface="Arial"/>
              </a:rPr>
              <a:t>□</a:t>
            </a:r>
            <a:endParaRPr sz="15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705487" y="2622642"/>
            <a:ext cx="4460190" cy="47193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730"/>
              </a:lnSpc>
              <a:spcBef>
                <a:spcPts val="86"/>
              </a:spcBef>
            </a:pPr>
            <a:r>
              <a:rPr sz="1600" spc="4" dirty="0" smtClean="0">
                <a:latin typeface="Arial"/>
                <a:cs typeface="Arial"/>
              </a:rPr>
              <a:t>P</a:t>
            </a:r>
            <a:r>
              <a:rPr sz="1600" spc="0" dirty="0" smtClean="0">
                <a:latin typeface="Arial"/>
                <a:cs typeface="Arial"/>
              </a:rPr>
              <a:t>e</a:t>
            </a:r>
            <a:r>
              <a:rPr sz="1600" spc="4" dirty="0" smtClean="0">
                <a:latin typeface="Arial"/>
                <a:cs typeface="Arial"/>
              </a:rPr>
              <a:t>l</a:t>
            </a:r>
            <a:r>
              <a:rPr sz="1600" spc="0" dirty="0" smtClean="0">
                <a:latin typeface="Arial"/>
                <a:cs typeface="Arial"/>
              </a:rPr>
              <a:t>a</a:t>
            </a:r>
            <a:r>
              <a:rPr sz="1600" spc="-31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an</a:t>
            </a:r>
            <a:r>
              <a:rPr sz="1600" spc="-9" dirty="0" smtClean="0">
                <a:latin typeface="Arial"/>
                <a:cs typeface="Arial"/>
              </a:rPr>
              <a:t>á</a:t>
            </a:r>
            <a:r>
              <a:rPr sz="1600" spc="-4" dirty="0" smtClean="0">
                <a:latin typeface="Arial"/>
                <a:cs typeface="Arial"/>
              </a:rPr>
              <a:t>l</a:t>
            </a:r>
            <a:r>
              <a:rPr sz="1600" spc="4" dirty="0" smtClean="0">
                <a:latin typeface="Arial"/>
                <a:cs typeface="Arial"/>
              </a:rPr>
              <a:t>is</a:t>
            </a:r>
            <a:r>
              <a:rPr sz="1600" spc="0" dirty="0" smtClean="0">
                <a:latin typeface="Arial"/>
                <a:cs typeface="Arial"/>
              </a:rPr>
              <a:t>e</a:t>
            </a:r>
            <a:r>
              <a:rPr sz="1600" spc="-50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da</a:t>
            </a:r>
            <a:r>
              <a:rPr sz="1600" spc="-17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f</a:t>
            </a:r>
            <a:r>
              <a:rPr sz="1600" spc="4" dirty="0" smtClean="0">
                <a:latin typeface="Arial"/>
                <a:cs typeface="Arial"/>
              </a:rPr>
              <a:t>i</a:t>
            </a:r>
            <a:r>
              <a:rPr sz="1600" spc="0" dirty="0" smtClean="0">
                <a:latin typeface="Arial"/>
                <a:cs typeface="Arial"/>
              </a:rPr>
              <a:t>gu</a:t>
            </a:r>
            <a:r>
              <a:rPr sz="1600" spc="-4" dirty="0" smtClean="0">
                <a:latin typeface="Arial"/>
                <a:cs typeface="Arial"/>
              </a:rPr>
              <a:t>r</a:t>
            </a:r>
            <a:r>
              <a:rPr sz="1600" spc="0" dirty="0" smtClean="0">
                <a:latin typeface="Arial"/>
                <a:cs typeface="Arial"/>
              </a:rPr>
              <a:t>a,</a:t>
            </a:r>
            <a:r>
              <a:rPr sz="1600" spc="-34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é</a:t>
            </a:r>
            <a:r>
              <a:rPr sz="1600" spc="-8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po</a:t>
            </a:r>
            <a:r>
              <a:rPr sz="1600" spc="4" dirty="0" smtClean="0">
                <a:latin typeface="Arial"/>
                <a:cs typeface="Arial"/>
              </a:rPr>
              <a:t>ss</a:t>
            </a:r>
            <a:r>
              <a:rPr sz="1600" spc="0" dirty="0" smtClean="0">
                <a:latin typeface="Arial"/>
                <a:cs typeface="Arial"/>
              </a:rPr>
              <a:t>í</a:t>
            </a:r>
            <a:r>
              <a:rPr sz="1600" spc="4" dirty="0" smtClean="0">
                <a:latin typeface="Arial"/>
                <a:cs typeface="Arial"/>
              </a:rPr>
              <a:t>v</a:t>
            </a:r>
            <a:r>
              <a:rPr sz="1600" spc="0" dirty="0" smtClean="0">
                <a:latin typeface="Arial"/>
                <a:cs typeface="Arial"/>
              </a:rPr>
              <a:t>el</a:t>
            </a:r>
            <a:r>
              <a:rPr sz="1600" spc="-58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ob</a:t>
            </a:r>
            <a:r>
              <a:rPr sz="1600" spc="4" dirty="0" smtClean="0">
                <a:latin typeface="Arial"/>
                <a:cs typeface="Arial"/>
              </a:rPr>
              <a:t>s</a:t>
            </a:r>
            <a:r>
              <a:rPr sz="1600" spc="0" dirty="0" smtClean="0">
                <a:latin typeface="Arial"/>
                <a:cs typeface="Arial"/>
              </a:rPr>
              <a:t>e</a:t>
            </a:r>
            <a:r>
              <a:rPr sz="1600" spc="-4" dirty="0" smtClean="0">
                <a:latin typeface="Arial"/>
                <a:cs typeface="Arial"/>
              </a:rPr>
              <a:t>r</a:t>
            </a:r>
            <a:r>
              <a:rPr sz="1600" spc="4" dirty="0" smtClean="0">
                <a:latin typeface="Arial"/>
                <a:cs typeface="Arial"/>
              </a:rPr>
              <a:t>v</a:t>
            </a:r>
            <a:r>
              <a:rPr sz="1600" spc="0" dirty="0" smtClean="0">
                <a:latin typeface="Arial"/>
                <a:cs typeface="Arial"/>
              </a:rPr>
              <a:t>ar</a:t>
            </a:r>
            <a:r>
              <a:rPr sz="1600" spc="-62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que</a:t>
            </a:r>
            <a:r>
              <a:rPr sz="1600" spc="-16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o</a:t>
            </a:r>
            <a:endParaRPr sz="1600">
              <a:latin typeface="Arial"/>
              <a:cs typeface="Arial"/>
            </a:endParaRPr>
          </a:p>
          <a:p>
            <a:pPr marL="12700" marR="30403">
              <a:lnSpc>
                <a:spcPct val="95825"/>
              </a:lnSpc>
            </a:pPr>
            <a:r>
              <a:rPr sz="1600" spc="4" dirty="0" smtClean="0">
                <a:latin typeface="Arial"/>
                <a:cs typeface="Arial"/>
              </a:rPr>
              <a:t>v</a:t>
            </a:r>
            <a:r>
              <a:rPr sz="1600" spc="0" dirty="0" smtClean="0">
                <a:latin typeface="Arial"/>
                <a:cs typeface="Arial"/>
              </a:rPr>
              <a:t>o</a:t>
            </a:r>
            <a:r>
              <a:rPr sz="1600" spc="4" dirty="0" smtClean="0">
                <a:latin typeface="Arial"/>
                <a:cs typeface="Arial"/>
              </a:rPr>
              <a:t>l</a:t>
            </a:r>
            <a:r>
              <a:rPr sz="1600" spc="0" dirty="0" smtClean="0">
                <a:latin typeface="Arial"/>
                <a:cs typeface="Arial"/>
              </a:rPr>
              <a:t>ume</a:t>
            </a:r>
            <a:r>
              <a:rPr sz="1600" spc="-51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do</a:t>
            </a:r>
            <a:r>
              <a:rPr sz="1600" spc="-17" dirty="0" smtClean="0">
                <a:latin typeface="Arial"/>
                <a:cs typeface="Arial"/>
              </a:rPr>
              <a:t> </a:t>
            </a:r>
            <a:r>
              <a:rPr sz="1600" spc="4" dirty="0" smtClean="0">
                <a:latin typeface="Arial"/>
                <a:cs typeface="Arial"/>
              </a:rPr>
              <a:t>c</a:t>
            </a:r>
            <a:r>
              <a:rPr sz="1600" spc="-4" dirty="0" smtClean="0">
                <a:latin typeface="Arial"/>
                <a:cs typeface="Arial"/>
              </a:rPr>
              <a:t>il</a:t>
            </a:r>
            <a:r>
              <a:rPr sz="1600" spc="4" dirty="0" smtClean="0">
                <a:latin typeface="Arial"/>
                <a:cs typeface="Arial"/>
              </a:rPr>
              <a:t>i</a:t>
            </a:r>
            <a:r>
              <a:rPr sz="1600" spc="0" dirty="0" smtClean="0">
                <a:latin typeface="Arial"/>
                <a:cs typeface="Arial"/>
              </a:rPr>
              <a:t>nd</a:t>
            </a:r>
            <a:r>
              <a:rPr sz="1600" spc="-4" dirty="0" smtClean="0">
                <a:latin typeface="Arial"/>
                <a:cs typeface="Arial"/>
              </a:rPr>
              <a:t>r</a:t>
            </a:r>
            <a:r>
              <a:rPr sz="1600" spc="0" dirty="0" smtClean="0">
                <a:latin typeface="Arial"/>
                <a:cs typeface="Arial"/>
              </a:rPr>
              <a:t>o</a:t>
            </a:r>
            <a:r>
              <a:rPr sz="1600" spc="-50" dirty="0" smtClean="0">
                <a:latin typeface="Arial"/>
                <a:cs typeface="Arial"/>
              </a:rPr>
              <a:t> </a:t>
            </a:r>
            <a:r>
              <a:rPr sz="1600" spc="14" dirty="0" smtClean="0">
                <a:latin typeface="Arial"/>
                <a:cs typeface="Arial"/>
              </a:rPr>
              <a:t>t</a:t>
            </a:r>
            <a:r>
              <a:rPr sz="1600" spc="-4" dirty="0" smtClean="0">
                <a:latin typeface="Arial"/>
                <a:cs typeface="Arial"/>
              </a:rPr>
              <a:t>r</a:t>
            </a:r>
            <a:r>
              <a:rPr sz="1600" spc="0" dirty="0" smtClean="0">
                <a:latin typeface="Arial"/>
                <a:cs typeface="Arial"/>
              </a:rPr>
              <a:t>a</a:t>
            </a:r>
            <a:r>
              <a:rPr sz="1600" spc="4" dirty="0" smtClean="0">
                <a:latin typeface="Arial"/>
                <a:cs typeface="Arial"/>
              </a:rPr>
              <a:t>c</a:t>
            </a:r>
            <a:r>
              <a:rPr sz="1600" spc="0" dirty="0" smtClean="0">
                <a:latin typeface="Arial"/>
                <a:cs typeface="Arial"/>
              </a:rPr>
              <a:t>e</a:t>
            </a:r>
            <a:r>
              <a:rPr sz="1600" spc="4" dirty="0" smtClean="0">
                <a:latin typeface="Arial"/>
                <a:cs typeface="Arial"/>
              </a:rPr>
              <a:t>j</a:t>
            </a:r>
            <a:r>
              <a:rPr sz="1600" spc="0" dirty="0" smtClean="0">
                <a:latin typeface="Arial"/>
                <a:cs typeface="Arial"/>
              </a:rPr>
              <a:t>ado</a:t>
            </a:r>
            <a:r>
              <a:rPr sz="1600" spc="-65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é</a:t>
            </a:r>
            <a:r>
              <a:rPr sz="1600" spc="-8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dado</a:t>
            </a:r>
            <a:r>
              <a:rPr sz="1600" spc="-35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po</a:t>
            </a:r>
            <a:r>
              <a:rPr sz="1600" spc="9" dirty="0" smtClean="0">
                <a:latin typeface="Arial"/>
                <a:cs typeface="Arial"/>
              </a:rPr>
              <a:t>r</a:t>
            </a:r>
            <a:r>
              <a:rPr sz="1600" spc="0" dirty="0" smtClean="0">
                <a:latin typeface="Arial"/>
                <a:cs typeface="Arial"/>
              </a:rPr>
              <a:t>:</a:t>
            </a:r>
            <a:endParaRPr sz="16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705487" y="3599526"/>
            <a:ext cx="4504301" cy="47345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730"/>
              </a:lnSpc>
              <a:spcBef>
                <a:spcPts val="86"/>
              </a:spcBef>
            </a:pPr>
            <a:r>
              <a:rPr sz="1600" spc="4" dirty="0" smtClean="0">
                <a:latin typeface="Arial"/>
                <a:cs typeface="Arial"/>
              </a:rPr>
              <a:t>S</a:t>
            </a:r>
            <a:r>
              <a:rPr sz="1600" spc="0" dirty="0" smtClean="0">
                <a:latin typeface="Arial"/>
                <a:cs typeface="Arial"/>
              </a:rPr>
              <a:t>ub</a:t>
            </a:r>
            <a:r>
              <a:rPr sz="1600" spc="4" dirty="0" smtClean="0">
                <a:latin typeface="Arial"/>
                <a:cs typeface="Arial"/>
              </a:rPr>
              <a:t>s</a:t>
            </a:r>
            <a:r>
              <a:rPr sz="1600" spc="0" dirty="0" smtClean="0">
                <a:latin typeface="Arial"/>
                <a:cs typeface="Arial"/>
              </a:rPr>
              <a:t>t</a:t>
            </a:r>
            <a:r>
              <a:rPr sz="1600" spc="4" dirty="0" smtClean="0">
                <a:latin typeface="Arial"/>
                <a:cs typeface="Arial"/>
              </a:rPr>
              <a:t>i</a:t>
            </a:r>
            <a:r>
              <a:rPr sz="1600" spc="0" dirty="0" smtClean="0">
                <a:latin typeface="Arial"/>
                <a:cs typeface="Arial"/>
              </a:rPr>
              <a:t>t</a:t>
            </a:r>
            <a:r>
              <a:rPr sz="1600" spc="-9" dirty="0" smtClean="0">
                <a:latin typeface="Arial"/>
                <a:cs typeface="Arial"/>
              </a:rPr>
              <a:t>u</a:t>
            </a:r>
            <a:r>
              <a:rPr sz="1600" spc="4" dirty="0" smtClean="0">
                <a:latin typeface="Arial"/>
                <a:cs typeface="Arial"/>
              </a:rPr>
              <a:t>i</a:t>
            </a:r>
            <a:r>
              <a:rPr sz="1600" spc="0" dirty="0" smtClean="0">
                <a:latin typeface="Arial"/>
                <a:cs typeface="Arial"/>
              </a:rPr>
              <a:t>ndo</a:t>
            </a:r>
            <a:r>
              <a:rPr sz="1600" spc="-87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e</a:t>
            </a:r>
            <a:r>
              <a:rPr sz="1600" spc="4" dirty="0" smtClean="0">
                <a:latin typeface="Arial"/>
                <a:cs typeface="Arial"/>
              </a:rPr>
              <a:t>s</a:t>
            </a:r>
            <a:r>
              <a:rPr sz="1600" spc="-4" dirty="0" smtClean="0">
                <a:latin typeface="Arial"/>
                <a:cs typeface="Arial"/>
              </a:rPr>
              <a:t>s</a:t>
            </a:r>
            <a:r>
              <a:rPr sz="1600" spc="0" dirty="0" smtClean="0">
                <a:latin typeface="Arial"/>
                <a:cs typeface="Arial"/>
              </a:rPr>
              <a:t>a</a:t>
            </a:r>
            <a:r>
              <a:rPr sz="1600" spc="-33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equa</a:t>
            </a:r>
            <a:r>
              <a:rPr sz="1600" spc="4" dirty="0" smtClean="0">
                <a:latin typeface="Arial"/>
                <a:cs typeface="Arial"/>
              </a:rPr>
              <a:t>ç</a:t>
            </a:r>
            <a:r>
              <a:rPr sz="1600" spc="0" dirty="0" smtClean="0">
                <a:latin typeface="Arial"/>
                <a:cs typeface="Arial"/>
              </a:rPr>
              <a:t>ão</a:t>
            </a:r>
            <a:r>
              <a:rPr sz="1600" spc="-61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na</a:t>
            </a:r>
            <a:r>
              <a:rPr sz="1600" spc="-17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e</a:t>
            </a:r>
            <a:r>
              <a:rPr sz="1600" spc="9" dirty="0" smtClean="0">
                <a:latin typeface="Arial"/>
                <a:cs typeface="Arial"/>
              </a:rPr>
              <a:t>q</a:t>
            </a:r>
            <a:r>
              <a:rPr sz="1600" spc="0" dirty="0" smtClean="0">
                <a:latin typeface="Arial"/>
                <a:cs typeface="Arial"/>
              </a:rPr>
              <a:t>ua</a:t>
            </a:r>
            <a:r>
              <a:rPr sz="1600" spc="4" dirty="0" smtClean="0">
                <a:latin typeface="Arial"/>
                <a:cs typeface="Arial"/>
              </a:rPr>
              <a:t>ç</a:t>
            </a:r>
            <a:r>
              <a:rPr sz="1600" spc="0" dirty="0" smtClean="0">
                <a:latin typeface="Arial"/>
                <a:cs typeface="Arial"/>
              </a:rPr>
              <a:t>ão</a:t>
            </a:r>
            <a:r>
              <a:rPr sz="1600" spc="-61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de</a:t>
            </a:r>
            <a:r>
              <a:rPr sz="1600" spc="-17" dirty="0" smtClean="0">
                <a:latin typeface="Arial"/>
                <a:cs typeface="Arial"/>
              </a:rPr>
              <a:t> </a:t>
            </a:r>
            <a:r>
              <a:rPr sz="1600" spc="4" dirty="0" smtClean="0">
                <a:latin typeface="Arial"/>
                <a:cs typeface="Arial"/>
              </a:rPr>
              <a:t>v</a:t>
            </a:r>
            <a:r>
              <a:rPr sz="1600" spc="0" dirty="0" smtClean="0">
                <a:latin typeface="Arial"/>
                <a:cs typeface="Arial"/>
              </a:rPr>
              <a:t>a</a:t>
            </a:r>
            <a:r>
              <a:rPr sz="1600" spc="4" dirty="0" smtClean="0">
                <a:latin typeface="Arial"/>
                <a:cs typeface="Arial"/>
              </a:rPr>
              <a:t>z</a:t>
            </a:r>
            <a:r>
              <a:rPr sz="1600" spc="0" dirty="0" smtClean="0">
                <a:latin typeface="Arial"/>
                <a:cs typeface="Arial"/>
              </a:rPr>
              <a:t>ão</a:t>
            </a:r>
            <a:endParaRPr sz="1600">
              <a:latin typeface="Arial"/>
              <a:cs typeface="Arial"/>
            </a:endParaRPr>
          </a:p>
          <a:p>
            <a:pPr marL="12700" marR="30403">
              <a:lnSpc>
                <a:spcPct val="95825"/>
              </a:lnSpc>
              <a:spcBef>
                <a:spcPts val="3"/>
              </a:spcBef>
            </a:pPr>
            <a:r>
              <a:rPr sz="1600" spc="4" dirty="0" smtClean="0">
                <a:latin typeface="Arial"/>
                <a:cs typeface="Arial"/>
              </a:rPr>
              <a:t>v</a:t>
            </a:r>
            <a:r>
              <a:rPr sz="1600" spc="0" dirty="0" smtClean="0">
                <a:latin typeface="Arial"/>
                <a:cs typeface="Arial"/>
              </a:rPr>
              <a:t>o</a:t>
            </a:r>
            <a:r>
              <a:rPr sz="1600" spc="4" dirty="0" smtClean="0">
                <a:latin typeface="Arial"/>
                <a:cs typeface="Arial"/>
              </a:rPr>
              <a:t>l</a:t>
            </a:r>
            <a:r>
              <a:rPr sz="1600" spc="0" dirty="0" smtClean="0">
                <a:latin typeface="Arial"/>
                <a:cs typeface="Arial"/>
              </a:rPr>
              <a:t>umét</a:t>
            </a:r>
            <a:r>
              <a:rPr sz="1600" spc="-4" dirty="0" smtClean="0">
                <a:latin typeface="Arial"/>
                <a:cs typeface="Arial"/>
              </a:rPr>
              <a:t>r</a:t>
            </a:r>
            <a:r>
              <a:rPr sz="1600" spc="4" dirty="0" smtClean="0">
                <a:latin typeface="Arial"/>
                <a:cs typeface="Arial"/>
              </a:rPr>
              <a:t>ic</a:t>
            </a:r>
            <a:r>
              <a:rPr sz="1600" spc="0" dirty="0" smtClean="0">
                <a:latin typeface="Arial"/>
                <a:cs typeface="Arial"/>
              </a:rPr>
              <a:t>a,</a:t>
            </a:r>
            <a:r>
              <a:rPr sz="1600" spc="-86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pode</a:t>
            </a:r>
            <a:r>
              <a:rPr sz="1600" spc="-4" dirty="0" smtClean="0">
                <a:latin typeface="Arial"/>
                <a:cs typeface="Arial"/>
              </a:rPr>
              <a:t>-</a:t>
            </a:r>
            <a:r>
              <a:rPr sz="1600" spc="4" dirty="0" smtClean="0">
                <a:latin typeface="Arial"/>
                <a:cs typeface="Arial"/>
              </a:rPr>
              <a:t>s</a:t>
            </a:r>
            <a:r>
              <a:rPr sz="1600" spc="0" dirty="0" smtClean="0">
                <a:latin typeface="Arial"/>
                <a:cs typeface="Arial"/>
              </a:rPr>
              <a:t>e</a:t>
            </a:r>
            <a:r>
              <a:rPr sz="1600" spc="-57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e</a:t>
            </a:r>
            <a:r>
              <a:rPr sz="1600" spc="4" dirty="0" smtClean="0">
                <a:latin typeface="Arial"/>
                <a:cs typeface="Arial"/>
              </a:rPr>
              <a:t>sc</a:t>
            </a:r>
            <a:r>
              <a:rPr sz="1600" spc="-4" dirty="0" smtClean="0">
                <a:latin typeface="Arial"/>
                <a:cs typeface="Arial"/>
              </a:rPr>
              <a:t>r</a:t>
            </a:r>
            <a:r>
              <a:rPr sz="1600" spc="0" dirty="0" smtClean="0">
                <a:latin typeface="Arial"/>
                <a:cs typeface="Arial"/>
              </a:rPr>
              <a:t>e</a:t>
            </a:r>
            <a:r>
              <a:rPr sz="1600" spc="4" dirty="0" smtClean="0">
                <a:latin typeface="Arial"/>
                <a:cs typeface="Arial"/>
              </a:rPr>
              <a:t>v</a:t>
            </a:r>
            <a:r>
              <a:rPr sz="1600" spc="0" dirty="0" smtClean="0">
                <a:latin typeface="Arial"/>
                <a:cs typeface="Arial"/>
              </a:rPr>
              <a:t>er</a:t>
            </a:r>
            <a:r>
              <a:rPr sz="1600" spc="-51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q</a:t>
            </a:r>
            <a:r>
              <a:rPr sz="1600" spc="9" dirty="0" smtClean="0">
                <a:latin typeface="Arial"/>
                <a:cs typeface="Arial"/>
              </a:rPr>
              <a:t>u</a:t>
            </a:r>
            <a:r>
              <a:rPr sz="1600" spc="0" dirty="0" smtClean="0">
                <a:latin typeface="Arial"/>
                <a:cs typeface="Arial"/>
              </a:rPr>
              <a:t>e:</a:t>
            </a:r>
            <a:endParaRPr sz="16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462659" y="4424283"/>
            <a:ext cx="114153" cy="15341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125"/>
              </a:lnSpc>
              <a:spcBef>
                <a:spcPts val="56"/>
              </a:spcBef>
            </a:pPr>
            <a:r>
              <a:rPr sz="1000" spc="0" dirty="0" smtClean="0">
                <a:latin typeface="Times New Roman"/>
                <a:cs typeface="Times New Roman"/>
              </a:rPr>
              <a:t>v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971675" y="4468051"/>
            <a:ext cx="132023" cy="24485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860"/>
              </a:lnSpc>
              <a:spcBef>
                <a:spcPts val="93"/>
              </a:spcBef>
            </a:pPr>
            <a:r>
              <a:rPr sz="1700" spc="4" dirty="0" smtClean="0">
                <a:latin typeface="Times New Roman"/>
                <a:cs typeface="Times New Roman"/>
              </a:rPr>
              <a:t>t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705388" y="4821773"/>
            <a:ext cx="4600542" cy="96265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22349">
              <a:lnSpc>
                <a:spcPts val="1730"/>
              </a:lnSpc>
              <a:spcBef>
                <a:spcPts val="86"/>
              </a:spcBef>
            </a:pPr>
            <a:r>
              <a:rPr sz="1600" spc="0" dirty="0" smtClean="0">
                <a:latin typeface="Arial"/>
                <a:cs typeface="Arial"/>
              </a:rPr>
              <a:t>A</a:t>
            </a:r>
            <a:r>
              <a:rPr sz="1600" spc="-10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pa</a:t>
            </a:r>
            <a:r>
              <a:rPr sz="1600" spc="-4" dirty="0" smtClean="0">
                <a:latin typeface="Arial"/>
                <a:cs typeface="Arial"/>
              </a:rPr>
              <a:t>r</a:t>
            </a:r>
            <a:r>
              <a:rPr sz="1600" spc="0" dirty="0" smtClean="0">
                <a:latin typeface="Arial"/>
                <a:cs typeface="Arial"/>
              </a:rPr>
              <a:t>t</a:t>
            </a:r>
            <a:r>
              <a:rPr sz="1600" spc="4" dirty="0" smtClean="0">
                <a:latin typeface="Arial"/>
                <a:cs typeface="Arial"/>
              </a:rPr>
              <a:t>i</a:t>
            </a:r>
            <a:r>
              <a:rPr sz="1600" spc="0" dirty="0" smtClean="0">
                <a:latin typeface="Arial"/>
                <a:cs typeface="Arial"/>
              </a:rPr>
              <a:t>r</a:t>
            </a:r>
            <a:r>
              <a:rPr sz="1600" spc="-26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dos</a:t>
            </a:r>
            <a:r>
              <a:rPr sz="1600" spc="-20" dirty="0" smtClean="0">
                <a:latin typeface="Arial"/>
                <a:cs typeface="Arial"/>
              </a:rPr>
              <a:t> </a:t>
            </a:r>
            <a:r>
              <a:rPr sz="1600" spc="4" dirty="0" smtClean="0">
                <a:latin typeface="Arial"/>
                <a:cs typeface="Arial"/>
              </a:rPr>
              <a:t>c</a:t>
            </a:r>
            <a:r>
              <a:rPr sz="1600" spc="0" dirty="0" smtClean="0">
                <a:latin typeface="Arial"/>
                <a:cs typeface="Arial"/>
              </a:rPr>
              <a:t>on</a:t>
            </a:r>
            <a:r>
              <a:rPr sz="1600" spc="4" dirty="0" smtClean="0">
                <a:latin typeface="Arial"/>
                <a:cs typeface="Arial"/>
              </a:rPr>
              <a:t>c</a:t>
            </a:r>
            <a:r>
              <a:rPr sz="1600" spc="0" dirty="0" smtClean="0">
                <a:latin typeface="Arial"/>
                <a:cs typeface="Arial"/>
              </a:rPr>
              <a:t>e</a:t>
            </a:r>
            <a:r>
              <a:rPr sz="1600" spc="4" dirty="0" smtClean="0">
                <a:latin typeface="Arial"/>
                <a:cs typeface="Arial"/>
              </a:rPr>
              <a:t>i</a:t>
            </a:r>
            <a:r>
              <a:rPr sz="1600" spc="0" dirty="0" smtClean="0">
                <a:latin typeface="Arial"/>
                <a:cs typeface="Arial"/>
              </a:rPr>
              <a:t>tos</a:t>
            </a:r>
            <a:r>
              <a:rPr sz="1600" spc="-62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bá</a:t>
            </a:r>
            <a:r>
              <a:rPr sz="1600" spc="-4" dirty="0" smtClean="0">
                <a:latin typeface="Arial"/>
                <a:cs typeface="Arial"/>
              </a:rPr>
              <a:t>s</a:t>
            </a:r>
            <a:r>
              <a:rPr sz="1600" spc="4" dirty="0" smtClean="0">
                <a:latin typeface="Arial"/>
                <a:cs typeface="Arial"/>
              </a:rPr>
              <a:t>ic</a:t>
            </a:r>
            <a:r>
              <a:rPr sz="1600" spc="0" dirty="0" smtClean="0">
                <a:latin typeface="Arial"/>
                <a:cs typeface="Arial"/>
              </a:rPr>
              <a:t>os</a:t>
            </a:r>
            <a:r>
              <a:rPr sz="1600" spc="-49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de</a:t>
            </a:r>
            <a:r>
              <a:rPr sz="1600" spc="-17" dirty="0" smtClean="0">
                <a:latin typeface="Arial"/>
                <a:cs typeface="Arial"/>
              </a:rPr>
              <a:t> </a:t>
            </a:r>
            <a:r>
              <a:rPr sz="1600" spc="4" dirty="0" smtClean="0">
                <a:latin typeface="Arial"/>
                <a:cs typeface="Arial"/>
              </a:rPr>
              <a:t>ci</a:t>
            </a:r>
            <a:r>
              <a:rPr sz="1600" spc="0" dirty="0" smtClean="0">
                <a:latin typeface="Arial"/>
                <a:cs typeface="Arial"/>
              </a:rPr>
              <a:t>nemát</a:t>
            </a:r>
            <a:r>
              <a:rPr sz="1600" spc="-4" dirty="0" smtClean="0">
                <a:latin typeface="Arial"/>
                <a:cs typeface="Arial"/>
              </a:rPr>
              <a:t>i</a:t>
            </a:r>
            <a:r>
              <a:rPr sz="1600" spc="4" dirty="0" smtClean="0">
                <a:latin typeface="Arial"/>
                <a:cs typeface="Arial"/>
              </a:rPr>
              <a:t>c</a:t>
            </a:r>
            <a:r>
              <a:rPr sz="1600" spc="0" dirty="0" smtClean="0">
                <a:latin typeface="Arial"/>
                <a:cs typeface="Arial"/>
              </a:rPr>
              <a:t>a</a:t>
            </a:r>
            <a:endParaRPr sz="1600">
              <a:latin typeface="Arial"/>
              <a:cs typeface="Arial"/>
            </a:endParaRPr>
          </a:p>
          <a:p>
            <a:pPr marL="12793" indent="5">
              <a:lnSpc>
                <a:spcPct val="100328"/>
              </a:lnSpc>
              <a:spcBef>
                <a:spcPts val="3"/>
              </a:spcBef>
            </a:pPr>
            <a:r>
              <a:rPr sz="1600" spc="0" dirty="0" smtClean="0">
                <a:latin typeface="Arial"/>
                <a:cs typeface="Arial"/>
              </a:rPr>
              <a:t>ap</a:t>
            </a:r>
            <a:r>
              <a:rPr sz="1600" spc="-4" dirty="0" smtClean="0">
                <a:latin typeface="Arial"/>
                <a:cs typeface="Arial"/>
              </a:rPr>
              <a:t>l</a:t>
            </a:r>
            <a:r>
              <a:rPr sz="1600" spc="4" dirty="0" smtClean="0">
                <a:latin typeface="Arial"/>
                <a:cs typeface="Arial"/>
              </a:rPr>
              <a:t>ic</a:t>
            </a:r>
            <a:r>
              <a:rPr sz="1600" spc="0" dirty="0" smtClean="0">
                <a:latin typeface="Arial"/>
                <a:cs typeface="Arial"/>
              </a:rPr>
              <a:t>ad</a:t>
            </a:r>
            <a:r>
              <a:rPr sz="1600" spc="-9" dirty="0" smtClean="0">
                <a:latin typeface="Arial"/>
                <a:cs typeface="Arial"/>
              </a:rPr>
              <a:t>o</a:t>
            </a:r>
            <a:r>
              <a:rPr sz="1600" spc="0" dirty="0" smtClean="0">
                <a:latin typeface="Arial"/>
                <a:cs typeface="Arial"/>
              </a:rPr>
              <a:t>s</a:t>
            </a:r>
            <a:r>
              <a:rPr sz="1600" spc="-62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em</a:t>
            </a:r>
            <a:r>
              <a:rPr sz="1600" spc="-22" dirty="0" smtClean="0">
                <a:latin typeface="Arial"/>
                <a:cs typeface="Arial"/>
              </a:rPr>
              <a:t> </a:t>
            </a:r>
            <a:r>
              <a:rPr sz="1600" spc="9" dirty="0" smtClean="0">
                <a:latin typeface="Arial"/>
                <a:cs typeface="Arial"/>
              </a:rPr>
              <a:t>F</a:t>
            </a:r>
            <a:r>
              <a:rPr sz="1600" spc="0" dirty="0" smtClean="0">
                <a:latin typeface="Arial"/>
                <a:cs typeface="Arial"/>
              </a:rPr>
              <a:t>í</a:t>
            </a:r>
            <a:r>
              <a:rPr sz="1600" spc="4" dirty="0" smtClean="0">
                <a:latin typeface="Arial"/>
                <a:cs typeface="Arial"/>
              </a:rPr>
              <a:t>sic</a:t>
            </a:r>
            <a:r>
              <a:rPr sz="1600" spc="0" dirty="0" smtClean="0">
                <a:latin typeface="Arial"/>
                <a:cs typeface="Arial"/>
              </a:rPr>
              <a:t>a,</a:t>
            </a:r>
            <a:r>
              <a:rPr sz="1600" spc="-47" dirty="0" smtClean="0">
                <a:latin typeface="Arial"/>
                <a:cs typeface="Arial"/>
              </a:rPr>
              <a:t> </a:t>
            </a:r>
            <a:r>
              <a:rPr sz="1600" spc="4" dirty="0" smtClean="0">
                <a:latin typeface="Arial"/>
                <a:cs typeface="Arial"/>
              </a:rPr>
              <a:t>s</a:t>
            </a:r>
            <a:r>
              <a:rPr sz="1600" spc="0" dirty="0" smtClean="0">
                <a:latin typeface="Arial"/>
                <a:cs typeface="Arial"/>
              </a:rPr>
              <a:t>abe</a:t>
            </a:r>
            <a:r>
              <a:rPr sz="1600" spc="-4" dirty="0" smtClean="0">
                <a:latin typeface="Arial"/>
                <a:cs typeface="Arial"/>
              </a:rPr>
              <a:t>-</a:t>
            </a:r>
            <a:r>
              <a:rPr sz="1600" spc="4" dirty="0" smtClean="0">
                <a:latin typeface="Arial"/>
                <a:cs typeface="Arial"/>
              </a:rPr>
              <a:t>s</a:t>
            </a:r>
            <a:r>
              <a:rPr sz="1600" spc="0" dirty="0" smtClean="0">
                <a:latin typeface="Arial"/>
                <a:cs typeface="Arial"/>
              </a:rPr>
              <a:t>e</a:t>
            </a:r>
            <a:r>
              <a:rPr sz="1600" spc="-56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que</a:t>
            </a:r>
            <a:r>
              <a:rPr sz="1600" spc="-16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a</a:t>
            </a:r>
            <a:r>
              <a:rPr sz="1600" spc="-8" dirty="0" smtClean="0">
                <a:latin typeface="Arial"/>
                <a:cs typeface="Arial"/>
              </a:rPr>
              <a:t> </a:t>
            </a:r>
            <a:r>
              <a:rPr sz="1600" spc="-4" dirty="0" smtClean="0">
                <a:latin typeface="Arial"/>
                <a:cs typeface="Arial"/>
              </a:rPr>
              <a:t>r</a:t>
            </a:r>
            <a:r>
              <a:rPr sz="1600" spc="0" dirty="0" smtClean="0">
                <a:latin typeface="Arial"/>
                <a:cs typeface="Arial"/>
              </a:rPr>
              <a:t>e</a:t>
            </a:r>
            <a:r>
              <a:rPr sz="1600" spc="4" dirty="0" smtClean="0">
                <a:latin typeface="Arial"/>
                <a:cs typeface="Arial"/>
              </a:rPr>
              <a:t>l</a:t>
            </a:r>
            <a:r>
              <a:rPr sz="1600" spc="0" dirty="0" smtClean="0">
                <a:latin typeface="Arial"/>
                <a:cs typeface="Arial"/>
              </a:rPr>
              <a:t>a</a:t>
            </a:r>
            <a:r>
              <a:rPr sz="1600" spc="4" dirty="0" smtClean="0">
                <a:latin typeface="Arial"/>
                <a:cs typeface="Arial"/>
              </a:rPr>
              <a:t>ç</a:t>
            </a:r>
            <a:r>
              <a:rPr sz="1600" spc="0" dirty="0" smtClean="0">
                <a:latin typeface="Arial"/>
                <a:cs typeface="Arial"/>
              </a:rPr>
              <a:t>ão</a:t>
            </a:r>
            <a:r>
              <a:rPr sz="1600" spc="-52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d/t</a:t>
            </a:r>
            <a:r>
              <a:rPr sz="1600" spc="-7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é</a:t>
            </a:r>
            <a:r>
              <a:rPr sz="1600" spc="-8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a </a:t>
            </a:r>
            <a:r>
              <a:rPr sz="1600" spc="4" dirty="0" smtClean="0">
                <a:latin typeface="Arial"/>
                <a:cs typeface="Arial"/>
              </a:rPr>
              <a:t>v</a:t>
            </a:r>
            <a:r>
              <a:rPr sz="1600" spc="0" dirty="0" smtClean="0">
                <a:latin typeface="Arial"/>
                <a:cs typeface="Arial"/>
              </a:rPr>
              <a:t>e</a:t>
            </a:r>
            <a:r>
              <a:rPr sz="1600" spc="4" dirty="0" smtClean="0">
                <a:latin typeface="Arial"/>
                <a:cs typeface="Arial"/>
              </a:rPr>
              <a:t>l</a:t>
            </a:r>
            <a:r>
              <a:rPr sz="1600" spc="-9" dirty="0" smtClean="0">
                <a:latin typeface="Arial"/>
                <a:cs typeface="Arial"/>
              </a:rPr>
              <a:t>o</a:t>
            </a:r>
            <a:r>
              <a:rPr sz="1600" spc="4" dirty="0" smtClean="0">
                <a:latin typeface="Arial"/>
                <a:cs typeface="Arial"/>
              </a:rPr>
              <a:t>ci</a:t>
            </a:r>
            <a:r>
              <a:rPr sz="1600" spc="-9" dirty="0" smtClean="0">
                <a:latin typeface="Arial"/>
                <a:cs typeface="Arial"/>
              </a:rPr>
              <a:t>d</a:t>
            </a:r>
            <a:r>
              <a:rPr sz="1600" spc="0" dirty="0" smtClean="0">
                <a:latin typeface="Arial"/>
                <a:cs typeface="Arial"/>
              </a:rPr>
              <a:t>ade</a:t>
            </a:r>
            <a:r>
              <a:rPr sz="1600" spc="-76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do</a:t>
            </a:r>
            <a:r>
              <a:rPr sz="1600" spc="-17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e</a:t>
            </a:r>
            <a:r>
              <a:rPr sz="1600" spc="4" dirty="0" smtClean="0">
                <a:latin typeface="Arial"/>
                <a:cs typeface="Arial"/>
              </a:rPr>
              <a:t>sc</a:t>
            </a:r>
            <a:r>
              <a:rPr sz="1600" spc="0" dirty="0" smtClean="0">
                <a:latin typeface="Arial"/>
                <a:cs typeface="Arial"/>
              </a:rPr>
              <a:t>oamento,</a:t>
            </a:r>
            <a:r>
              <a:rPr sz="1600" spc="-91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p</a:t>
            </a:r>
            <a:r>
              <a:rPr sz="1600" spc="9" dirty="0" smtClean="0">
                <a:latin typeface="Arial"/>
                <a:cs typeface="Arial"/>
              </a:rPr>
              <a:t>or</a:t>
            </a:r>
            <a:r>
              <a:rPr sz="1600" spc="0" dirty="0" smtClean="0">
                <a:latin typeface="Arial"/>
                <a:cs typeface="Arial"/>
              </a:rPr>
              <a:t>t</a:t>
            </a:r>
            <a:r>
              <a:rPr sz="1600" spc="9" dirty="0" smtClean="0">
                <a:latin typeface="Arial"/>
                <a:cs typeface="Arial"/>
              </a:rPr>
              <a:t>a</a:t>
            </a:r>
            <a:r>
              <a:rPr sz="1600" spc="0" dirty="0" smtClean="0">
                <a:latin typeface="Arial"/>
                <a:cs typeface="Arial"/>
              </a:rPr>
              <a:t>nto,</a:t>
            </a:r>
            <a:r>
              <a:rPr sz="1600" spc="-63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pod</a:t>
            </a:r>
            <a:r>
              <a:rPr sz="1600" spc="9" dirty="0" smtClean="0">
                <a:latin typeface="Arial"/>
                <a:cs typeface="Arial"/>
              </a:rPr>
              <a:t>e</a:t>
            </a:r>
            <a:r>
              <a:rPr sz="1600" spc="-4" dirty="0" smtClean="0">
                <a:latin typeface="Arial"/>
                <a:cs typeface="Arial"/>
              </a:rPr>
              <a:t>-</a:t>
            </a:r>
            <a:r>
              <a:rPr sz="1600" spc="4" dirty="0" smtClean="0">
                <a:latin typeface="Arial"/>
                <a:cs typeface="Arial"/>
              </a:rPr>
              <a:t>s</a:t>
            </a:r>
            <a:r>
              <a:rPr sz="1600" spc="0" dirty="0" smtClean="0">
                <a:latin typeface="Arial"/>
                <a:cs typeface="Arial"/>
              </a:rPr>
              <a:t>e e</a:t>
            </a:r>
            <a:r>
              <a:rPr sz="1600" spc="4" dirty="0" smtClean="0">
                <a:latin typeface="Arial"/>
                <a:cs typeface="Arial"/>
              </a:rPr>
              <a:t>sc</a:t>
            </a:r>
            <a:r>
              <a:rPr sz="1600" spc="-4" dirty="0" smtClean="0">
                <a:latin typeface="Arial"/>
                <a:cs typeface="Arial"/>
              </a:rPr>
              <a:t>r</a:t>
            </a:r>
            <a:r>
              <a:rPr sz="1600" spc="0" dirty="0" smtClean="0">
                <a:latin typeface="Arial"/>
                <a:cs typeface="Arial"/>
              </a:rPr>
              <a:t>e</a:t>
            </a:r>
            <a:r>
              <a:rPr sz="1600" spc="4" dirty="0" smtClean="0">
                <a:latin typeface="Arial"/>
                <a:cs typeface="Arial"/>
              </a:rPr>
              <a:t>v</a:t>
            </a:r>
            <a:r>
              <a:rPr sz="1600" spc="0" dirty="0" smtClean="0">
                <a:latin typeface="Arial"/>
                <a:cs typeface="Arial"/>
              </a:rPr>
              <a:t>er</a:t>
            </a:r>
            <a:r>
              <a:rPr sz="1600" spc="-61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a</a:t>
            </a:r>
            <a:r>
              <a:rPr sz="1600" spc="-8" dirty="0" smtClean="0">
                <a:latin typeface="Arial"/>
                <a:cs typeface="Arial"/>
              </a:rPr>
              <a:t> </a:t>
            </a:r>
            <a:r>
              <a:rPr sz="1600" spc="4" dirty="0" smtClean="0">
                <a:latin typeface="Arial"/>
                <a:cs typeface="Arial"/>
              </a:rPr>
              <a:t>v</a:t>
            </a:r>
            <a:r>
              <a:rPr sz="1600" spc="0" dirty="0" smtClean="0">
                <a:latin typeface="Arial"/>
                <a:cs typeface="Arial"/>
              </a:rPr>
              <a:t>a</a:t>
            </a:r>
            <a:r>
              <a:rPr sz="1600" spc="4" dirty="0" smtClean="0">
                <a:latin typeface="Arial"/>
                <a:cs typeface="Arial"/>
              </a:rPr>
              <a:t>z</a:t>
            </a:r>
            <a:r>
              <a:rPr sz="1600" spc="0" dirty="0" smtClean="0">
                <a:latin typeface="Arial"/>
                <a:cs typeface="Arial"/>
              </a:rPr>
              <a:t>ão</a:t>
            </a:r>
            <a:r>
              <a:rPr sz="1600" spc="-32" dirty="0" smtClean="0">
                <a:latin typeface="Arial"/>
                <a:cs typeface="Arial"/>
              </a:rPr>
              <a:t> </a:t>
            </a:r>
            <a:r>
              <a:rPr sz="1600" spc="4" dirty="0" smtClean="0">
                <a:latin typeface="Arial"/>
                <a:cs typeface="Arial"/>
              </a:rPr>
              <a:t>v</a:t>
            </a:r>
            <a:r>
              <a:rPr sz="1600" spc="0" dirty="0" smtClean="0">
                <a:latin typeface="Arial"/>
                <a:cs typeface="Arial"/>
              </a:rPr>
              <a:t>o</a:t>
            </a:r>
            <a:r>
              <a:rPr sz="1600" spc="4" dirty="0" smtClean="0">
                <a:latin typeface="Arial"/>
                <a:cs typeface="Arial"/>
              </a:rPr>
              <a:t>l</a:t>
            </a:r>
            <a:r>
              <a:rPr sz="1600" spc="0" dirty="0" smtClean="0">
                <a:latin typeface="Arial"/>
                <a:cs typeface="Arial"/>
              </a:rPr>
              <a:t>umét</a:t>
            </a:r>
            <a:r>
              <a:rPr sz="1600" spc="-4" dirty="0" smtClean="0">
                <a:latin typeface="Arial"/>
                <a:cs typeface="Arial"/>
              </a:rPr>
              <a:t>r</a:t>
            </a:r>
            <a:r>
              <a:rPr sz="1600" spc="4" dirty="0" smtClean="0">
                <a:latin typeface="Arial"/>
                <a:cs typeface="Arial"/>
              </a:rPr>
              <a:t>ic</a:t>
            </a:r>
            <a:r>
              <a:rPr sz="1600" spc="0" dirty="0" smtClean="0">
                <a:latin typeface="Arial"/>
                <a:cs typeface="Arial"/>
              </a:rPr>
              <a:t>a</a:t>
            </a:r>
            <a:r>
              <a:rPr sz="1600" spc="-81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da</a:t>
            </a:r>
            <a:r>
              <a:rPr sz="1600" spc="-17" dirty="0" smtClean="0">
                <a:latin typeface="Arial"/>
                <a:cs typeface="Arial"/>
              </a:rPr>
              <a:t> </a:t>
            </a:r>
            <a:r>
              <a:rPr sz="1600" spc="4" dirty="0" smtClean="0">
                <a:latin typeface="Arial"/>
                <a:cs typeface="Arial"/>
              </a:rPr>
              <a:t>s</a:t>
            </a:r>
            <a:r>
              <a:rPr sz="1600" spc="0" dirty="0" smtClean="0">
                <a:latin typeface="Arial"/>
                <a:cs typeface="Arial"/>
              </a:rPr>
              <a:t>egu</a:t>
            </a:r>
            <a:r>
              <a:rPr sz="1600" spc="4" dirty="0" smtClean="0">
                <a:latin typeface="Arial"/>
                <a:cs typeface="Arial"/>
              </a:rPr>
              <a:t>i</a:t>
            </a:r>
            <a:r>
              <a:rPr sz="1600" spc="0" dirty="0" smtClean="0">
                <a:latin typeface="Arial"/>
                <a:cs typeface="Arial"/>
              </a:rPr>
              <a:t>nte</a:t>
            </a:r>
            <a:r>
              <a:rPr sz="1600" spc="-60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fo</a:t>
            </a:r>
            <a:r>
              <a:rPr sz="1600" spc="9" dirty="0" smtClean="0">
                <a:latin typeface="Arial"/>
                <a:cs typeface="Arial"/>
              </a:rPr>
              <a:t>r</a:t>
            </a:r>
            <a:r>
              <a:rPr sz="1600" spc="0" dirty="0" smtClean="0">
                <a:latin typeface="Arial"/>
                <a:cs typeface="Arial"/>
              </a:rPr>
              <a:t>ma:</a:t>
            </a:r>
            <a:endParaRPr sz="16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705482" y="6289385"/>
            <a:ext cx="4831431" cy="47193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11" indent="-11">
              <a:lnSpc>
                <a:spcPts val="1699"/>
              </a:lnSpc>
              <a:spcBef>
                <a:spcPts val="40"/>
              </a:spcBef>
            </a:pPr>
            <a:r>
              <a:rPr sz="1600" spc="-4" dirty="0" smtClean="0">
                <a:latin typeface="Arial"/>
                <a:cs typeface="Arial"/>
              </a:rPr>
              <a:t>Q</a:t>
            </a:r>
            <a:r>
              <a:rPr sz="1650" spc="0" baseline="-21082" dirty="0" smtClean="0">
                <a:latin typeface="Arial"/>
                <a:cs typeface="Arial"/>
              </a:rPr>
              <a:t>v</a:t>
            </a:r>
            <a:r>
              <a:rPr sz="1650" spc="137" baseline="-21082" dirty="0" smtClean="0">
                <a:latin typeface="Arial"/>
                <a:cs typeface="Arial"/>
              </a:rPr>
              <a:t> </a:t>
            </a:r>
            <a:r>
              <a:rPr sz="1600" spc="-4" dirty="0" smtClean="0">
                <a:latin typeface="Arial"/>
                <a:cs typeface="Arial"/>
              </a:rPr>
              <a:t>r</a:t>
            </a:r>
            <a:r>
              <a:rPr sz="1600" spc="0" dirty="0" smtClean="0">
                <a:latin typeface="Arial"/>
                <a:cs typeface="Arial"/>
              </a:rPr>
              <a:t>e</a:t>
            </a:r>
            <a:r>
              <a:rPr sz="1600" spc="9" dirty="0" smtClean="0">
                <a:latin typeface="Arial"/>
                <a:cs typeface="Arial"/>
              </a:rPr>
              <a:t>p</a:t>
            </a:r>
            <a:r>
              <a:rPr sz="1600" spc="-4" dirty="0" smtClean="0">
                <a:latin typeface="Arial"/>
                <a:cs typeface="Arial"/>
              </a:rPr>
              <a:t>r</a:t>
            </a:r>
            <a:r>
              <a:rPr sz="1600" spc="0" dirty="0" smtClean="0">
                <a:latin typeface="Arial"/>
                <a:cs typeface="Arial"/>
              </a:rPr>
              <a:t>e</a:t>
            </a:r>
            <a:r>
              <a:rPr sz="1600" spc="4" dirty="0" smtClean="0">
                <a:latin typeface="Arial"/>
                <a:cs typeface="Arial"/>
              </a:rPr>
              <a:t>s</a:t>
            </a:r>
            <a:r>
              <a:rPr sz="1600" spc="0" dirty="0" smtClean="0">
                <a:latin typeface="Arial"/>
                <a:cs typeface="Arial"/>
              </a:rPr>
              <a:t>enta</a:t>
            </a:r>
            <a:r>
              <a:rPr sz="1600" spc="-76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a</a:t>
            </a:r>
            <a:r>
              <a:rPr sz="1600" spc="16" dirty="0" smtClean="0">
                <a:latin typeface="Arial"/>
                <a:cs typeface="Arial"/>
              </a:rPr>
              <a:t> </a:t>
            </a:r>
            <a:r>
              <a:rPr sz="1600" spc="4" dirty="0" smtClean="0">
                <a:latin typeface="Arial"/>
                <a:cs typeface="Arial"/>
              </a:rPr>
              <a:t>v</a:t>
            </a:r>
            <a:r>
              <a:rPr sz="1600" spc="0" dirty="0" smtClean="0">
                <a:latin typeface="Arial"/>
                <a:cs typeface="Arial"/>
              </a:rPr>
              <a:t>a</a:t>
            </a:r>
            <a:r>
              <a:rPr sz="1600" spc="4" dirty="0" smtClean="0">
                <a:latin typeface="Arial"/>
                <a:cs typeface="Arial"/>
              </a:rPr>
              <a:t>z</a:t>
            </a:r>
            <a:r>
              <a:rPr sz="1600" spc="0" dirty="0" smtClean="0">
                <a:latin typeface="Arial"/>
                <a:cs typeface="Arial"/>
              </a:rPr>
              <a:t>ão</a:t>
            </a:r>
            <a:r>
              <a:rPr sz="1600" spc="-42" dirty="0" smtClean="0">
                <a:latin typeface="Arial"/>
                <a:cs typeface="Arial"/>
              </a:rPr>
              <a:t> </a:t>
            </a:r>
            <a:r>
              <a:rPr sz="1600" spc="4" dirty="0" smtClean="0">
                <a:latin typeface="Arial"/>
                <a:cs typeface="Arial"/>
              </a:rPr>
              <a:t>v</a:t>
            </a:r>
            <a:r>
              <a:rPr sz="1600" spc="-9" dirty="0" smtClean="0">
                <a:latin typeface="Arial"/>
                <a:cs typeface="Arial"/>
              </a:rPr>
              <a:t>o</a:t>
            </a:r>
            <a:r>
              <a:rPr sz="1600" spc="4" dirty="0" smtClean="0">
                <a:latin typeface="Arial"/>
                <a:cs typeface="Arial"/>
              </a:rPr>
              <a:t>l</a:t>
            </a:r>
            <a:r>
              <a:rPr sz="1600" spc="0" dirty="0" smtClean="0">
                <a:latin typeface="Arial"/>
                <a:cs typeface="Arial"/>
              </a:rPr>
              <a:t>umét</a:t>
            </a:r>
            <a:r>
              <a:rPr sz="1600" spc="-4" dirty="0" smtClean="0">
                <a:latin typeface="Arial"/>
                <a:cs typeface="Arial"/>
              </a:rPr>
              <a:t>r</a:t>
            </a:r>
            <a:r>
              <a:rPr sz="1600" spc="4" dirty="0" smtClean="0">
                <a:latin typeface="Arial"/>
                <a:cs typeface="Arial"/>
              </a:rPr>
              <a:t>ic</a:t>
            </a:r>
            <a:r>
              <a:rPr sz="1600" spc="0" dirty="0" smtClean="0">
                <a:latin typeface="Arial"/>
                <a:cs typeface="Arial"/>
              </a:rPr>
              <a:t>a,</a:t>
            </a:r>
            <a:r>
              <a:rPr sz="1600" spc="-86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v</a:t>
            </a:r>
            <a:r>
              <a:rPr sz="1600" spc="-2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é a</a:t>
            </a:r>
            <a:r>
              <a:rPr sz="1600" spc="-8" dirty="0" smtClean="0">
                <a:latin typeface="Arial"/>
                <a:cs typeface="Arial"/>
              </a:rPr>
              <a:t> </a:t>
            </a:r>
            <a:r>
              <a:rPr sz="1600" spc="4" dirty="0" smtClean="0">
                <a:latin typeface="Arial"/>
                <a:cs typeface="Arial"/>
              </a:rPr>
              <a:t>v</a:t>
            </a:r>
            <a:r>
              <a:rPr sz="1600" spc="0" dirty="0" smtClean="0">
                <a:latin typeface="Arial"/>
                <a:cs typeface="Arial"/>
              </a:rPr>
              <a:t>e</a:t>
            </a:r>
            <a:r>
              <a:rPr sz="1600" spc="4" dirty="0" smtClean="0">
                <a:latin typeface="Arial"/>
                <a:cs typeface="Arial"/>
              </a:rPr>
              <a:t>l</a:t>
            </a:r>
            <a:r>
              <a:rPr sz="1600" spc="0" dirty="0" smtClean="0">
                <a:latin typeface="Arial"/>
                <a:cs typeface="Arial"/>
              </a:rPr>
              <a:t>o</a:t>
            </a:r>
            <a:r>
              <a:rPr sz="1600" spc="4" dirty="0" smtClean="0">
                <a:latin typeface="Arial"/>
                <a:cs typeface="Arial"/>
              </a:rPr>
              <a:t>ci</a:t>
            </a:r>
            <a:r>
              <a:rPr sz="1600" spc="0" dirty="0" smtClean="0">
                <a:latin typeface="Arial"/>
                <a:cs typeface="Arial"/>
              </a:rPr>
              <a:t>d</a:t>
            </a:r>
            <a:r>
              <a:rPr sz="1600" spc="-9" dirty="0" smtClean="0">
                <a:latin typeface="Arial"/>
                <a:cs typeface="Arial"/>
              </a:rPr>
              <a:t>a</a:t>
            </a:r>
            <a:r>
              <a:rPr sz="1600" spc="0" dirty="0" smtClean="0">
                <a:latin typeface="Arial"/>
                <a:cs typeface="Arial"/>
              </a:rPr>
              <a:t>de </a:t>
            </a:r>
            <a:endParaRPr sz="1600">
              <a:latin typeface="Arial"/>
              <a:cs typeface="Arial"/>
            </a:endParaRPr>
          </a:p>
          <a:p>
            <a:pPr marL="12711">
              <a:lnSpc>
                <a:spcPts val="1839"/>
              </a:lnSpc>
              <a:spcBef>
                <a:spcPts val="190"/>
              </a:spcBef>
            </a:pPr>
            <a:r>
              <a:rPr sz="1600" spc="0" dirty="0" smtClean="0">
                <a:latin typeface="Arial"/>
                <a:cs typeface="Arial"/>
              </a:rPr>
              <a:t>do</a:t>
            </a:r>
            <a:r>
              <a:rPr sz="1600" spc="-17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e</a:t>
            </a:r>
            <a:r>
              <a:rPr sz="1600" spc="4" dirty="0" smtClean="0">
                <a:latin typeface="Arial"/>
                <a:cs typeface="Arial"/>
              </a:rPr>
              <a:t>sc</a:t>
            </a:r>
            <a:r>
              <a:rPr sz="1600" spc="0" dirty="0" smtClean="0">
                <a:latin typeface="Arial"/>
                <a:cs typeface="Arial"/>
              </a:rPr>
              <a:t>oamento</a:t>
            </a:r>
            <a:r>
              <a:rPr sz="1600" spc="-87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e A</a:t>
            </a:r>
            <a:r>
              <a:rPr sz="1600" spc="-10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é</a:t>
            </a:r>
            <a:r>
              <a:rPr sz="1600" spc="-8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a</a:t>
            </a:r>
            <a:r>
              <a:rPr sz="1600" spc="-8" dirty="0" smtClean="0">
                <a:latin typeface="Arial"/>
                <a:cs typeface="Arial"/>
              </a:rPr>
              <a:t> </a:t>
            </a:r>
            <a:r>
              <a:rPr sz="1600" spc="9" dirty="0" smtClean="0">
                <a:latin typeface="Arial"/>
                <a:cs typeface="Arial"/>
              </a:rPr>
              <a:t>á</a:t>
            </a:r>
            <a:r>
              <a:rPr sz="1600" spc="-4" dirty="0" smtClean="0">
                <a:latin typeface="Arial"/>
                <a:cs typeface="Arial"/>
              </a:rPr>
              <a:t>r</a:t>
            </a:r>
            <a:r>
              <a:rPr sz="1600" spc="0" dirty="0" smtClean="0">
                <a:latin typeface="Arial"/>
                <a:cs typeface="Arial"/>
              </a:rPr>
              <a:t>ea</a:t>
            </a:r>
            <a:r>
              <a:rPr sz="1600" spc="-21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da</a:t>
            </a:r>
            <a:r>
              <a:rPr sz="1600" spc="-17" dirty="0" smtClean="0">
                <a:latin typeface="Arial"/>
                <a:cs typeface="Arial"/>
              </a:rPr>
              <a:t> </a:t>
            </a:r>
            <a:r>
              <a:rPr sz="1600" spc="4" dirty="0" smtClean="0">
                <a:latin typeface="Arial"/>
                <a:cs typeface="Arial"/>
              </a:rPr>
              <a:t>s</a:t>
            </a:r>
            <a:r>
              <a:rPr sz="1600" spc="9" dirty="0" smtClean="0">
                <a:latin typeface="Arial"/>
                <a:cs typeface="Arial"/>
              </a:rPr>
              <a:t>e</a:t>
            </a:r>
            <a:r>
              <a:rPr sz="1600" spc="4" dirty="0" smtClean="0">
                <a:latin typeface="Arial"/>
                <a:cs typeface="Arial"/>
              </a:rPr>
              <a:t>ç</a:t>
            </a:r>
            <a:r>
              <a:rPr sz="1600" spc="0" dirty="0" smtClean="0">
                <a:latin typeface="Arial"/>
                <a:cs typeface="Arial"/>
              </a:rPr>
              <a:t>ão</a:t>
            </a:r>
            <a:r>
              <a:rPr sz="1600" spc="-42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t</a:t>
            </a:r>
            <a:r>
              <a:rPr sz="1600" spc="-4" dirty="0" smtClean="0">
                <a:latin typeface="Arial"/>
                <a:cs typeface="Arial"/>
              </a:rPr>
              <a:t>r</a:t>
            </a:r>
            <a:r>
              <a:rPr sz="1600" spc="0" dirty="0" smtClean="0">
                <a:latin typeface="Arial"/>
                <a:cs typeface="Arial"/>
              </a:rPr>
              <a:t>an</a:t>
            </a:r>
            <a:r>
              <a:rPr sz="1600" spc="4" dirty="0" smtClean="0">
                <a:latin typeface="Arial"/>
                <a:cs typeface="Arial"/>
              </a:rPr>
              <a:t>sv</a:t>
            </a:r>
            <a:r>
              <a:rPr sz="1600" spc="0" dirty="0" smtClean="0">
                <a:latin typeface="Arial"/>
                <a:cs typeface="Arial"/>
              </a:rPr>
              <a:t>e</a:t>
            </a:r>
            <a:r>
              <a:rPr sz="1600" spc="-4" dirty="0" smtClean="0">
                <a:latin typeface="Arial"/>
                <a:cs typeface="Arial"/>
              </a:rPr>
              <a:t>r</a:t>
            </a:r>
            <a:r>
              <a:rPr sz="1600" spc="4" dirty="0" smtClean="0">
                <a:latin typeface="Arial"/>
                <a:cs typeface="Arial"/>
              </a:rPr>
              <a:t>s</a:t>
            </a:r>
            <a:r>
              <a:rPr sz="1600" spc="0" dirty="0" smtClean="0">
                <a:latin typeface="Arial"/>
                <a:cs typeface="Arial"/>
              </a:rPr>
              <a:t>al</a:t>
            </a:r>
            <a:r>
              <a:rPr sz="1600" spc="-78" dirty="0" smtClean="0">
                <a:latin typeface="Arial"/>
                <a:cs typeface="Arial"/>
              </a:rPr>
              <a:t> </a:t>
            </a:r>
            <a:r>
              <a:rPr sz="1600" spc="9" dirty="0" smtClean="0">
                <a:latin typeface="Arial"/>
                <a:cs typeface="Arial"/>
              </a:rPr>
              <a:t>d</a:t>
            </a:r>
            <a:r>
              <a:rPr sz="1600" spc="0" dirty="0" smtClean="0">
                <a:latin typeface="Arial"/>
                <a:cs typeface="Arial"/>
              </a:rPr>
              <a:t>a</a:t>
            </a:r>
            <a:endParaRPr sz="16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705487" y="6778589"/>
            <a:ext cx="1005538" cy="2280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730"/>
              </a:lnSpc>
              <a:spcBef>
                <a:spcPts val="86"/>
              </a:spcBef>
            </a:pPr>
            <a:r>
              <a:rPr sz="1600" spc="0" dirty="0" smtClean="0">
                <a:latin typeface="Arial"/>
                <a:cs typeface="Arial"/>
              </a:rPr>
              <a:t>tubu</a:t>
            </a:r>
            <a:r>
              <a:rPr sz="1600" spc="4" dirty="0" smtClean="0">
                <a:latin typeface="Arial"/>
                <a:cs typeface="Arial"/>
              </a:rPr>
              <a:t>l</a:t>
            </a:r>
            <a:r>
              <a:rPr sz="1600" spc="0" dirty="0" smtClean="0">
                <a:latin typeface="Arial"/>
                <a:cs typeface="Arial"/>
              </a:rPr>
              <a:t>a</a:t>
            </a:r>
            <a:r>
              <a:rPr sz="1600" spc="4" dirty="0" smtClean="0">
                <a:latin typeface="Arial"/>
                <a:cs typeface="Arial"/>
              </a:rPr>
              <a:t>ç</a:t>
            </a:r>
            <a:r>
              <a:rPr sz="1600" spc="0" dirty="0" smtClean="0">
                <a:latin typeface="Arial"/>
                <a:cs typeface="Arial"/>
              </a:rPr>
              <a:t>ão.</a:t>
            </a:r>
            <a:endParaRPr sz="16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6283330" y="5865876"/>
            <a:ext cx="1043764" cy="35966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8963">
              <a:lnSpc>
                <a:spcPts val="2700"/>
              </a:lnSpc>
              <a:spcBef>
                <a:spcPts val="135"/>
              </a:spcBef>
            </a:pPr>
            <a:r>
              <a:rPr sz="2775" spc="39" baseline="7834" dirty="0" smtClean="0">
                <a:latin typeface="Times New Roman"/>
                <a:cs typeface="Times New Roman"/>
              </a:rPr>
              <a:t>Q</a:t>
            </a:r>
            <a:r>
              <a:rPr sz="1650" spc="0" baseline="-10541" dirty="0" smtClean="0">
                <a:latin typeface="Times New Roman"/>
                <a:cs typeface="Times New Roman"/>
              </a:rPr>
              <a:t>v </a:t>
            </a:r>
            <a:r>
              <a:rPr sz="1650" spc="170" baseline="-10541" dirty="0" smtClean="0">
                <a:latin typeface="Times New Roman"/>
                <a:cs typeface="Times New Roman"/>
              </a:rPr>
              <a:t> </a:t>
            </a:r>
            <a:r>
              <a:rPr sz="2775" spc="-461" baseline="4645" dirty="0" smtClean="0">
                <a:latin typeface="Meiryo"/>
                <a:cs typeface="Meiryo"/>
              </a:rPr>
              <a:t>=</a:t>
            </a:r>
            <a:r>
              <a:rPr sz="2775" spc="-214" baseline="4645" dirty="0" smtClean="0">
                <a:latin typeface="Meiryo"/>
                <a:cs typeface="Meiryo"/>
              </a:rPr>
              <a:t> </a:t>
            </a:r>
            <a:r>
              <a:rPr sz="2775" spc="0" baseline="7834" dirty="0" smtClean="0">
                <a:latin typeface="Times New Roman"/>
                <a:cs typeface="Times New Roman"/>
              </a:rPr>
              <a:t>v</a:t>
            </a:r>
            <a:r>
              <a:rPr sz="2775" spc="-182" baseline="7834" dirty="0" smtClean="0">
                <a:latin typeface="Times New Roman"/>
                <a:cs typeface="Times New Roman"/>
              </a:rPr>
              <a:t> </a:t>
            </a:r>
            <a:r>
              <a:rPr sz="2775" spc="-174" baseline="4645" dirty="0" smtClean="0">
                <a:latin typeface="Meiryo"/>
                <a:cs typeface="Meiryo"/>
              </a:rPr>
              <a:t>⋅</a:t>
            </a:r>
            <a:r>
              <a:rPr sz="2775" spc="-114" baseline="4645" dirty="0" smtClean="0">
                <a:latin typeface="Meiryo"/>
                <a:cs typeface="Meiryo"/>
              </a:rPr>
              <a:t> </a:t>
            </a:r>
            <a:r>
              <a:rPr sz="2775" spc="0" baseline="7834" dirty="0" smtClean="0">
                <a:latin typeface="Times New Roman"/>
                <a:cs typeface="Times New Roman"/>
              </a:rPr>
              <a:t>A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283330" y="4137659"/>
            <a:ext cx="1035212" cy="56692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7437">
              <a:lnSpc>
                <a:spcPts val="3490"/>
              </a:lnSpc>
              <a:spcBef>
                <a:spcPts val="174"/>
              </a:spcBef>
              <a:tabLst>
                <a:tab pos="330200" algn="l"/>
              </a:tabLst>
            </a:pPr>
            <a:r>
              <a:rPr sz="2550" spc="0" baseline="1705" dirty="0" smtClean="0">
                <a:latin typeface="Times New Roman"/>
                <a:cs typeface="Times New Roman"/>
              </a:rPr>
              <a:t>Q</a:t>
            </a:r>
            <a:r>
              <a:rPr sz="2550" spc="-412" baseline="1705" dirty="0" smtClean="0">
                <a:latin typeface="Times New Roman"/>
                <a:cs typeface="Times New Roman"/>
              </a:rPr>
              <a:t> </a:t>
            </a:r>
            <a:r>
              <a:rPr sz="2550" spc="0" baseline="1705" dirty="0" smtClean="0">
                <a:latin typeface="Times New Roman"/>
                <a:cs typeface="Times New Roman"/>
              </a:rPr>
              <a:t>	</a:t>
            </a:r>
            <a:r>
              <a:rPr sz="2550" spc="-423" baseline="1010" dirty="0" smtClean="0">
                <a:latin typeface="Meiryo"/>
                <a:cs typeface="Meiryo"/>
              </a:rPr>
              <a:t>=</a:t>
            </a:r>
            <a:r>
              <a:rPr sz="2550" spc="0" baseline="1010" dirty="0" smtClean="0">
                <a:latin typeface="Meiryo"/>
                <a:cs typeface="Meiryo"/>
              </a:rPr>
              <a:t> </a:t>
            </a:r>
            <a:r>
              <a:rPr sz="2550" u="sng" spc="8" baseline="39219" dirty="0" smtClean="0">
                <a:latin typeface="Times New Roman"/>
                <a:cs typeface="Times New Roman"/>
              </a:rPr>
              <a:t>d</a:t>
            </a:r>
            <a:r>
              <a:rPr sz="2550" u="sng" spc="-679" baseline="39219" dirty="0" smtClean="0">
                <a:latin typeface="Times New Roman"/>
                <a:cs typeface="Times New Roman"/>
              </a:rPr>
              <a:t> </a:t>
            </a:r>
            <a:r>
              <a:rPr sz="2550" u="sng" spc="-166" baseline="23252" dirty="0" smtClean="0">
                <a:latin typeface="Meiryo"/>
                <a:cs typeface="Meiryo"/>
              </a:rPr>
              <a:t>⋅</a:t>
            </a:r>
            <a:r>
              <a:rPr sz="2550" u="sng" spc="-103" baseline="23252" dirty="0" smtClean="0">
                <a:latin typeface="Meiryo"/>
                <a:cs typeface="Meiryo"/>
              </a:rPr>
              <a:t> </a:t>
            </a:r>
            <a:r>
              <a:rPr sz="2550" u="sng" spc="0" baseline="39219" dirty="0" smtClean="0">
                <a:latin typeface="Times New Roman"/>
                <a:cs typeface="Times New Roman"/>
              </a:rPr>
              <a:t>A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283330" y="3273551"/>
            <a:ext cx="976391" cy="29108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3725">
              <a:lnSpc>
                <a:spcPts val="2290"/>
              </a:lnSpc>
              <a:spcBef>
                <a:spcPts val="114"/>
              </a:spcBef>
            </a:pPr>
            <a:r>
              <a:rPr sz="2925" spc="0" baseline="1486" dirty="0" smtClean="0">
                <a:latin typeface="Times New Roman"/>
                <a:cs typeface="Times New Roman"/>
              </a:rPr>
              <a:t>V</a:t>
            </a:r>
            <a:r>
              <a:rPr sz="2925" spc="-1" baseline="1486" dirty="0" smtClean="0">
                <a:latin typeface="Times New Roman"/>
                <a:cs typeface="Times New Roman"/>
              </a:rPr>
              <a:t> </a:t>
            </a:r>
            <a:r>
              <a:rPr sz="1950" spc="-501" dirty="0" smtClean="0">
                <a:latin typeface="Meiryo"/>
                <a:cs typeface="Meiryo"/>
              </a:rPr>
              <a:t>=</a:t>
            </a:r>
            <a:r>
              <a:rPr sz="1950" spc="-239" dirty="0" smtClean="0">
                <a:latin typeface="Meiryo"/>
                <a:cs typeface="Meiryo"/>
              </a:rPr>
              <a:t> </a:t>
            </a:r>
            <a:r>
              <a:rPr sz="2925" spc="0" baseline="1486" dirty="0" smtClean="0">
                <a:latin typeface="Times New Roman"/>
                <a:cs typeface="Times New Roman"/>
              </a:rPr>
              <a:t>d</a:t>
            </a:r>
            <a:r>
              <a:rPr sz="2925" spc="19" baseline="1486" dirty="0" smtClean="0">
                <a:latin typeface="Times New Roman"/>
                <a:cs typeface="Times New Roman"/>
              </a:rPr>
              <a:t> </a:t>
            </a:r>
            <a:r>
              <a:rPr sz="1950" spc="-190" dirty="0" smtClean="0">
                <a:latin typeface="Meiryo"/>
                <a:cs typeface="Meiryo"/>
              </a:rPr>
              <a:t>⋅</a:t>
            </a:r>
            <a:r>
              <a:rPr sz="1950" spc="-159" dirty="0" smtClean="0">
                <a:latin typeface="Meiryo"/>
                <a:cs typeface="Meiryo"/>
              </a:rPr>
              <a:t> </a:t>
            </a:r>
            <a:r>
              <a:rPr sz="2925" spc="0" baseline="1486" dirty="0" smtClean="0">
                <a:latin typeface="Times New Roman"/>
                <a:cs typeface="Times New Roman"/>
              </a:rPr>
              <a:t>A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7043840" y="4206746"/>
            <a:ext cx="60930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40" name="object 40"/>
          <p:cNvSpPr txBox="1"/>
          <p:nvPr/>
        </p:nvSpPr>
        <p:spPr>
          <a:xfrm>
            <a:off x="6924998" y="4206746"/>
            <a:ext cx="63947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10"/>
          <p:cNvSpPr/>
          <p:nvPr/>
        </p:nvSpPr>
        <p:spPr>
          <a:xfrm>
            <a:off x="2106046" y="4209288"/>
            <a:ext cx="1296923" cy="792479"/>
          </a:xfrm>
          <a:custGeom>
            <a:avLst/>
            <a:gdLst/>
            <a:ahLst/>
            <a:cxnLst/>
            <a:rect l="l" t="t" r="r" b="b"/>
            <a:pathLst>
              <a:path w="1296923" h="792479">
                <a:moveTo>
                  <a:pt x="0" y="0"/>
                </a:moveTo>
                <a:lnTo>
                  <a:pt x="0" y="792479"/>
                </a:lnTo>
                <a:lnTo>
                  <a:pt x="1296923" y="792479"/>
                </a:lnTo>
                <a:lnTo>
                  <a:pt x="1296923" y="0"/>
                </a:lnTo>
                <a:lnTo>
                  <a:pt x="0" y="0"/>
                </a:lnTo>
                <a:close/>
              </a:path>
            </a:pathLst>
          </a:custGeom>
          <a:solidFill>
            <a:srgbClr val="CC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653162" y="4640580"/>
            <a:ext cx="693419" cy="0"/>
          </a:xfrm>
          <a:custGeom>
            <a:avLst/>
            <a:gdLst/>
            <a:ahLst/>
            <a:cxnLst/>
            <a:rect l="l" t="t" r="r" b="b"/>
            <a:pathLst>
              <a:path w="693419">
                <a:moveTo>
                  <a:pt x="0" y="0"/>
                </a:moveTo>
                <a:lnTo>
                  <a:pt x="693419" y="0"/>
                </a:lnTo>
              </a:path>
            </a:pathLst>
          </a:custGeom>
          <a:ln w="11996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177674" y="5291327"/>
            <a:ext cx="1152143" cy="423671"/>
          </a:xfrm>
          <a:custGeom>
            <a:avLst/>
            <a:gdLst/>
            <a:ahLst/>
            <a:cxnLst/>
            <a:rect l="l" t="t" r="r" b="b"/>
            <a:pathLst>
              <a:path w="1152143" h="423671">
                <a:moveTo>
                  <a:pt x="0" y="0"/>
                </a:moveTo>
                <a:lnTo>
                  <a:pt x="0" y="423671"/>
                </a:lnTo>
                <a:lnTo>
                  <a:pt x="1152143" y="423671"/>
                </a:lnTo>
                <a:lnTo>
                  <a:pt x="1152143" y="0"/>
                </a:lnTo>
                <a:lnTo>
                  <a:pt x="0" y="0"/>
                </a:lnTo>
                <a:close/>
              </a:path>
            </a:pathLst>
          </a:custGeom>
          <a:solidFill>
            <a:srgbClr val="CC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310017" y="1080307"/>
            <a:ext cx="3790943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-4" dirty="0" smtClean="0">
                <a:solidFill>
                  <a:srgbClr val="00CC65"/>
                </a:solidFill>
                <a:latin typeface="Arial"/>
                <a:cs typeface="Arial"/>
              </a:rPr>
              <a:t>R</a:t>
            </a:r>
            <a:r>
              <a:rPr sz="2800" spc="4" dirty="0" smtClean="0">
                <a:solidFill>
                  <a:srgbClr val="00CC65"/>
                </a:solidFill>
                <a:latin typeface="Arial"/>
                <a:cs typeface="Arial"/>
              </a:rPr>
              <a:t>ela</a:t>
            </a:r>
            <a:r>
              <a:rPr sz="2800" spc="14" dirty="0" smtClean="0">
                <a:solidFill>
                  <a:srgbClr val="00CC65"/>
                </a:solidFill>
                <a:latin typeface="Arial"/>
                <a:cs typeface="Arial"/>
              </a:rPr>
              <a:t>ç</a:t>
            </a:r>
            <a:r>
              <a:rPr sz="2800" spc="-4" dirty="0" smtClean="0">
                <a:solidFill>
                  <a:srgbClr val="00CC65"/>
                </a:solidFill>
                <a:latin typeface="Arial"/>
                <a:cs typeface="Arial"/>
              </a:rPr>
              <a:t>õ</a:t>
            </a:r>
            <a:r>
              <a:rPr sz="2800" spc="14" dirty="0" smtClean="0">
                <a:solidFill>
                  <a:srgbClr val="00CC65"/>
                </a:solidFill>
                <a:latin typeface="Arial"/>
                <a:cs typeface="Arial"/>
              </a:rPr>
              <a:t>e</a:t>
            </a:r>
            <a:r>
              <a:rPr sz="2800" spc="0" dirty="0" smtClean="0">
                <a:solidFill>
                  <a:srgbClr val="00CC65"/>
                </a:solidFill>
                <a:latin typeface="Arial"/>
                <a:cs typeface="Arial"/>
              </a:rPr>
              <a:t>s</a:t>
            </a:r>
            <a:r>
              <a:rPr sz="2800" spc="536" dirty="0" smtClean="0">
                <a:solidFill>
                  <a:srgbClr val="00CC65"/>
                </a:solidFill>
                <a:latin typeface="Arial"/>
                <a:cs typeface="Arial"/>
              </a:rPr>
              <a:t> </a:t>
            </a:r>
            <a:r>
              <a:rPr sz="2800" spc="-2" dirty="0" smtClean="0">
                <a:solidFill>
                  <a:srgbClr val="00CC65"/>
                </a:solidFill>
                <a:latin typeface="Arial"/>
                <a:cs typeface="Arial"/>
              </a:rPr>
              <a:t>I</a:t>
            </a:r>
            <a:r>
              <a:rPr sz="2800" spc="134" dirty="0" smtClean="0">
                <a:solidFill>
                  <a:srgbClr val="00CC65"/>
                </a:solidFill>
                <a:latin typeface="Arial"/>
                <a:cs typeface="Arial"/>
              </a:rPr>
              <a:t>m</a:t>
            </a:r>
            <a:r>
              <a:rPr sz="2800" spc="135" dirty="0" smtClean="0">
                <a:solidFill>
                  <a:srgbClr val="00CC65"/>
                </a:solidFill>
                <a:latin typeface="Arial"/>
                <a:cs typeface="Arial"/>
              </a:rPr>
              <a:t>po</a:t>
            </a:r>
            <a:r>
              <a:rPr sz="2800" spc="154" dirty="0" smtClean="0">
                <a:solidFill>
                  <a:srgbClr val="00CC65"/>
                </a:solidFill>
                <a:latin typeface="Arial"/>
                <a:cs typeface="Arial"/>
              </a:rPr>
              <a:t>r</a:t>
            </a:r>
            <a:r>
              <a:rPr sz="2800" spc="162" dirty="0" smtClean="0">
                <a:solidFill>
                  <a:srgbClr val="00CC65"/>
                </a:solidFill>
                <a:latin typeface="Arial"/>
                <a:cs typeface="Arial"/>
              </a:rPr>
              <a:t>t</a:t>
            </a:r>
            <a:r>
              <a:rPr sz="2800" spc="-10" dirty="0" smtClean="0">
                <a:solidFill>
                  <a:srgbClr val="00CC65"/>
                </a:solidFill>
                <a:latin typeface="Arial"/>
                <a:cs typeface="Arial"/>
              </a:rPr>
              <a:t>a</a:t>
            </a:r>
            <a:r>
              <a:rPr sz="2800" spc="135" dirty="0" smtClean="0">
                <a:solidFill>
                  <a:srgbClr val="00CC65"/>
                </a:solidFill>
                <a:latin typeface="Arial"/>
                <a:cs typeface="Arial"/>
              </a:rPr>
              <a:t>n</a:t>
            </a:r>
            <a:r>
              <a:rPr sz="2800" spc="152" dirty="0" smtClean="0">
                <a:solidFill>
                  <a:srgbClr val="00CC65"/>
                </a:solidFill>
                <a:latin typeface="Arial"/>
                <a:cs typeface="Arial"/>
              </a:rPr>
              <a:t>t</a:t>
            </a:r>
            <a:r>
              <a:rPr sz="2800" spc="-10" dirty="0" smtClean="0">
                <a:solidFill>
                  <a:srgbClr val="00CC65"/>
                </a:solidFill>
                <a:latin typeface="Arial"/>
                <a:cs typeface="Arial"/>
              </a:rPr>
              <a:t>e</a:t>
            </a:r>
            <a:r>
              <a:rPr sz="2800" spc="153" dirty="0" smtClean="0">
                <a:solidFill>
                  <a:srgbClr val="00CC65"/>
                </a:solidFill>
                <a:latin typeface="Arial"/>
                <a:cs typeface="Arial"/>
              </a:rPr>
              <a:t>s</a:t>
            </a:r>
            <a:endParaRPr sz="28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581289" y="2268235"/>
            <a:ext cx="1762371" cy="100990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0" dirty="0" smtClean="0">
                <a:latin typeface="Arial"/>
                <a:cs typeface="Arial"/>
              </a:rPr>
              <a:t>1</a:t>
            </a:r>
            <a:r>
              <a:rPr sz="2000" spc="-14" dirty="0" smtClean="0">
                <a:latin typeface="Arial"/>
                <a:cs typeface="Arial"/>
              </a:rPr>
              <a:t>m</a:t>
            </a:r>
            <a:r>
              <a:rPr sz="2000" spc="-9" dirty="0" smtClean="0">
                <a:latin typeface="Arial"/>
                <a:cs typeface="Arial"/>
              </a:rPr>
              <a:t>³</a:t>
            </a:r>
            <a:r>
              <a:rPr sz="2000" spc="4" dirty="0" smtClean="0">
                <a:latin typeface="Arial"/>
                <a:cs typeface="Arial"/>
              </a:rPr>
              <a:t>=</a:t>
            </a:r>
            <a:r>
              <a:rPr sz="2000" spc="0" dirty="0" smtClean="0">
                <a:latin typeface="Arial"/>
                <a:cs typeface="Arial"/>
              </a:rPr>
              <a:t>1</a:t>
            </a:r>
            <a:r>
              <a:rPr sz="2000" spc="-9" dirty="0" smtClean="0">
                <a:latin typeface="Arial"/>
                <a:cs typeface="Arial"/>
              </a:rPr>
              <a:t>0</a:t>
            </a:r>
            <a:r>
              <a:rPr sz="2000" spc="0" dirty="0" smtClean="0">
                <a:latin typeface="Arial"/>
                <a:cs typeface="Arial"/>
              </a:rPr>
              <a:t>00li</a:t>
            </a:r>
            <a:r>
              <a:rPr sz="2000" spc="-4" dirty="0" smtClean="0">
                <a:latin typeface="Arial"/>
                <a:cs typeface="Arial"/>
              </a:rPr>
              <a:t>t</a:t>
            </a:r>
            <a:r>
              <a:rPr sz="2000" spc="4" dirty="0" smtClean="0">
                <a:latin typeface="Arial"/>
                <a:cs typeface="Arial"/>
              </a:rPr>
              <a:t>r</a:t>
            </a:r>
            <a:r>
              <a:rPr sz="2000" spc="-9" dirty="0" smtClean="0">
                <a:latin typeface="Arial"/>
                <a:cs typeface="Arial"/>
              </a:rPr>
              <a:t>o</a:t>
            </a:r>
            <a:r>
              <a:rPr sz="2000" spc="0" dirty="0" smtClean="0">
                <a:latin typeface="Arial"/>
                <a:cs typeface="Arial"/>
              </a:rPr>
              <a:t>s</a:t>
            </a:r>
            <a:endParaRPr sz="2000">
              <a:latin typeface="Arial"/>
              <a:cs typeface="Arial"/>
            </a:endParaRPr>
          </a:p>
          <a:p>
            <a:pPr marL="12700" marR="38176">
              <a:lnSpc>
                <a:spcPct val="95825"/>
              </a:lnSpc>
              <a:spcBef>
                <a:spcPts val="460"/>
              </a:spcBef>
            </a:pPr>
            <a:r>
              <a:rPr sz="2000" spc="0" dirty="0" smtClean="0">
                <a:latin typeface="Arial"/>
                <a:cs typeface="Arial"/>
              </a:rPr>
              <a:t>1</a:t>
            </a:r>
            <a:r>
              <a:rPr sz="2000" spc="-9" dirty="0" smtClean="0">
                <a:latin typeface="Arial"/>
                <a:cs typeface="Arial"/>
              </a:rPr>
              <a:t>h</a:t>
            </a:r>
            <a:r>
              <a:rPr sz="2000" spc="4" dirty="0" smtClean="0">
                <a:latin typeface="Arial"/>
                <a:cs typeface="Arial"/>
              </a:rPr>
              <a:t>=</a:t>
            </a:r>
            <a:r>
              <a:rPr sz="2000" spc="0" dirty="0" smtClean="0">
                <a:latin typeface="Arial"/>
                <a:cs typeface="Arial"/>
              </a:rPr>
              <a:t>3</a:t>
            </a:r>
            <a:r>
              <a:rPr sz="2000" spc="-9" dirty="0" smtClean="0">
                <a:latin typeface="Arial"/>
                <a:cs typeface="Arial"/>
              </a:rPr>
              <a:t>6</a:t>
            </a:r>
            <a:r>
              <a:rPr sz="2000" spc="0" dirty="0" smtClean="0">
                <a:latin typeface="Arial"/>
                <a:cs typeface="Arial"/>
              </a:rPr>
              <a:t>0</a:t>
            </a:r>
            <a:r>
              <a:rPr sz="2000" spc="-9" dirty="0" smtClean="0">
                <a:latin typeface="Arial"/>
                <a:cs typeface="Arial"/>
              </a:rPr>
              <a:t>0</a:t>
            </a:r>
            <a:r>
              <a:rPr sz="2000" spc="0" dirty="0" smtClean="0">
                <a:latin typeface="Arial"/>
                <a:cs typeface="Arial"/>
              </a:rPr>
              <a:t>s</a:t>
            </a:r>
            <a:endParaRPr sz="2000">
              <a:latin typeface="Arial"/>
              <a:cs typeface="Arial"/>
            </a:endParaRPr>
          </a:p>
          <a:p>
            <a:pPr marL="12700" marR="38176">
              <a:lnSpc>
                <a:spcPct val="95825"/>
              </a:lnSpc>
              <a:spcBef>
                <a:spcPts val="580"/>
              </a:spcBef>
            </a:pPr>
            <a:r>
              <a:rPr sz="2000" spc="0" dirty="0" smtClean="0">
                <a:latin typeface="Arial"/>
                <a:cs typeface="Arial"/>
              </a:rPr>
              <a:t>1mi</a:t>
            </a:r>
            <a:r>
              <a:rPr sz="2000" spc="-9" dirty="0" smtClean="0">
                <a:latin typeface="Arial"/>
                <a:cs typeface="Arial"/>
              </a:rPr>
              <a:t>n</a:t>
            </a:r>
            <a:r>
              <a:rPr sz="2000" spc="4" dirty="0" smtClean="0">
                <a:latin typeface="Arial"/>
                <a:cs typeface="Arial"/>
              </a:rPr>
              <a:t>=</a:t>
            </a:r>
            <a:r>
              <a:rPr sz="2000" spc="0" dirty="0" smtClean="0">
                <a:latin typeface="Arial"/>
                <a:cs typeface="Arial"/>
              </a:rPr>
              <a:t>6</a:t>
            </a:r>
            <a:r>
              <a:rPr sz="2000" spc="-9" dirty="0" smtClean="0">
                <a:latin typeface="Arial"/>
                <a:cs typeface="Arial"/>
              </a:rPr>
              <a:t>0</a:t>
            </a:r>
            <a:r>
              <a:rPr sz="2000" spc="0" dirty="0" smtClean="0">
                <a:latin typeface="Arial"/>
                <a:cs typeface="Arial"/>
              </a:rPr>
              <a:t>s</a:t>
            </a:r>
            <a:endParaRPr sz="20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238384" y="2320172"/>
            <a:ext cx="208978" cy="94589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635"/>
              </a:lnSpc>
              <a:spcBef>
                <a:spcPts val="81"/>
              </a:spcBef>
            </a:pPr>
            <a:r>
              <a:rPr sz="1500" spc="208" dirty="0" smtClean="0">
                <a:solidFill>
                  <a:srgbClr val="65FF32"/>
                </a:solidFill>
                <a:latin typeface="Arial"/>
                <a:cs typeface="Arial"/>
              </a:rPr>
              <a:t>□</a:t>
            </a:r>
            <a:endParaRPr sz="1500">
              <a:latin typeface="Arial"/>
              <a:cs typeface="Arial"/>
            </a:endParaRPr>
          </a:p>
          <a:p>
            <a:pPr marL="12700">
              <a:lnSpc>
                <a:spcPct val="95825"/>
              </a:lnSpc>
              <a:spcBef>
                <a:spcPts val="1061"/>
              </a:spcBef>
            </a:pPr>
            <a:r>
              <a:rPr sz="1500" spc="208" dirty="0" smtClean="0">
                <a:solidFill>
                  <a:srgbClr val="65FF32"/>
                </a:solidFill>
                <a:latin typeface="Arial"/>
                <a:cs typeface="Arial"/>
              </a:rPr>
              <a:t>□</a:t>
            </a:r>
            <a:endParaRPr sz="1500">
              <a:latin typeface="Arial"/>
              <a:cs typeface="Arial"/>
            </a:endParaRPr>
          </a:p>
          <a:p>
            <a:pPr marL="12700">
              <a:lnSpc>
                <a:spcPct val="95825"/>
              </a:lnSpc>
              <a:spcBef>
                <a:spcPts val="1155"/>
              </a:spcBef>
            </a:pPr>
            <a:r>
              <a:rPr sz="1500" spc="208" dirty="0" smtClean="0">
                <a:solidFill>
                  <a:srgbClr val="65FF32"/>
                </a:solidFill>
                <a:latin typeface="Arial"/>
                <a:cs typeface="Arial"/>
              </a:rPr>
              <a:t>□</a:t>
            </a:r>
            <a:endParaRPr sz="15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581289" y="3728227"/>
            <a:ext cx="1712793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-4" dirty="0" smtClean="0">
                <a:latin typeface="Arial"/>
                <a:cs typeface="Arial"/>
              </a:rPr>
              <a:t>Á</a:t>
            </a:r>
            <a:r>
              <a:rPr sz="2000" spc="4" dirty="0" smtClean="0">
                <a:latin typeface="Arial"/>
                <a:cs typeface="Arial"/>
              </a:rPr>
              <a:t>r</a:t>
            </a:r>
            <a:r>
              <a:rPr sz="2000" spc="0" dirty="0" smtClean="0">
                <a:latin typeface="Arial"/>
                <a:cs typeface="Arial"/>
              </a:rPr>
              <a:t>ea </a:t>
            </a:r>
            <a:r>
              <a:rPr sz="2000" spc="-9" dirty="0" smtClean="0">
                <a:latin typeface="Arial"/>
                <a:cs typeface="Arial"/>
              </a:rPr>
              <a:t>d</a:t>
            </a:r>
            <a:r>
              <a:rPr sz="2000" spc="0" dirty="0" smtClean="0">
                <a:latin typeface="Arial"/>
                <a:cs typeface="Arial"/>
              </a:rPr>
              <a:t>a</a:t>
            </a:r>
            <a:r>
              <a:rPr sz="2000" spc="-14" dirty="0" smtClean="0">
                <a:latin typeface="Arial"/>
                <a:cs typeface="Arial"/>
              </a:rPr>
              <a:t> </a:t>
            </a:r>
            <a:r>
              <a:rPr sz="2000" spc="4" dirty="0" smtClean="0">
                <a:latin typeface="Arial"/>
                <a:cs typeface="Arial"/>
              </a:rPr>
              <a:t>s</a:t>
            </a:r>
            <a:r>
              <a:rPr sz="2000" spc="0" dirty="0" smtClean="0">
                <a:latin typeface="Arial"/>
                <a:cs typeface="Arial"/>
              </a:rPr>
              <a:t>e</a:t>
            </a:r>
            <a:r>
              <a:rPr sz="2000" spc="-4" dirty="0" smtClean="0">
                <a:latin typeface="Arial"/>
                <a:cs typeface="Arial"/>
              </a:rPr>
              <a:t>ç</a:t>
            </a:r>
            <a:r>
              <a:rPr sz="2000" spc="-9" dirty="0" smtClean="0">
                <a:latin typeface="Arial"/>
                <a:cs typeface="Arial"/>
              </a:rPr>
              <a:t>ã</a:t>
            </a:r>
            <a:r>
              <a:rPr sz="2000" spc="0" dirty="0" smtClean="0">
                <a:latin typeface="Arial"/>
                <a:cs typeface="Arial"/>
              </a:rPr>
              <a:t>o</a:t>
            </a:r>
            <a:endParaRPr sz="20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288021" y="3728227"/>
            <a:ext cx="1318404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-4" dirty="0" smtClean="0">
                <a:latin typeface="Arial"/>
                <a:cs typeface="Arial"/>
              </a:rPr>
              <a:t>t</a:t>
            </a:r>
            <a:r>
              <a:rPr sz="2000" spc="-9" dirty="0" smtClean="0">
                <a:latin typeface="Arial"/>
                <a:cs typeface="Arial"/>
              </a:rPr>
              <a:t>r</a:t>
            </a:r>
            <a:r>
              <a:rPr sz="2000" spc="0" dirty="0" smtClean="0">
                <a:latin typeface="Arial"/>
                <a:cs typeface="Arial"/>
              </a:rPr>
              <a:t>a</a:t>
            </a:r>
            <a:r>
              <a:rPr sz="2000" spc="-9" dirty="0" smtClean="0">
                <a:latin typeface="Arial"/>
                <a:cs typeface="Arial"/>
              </a:rPr>
              <a:t>n</a:t>
            </a:r>
            <a:r>
              <a:rPr sz="2000" spc="4" dirty="0" smtClean="0">
                <a:latin typeface="Arial"/>
                <a:cs typeface="Arial"/>
              </a:rPr>
              <a:t>s</a:t>
            </a:r>
            <a:r>
              <a:rPr sz="2000" spc="-4" dirty="0" smtClean="0">
                <a:latin typeface="Arial"/>
                <a:cs typeface="Arial"/>
              </a:rPr>
              <a:t>v</a:t>
            </a:r>
            <a:r>
              <a:rPr sz="2000" spc="0" dirty="0" smtClean="0">
                <a:latin typeface="Arial"/>
                <a:cs typeface="Arial"/>
              </a:rPr>
              <a:t>e</a:t>
            </a:r>
            <a:r>
              <a:rPr sz="2000" spc="-9" dirty="0" smtClean="0">
                <a:latin typeface="Arial"/>
                <a:cs typeface="Arial"/>
              </a:rPr>
              <a:t>r</a:t>
            </a:r>
            <a:r>
              <a:rPr sz="2000" spc="4" dirty="0" smtClean="0">
                <a:latin typeface="Arial"/>
                <a:cs typeface="Arial"/>
              </a:rPr>
              <a:t>s</a:t>
            </a:r>
            <a:r>
              <a:rPr sz="2000" spc="0" dirty="0" smtClean="0">
                <a:latin typeface="Arial"/>
                <a:cs typeface="Arial"/>
              </a:rPr>
              <a:t>al</a:t>
            </a:r>
            <a:endParaRPr sz="20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598541" y="3728227"/>
            <a:ext cx="966768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4" dirty="0" smtClean="0">
                <a:latin typeface="Arial"/>
                <a:cs typeface="Arial"/>
              </a:rPr>
              <a:t>c</a:t>
            </a:r>
            <a:r>
              <a:rPr sz="2000" spc="0" dirty="0" smtClean="0">
                <a:latin typeface="Arial"/>
                <a:cs typeface="Arial"/>
              </a:rPr>
              <a:t>i</a:t>
            </a:r>
            <a:r>
              <a:rPr sz="2000" spc="-9" dirty="0" smtClean="0">
                <a:latin typeface="Arial"/>
                <a:cs typeface="Arial"/>
              </a:rPr>
              <a:t>r</a:t>
            </a:r>
            <a:r>
              <a:rPr sz="2000" spc="4" dirty="0" smtClean="0">
                <a:latin typeface="Arial"/>
                <a:cs typeface="Arial"/>
              </a:rPr>
              <a:t>c</a:t>
            </a:r>
            <a:r>
              <a:rPr sz="2000" spc="0" dirty="0" smtClean="0">
                <a:latin typeface="Arial"/>
                <a:cs typeface="Arial"/>
              </a:rPr>
              <a:t>ul</a:t>
            </a:r>
            <a:r>
              <a:rPr sz="2000" spc="-9" dirty="0" smtClean="0">
                <a:latin typeface="Arial"/>
                <a:cs typeface="Arial"/>
              </a:rPr>
              <a:t>a</a:t>
            </a:r>
            <a:r>
              <a:rPr sz="2000" spc="4" dirty="0" smtClean="0">
                <a:latin typeface="Arial"/>
                <a:cs typeface="Arial"/>
              </a:rPr>
              <a:t>r</a:t>
            </a:r>
            <a:r>
              <a:rPr sz="2000" spc="0" dirty="0" smtClean="0">
                <a:latin typeface="Arial"/>
                <a:cs typeface="Arial"/>
              </a:rPr>
              <a:t>:</a:t>
            </a:r>
            <a:endParaRPr sz="20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238384" y="3780164"/>
            <a:ext cx="208978" cy="2158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635"/>
              </a:lnSpc>
              <a:spcBef>
                <a:spcPts val="81"/>
              </a:spcBef>
            </a:pPr>
            <a:r>
              <a:rPr sz="1500" spc="208" dirty="0" smtClean="0">
                <a:solidFill>
                  <a:srgbClr val="65FF32"/>
                </a:solidFill>
                <a:latin typeface="Arial"/>
                <a:cs typeface="Arial"/>
              </a:rPr>
              <a:t>□</a:t>
            </a:r>
            <a:endParaRPr sz="15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158880" y="4469144"/>
            <a:ext cx="257452" cy="31357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415"/>
              </a:lnSpc>
              <a:spcBef>
                <a:spcPts val="120"/>
              </a:spcBef>
            </a:pPr>
            <a:r>
              <a:rPr sz="2250" spc="0" dirty="0" smtClean="0">
                <a:latin typeface="Times New Roman"/>
                <a:cs typeface="Times New Roman"/>
              </a:rPr>
              <a:t>A</a:t>
            </a:r>
            <a:endParaRPr sz="225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402721" y="4464542"/>
            <a:ext cx="239572" cy="31357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470"/>
              </a:lnSpc>
              <a:spcBef>
                <a:spcPts val="123"/>
              </a:spcBef>
            </a:pPr>
            <a:r>
              <a:rPr sz="2250" spc="-578" dirty="0" smtClean="0">
                <a:latin typeface="Meiryo"/>
                <a:cs typeface="Meiryo"/>
              </a:rPr>
              <a:t>=</a:t>
            </a:r>
            <a:endParaRPr sz="2250">
              <a:latin typeface="Meiryo"/>
              <a:cs typeface="Meiryo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177674" y="5291327"/>
            <a:ext cx="1164843" cy="42367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8962">
              <a:lnSpc>
                <a:spcPts val="3335"/>
              </a:lnSpc>
              <a:spcBef>
                <a:spcPts val="166"/>
              </a:spcBef>
            </a:pPr>
            <a:r>
              <a:rPr sz="3975" spc="-462" baseline="5188" dirty="0" smtClean="0">
                <a:latin typeface="Meiryo"/>
                <a:cs typeface="Meiryo"/>
              </a:rPr>
              <a:t>π</a:t>
            </a:r>
            <a:r>
              <a:rPr sz="3975" spc="316" baseline="5188" dirty="0" smtClean="0">
                <a:latin typeface="Meiryo"/>
                <a:cs typeface="Meiryo"/>
              </a:rPr>
              <a:t> </a:t>
            </a:r>
            <a:r>
              <a:rPr sz="3750" spc="-562" baseline="5499" dirty="0" smtClean="0">
                <a:latin typeface="Meiryo"/>
                <a:cs typeface="Meiryo"/>
              </a:rPr>
              <a:t>=</a:t>
            </a:r>
            <a:r>
              <a:rPr sz="3750" spc="-325" baseline="5499" dirty="0" smtClean="0">
                <a:latin typeface="Meiryo"/>
                <a:cs typeface="Meiryo"/>
              </a:rPr>
              <a:t> </a:t>
            </a:r>
            <a:r>
              <a:rPr sz="3750" spc="-109" baseline="9276" dirty="0" smtClean="0">
                <a:latin typeface="Times New Roman"/>
                <a:cs typeface="Times New Roman"/>
              </a:rPr>
              <a:t>3</a:t>
            </a:r>
            <a:r>
              <a:rPr sz="3750" spc="-229" baseline="9276" dirty="0" smtClean="0">
                <a:latin typeface="Times New Roman"/>
                <a:cs typeface="Times New Roman"/>
              </a:rPr>
              <a:t>,</a:t>
            </a:r>
            <a:r>
              <a:rPr sz="3750" spc="0" baseline="9276" dirty="0" smtClean="0">
                <a:latin typeface="Times New Roman"/>
                <a:cs typeface="Times New Roman"/>
              </a:rPr>
              <a:t>14</a:t>
            </a:r>
            <a:endParaRPr sz="25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106046" y="4209288"/>
            <a:ext cx="1296923" cy="79247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513388" marR="58439" algn="ctr">
              <a:lnSpc>
                <a:spcPts val="3600"/>
              </a:lnSpc>
              <a:spcBef>
                <a:spcPts val="180"/>
              </a:spcBef>
            </a:pPr>
            <a:r>
              <a:rPr sz="3600" spc="-254" baseline="5012" dirty="0" smtClean="0">
                <a:latin typeface="Meiryo"/>
                <a:cs typeface="Meiryo"/>
              </a:rPr>
              <a:t>π</a:t>
            </a:r>
            <a:r>
              <a:rPr sz="3600" spc="-154" baseline="5012" dirty="0" smtClean="0">
                <a:latin typeface="Meiryo"/>
                <a:cs typeface="Meiryo"/>
              </a:rPr>
              <a:t> </a:t>
            </a:r>
            <a:r>
              <a:rPr sz="3375" spc="-219" baseline="5347" dirty="0" smtClean="0">
                <a:latin typeface="Meiryo"/>
                <a:cs typeface="Meiryo"/>
              </a:rPr>
              <a:t>⋅</a:t>
            </a:r>
            <a:r>
              <a:rPr sz="3375" spc="-409" baseline="5347" dirty="0" smtClean="0">
                <a:latin typeface="Meiryo"/>
                <a:cs typeface="Meiryo"/>
              </a:rPr>
              <a:t> </a:t>
            </a:r>
            <a:r>
              <a:rPr sz="3375" spc="0" baseline="9018" dirty="0" smtClean="0">
                <a:latin typeface="Times New Roman"/>
                <a:cs typeface="Times New Roman"/>
              </a:rPr>
              <a:t>d</a:t>
            </a:r>
            <a:r>
              <a:rPr sz="3375" spc="-159" baseline="9018" dirty="0" smtClean="0">
                <a:latin typeface="Times New Roman"/>
                <a:cs typeface="Times New Roman"/>
              </a:rPr>
              <a:t> </a:t>
            </a:r>
            <a:r>
              <a:rPr sz="1950" spc="6" baseline="60205" dirty="0" smtClean="0">
                <a:latin typeface="Times New Roman"/>
                <a:cs typeface="Times New Roman"/>
              </a:rPr>
              <a:t>2</a:t>
            </a:r>
            <a:endParaRPr sz="1300">
              <a:latin typeface="Times New Roman"/>
              <a:cs typeface="Times New Roman"/>
            </a:endParaRPr>
          </a:p>
          <a:p>
            <a:pPr marL="793225" marR="278205" algn="ctr">
              <a:lnSpc>
                <a:spcPct val="95825"/>
              </a:lnSpc>
            </a:pPr>
            <a:r>
              <a:rPr sz="2250" spc="0" dirty="0" smtClean="0">
                <a:latin typeface="Times New Roman"/>
                <a:cs typeface="Times New Roman"/>
              </a:rPr>
              <a:t>4</a:t>
            </a:r>
            <a:endParaRPr sz="225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2653162" y="4500879"/>
            <a:ext cx="693419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12"/>
          <p:cNvSpPr txBox="1"/>
          <p:nvPr/>
        </p:nvSpPr>
        <p:spPr>
          <a:xfrm>
            <a:off x="1309763" y="1013203"/>
            <a:ext cx="6806620" cy="5328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4185"/>
              </a:lnSpc>
              <a:spcBef>
                <a:spcPts val="209"/>
              </a:spcBef>
              <a:tabLst>
                <a:tab pos="1612900" algn="l"/>
                <a:tab pos="4191000" algn="l"/>
                <a:tab pos="5486400" algn="l"/>
              </a:tabLst>
            </a:pPr>
            <a:r>
              <a:rPr sz="4000" spc="0" dirty="0" smtClean="0">
                <a:solidFill>
                  <a:srgbClr val="00CC65"/>
                </a:solidFill>
                <a:latin typeface="Arial"/>
                <a:cs typeface="Arial"/>
              </a:rPr>
              <a:t>V</a:t>
            </a:r>
            <a:r>
              <a:rPr sz="4000" spc="-4" dirty="0" smtClean="0">
                <a:solidFill>
                  <a:srgbClr val="00CC65"/>
                </a:solidFill>
                <a:latin typeface="Arial"/>
                <a:cs typeface="Arial"/>
              </a:rPr>
              <a:t>a</a:t>
            </a:r>
            <a:r>
              <a:rPr sz="4000" spc="4" dirty="0" smtClean="0">
                <a:solidFill>
                  <a:srgbClr val="00CC65"/>
                </a:solidFill>
                <a:latin typeface="Arial"/>
                <a:cs typeface="Arial"/>
              </a:rPr>
              <a:t>z</a:t>
            </a:r>
            <a:r>
              <a:rPr sz="4000" spc="-4" dirty="0" smtClean="0">
                <a:solidFill>
                  <a:srgbClr val="00CC65"/>
                </a:solidFill>
                <a:latin typeface="Arial"/>
                <a:cs typeface="Arial"/>
              </a:rPr>
              <a:t>ã</a:t>
            </a:r>
            <a:r>
              <a:rPr sz="4000" spc="0" dirty="0" smtClean="0">
                <a:solidFill>
                  <a:srgbClr val="00CC65"/>
                </a:solidFill>
                <a:latin typeface="Arial"/>
                <a:cs typeface="Arial"/>
              </a:rPr>
              <a:t>o</a:t>
            </a:r>
            <a:r>
              <a:rPr sz="4000" spc="-1002" dirty="0" smtClean="0">
                <a:solidFill>
                  <a:srgbClr val="00CC65"/>
                </a:solidFill>
                <a:latin typeface="Arial"/>
                <a:cs typeface="Arial"/>
              </a:rPr>
              <a:t> </a:t>
            </a:r>
            <a:r>
              <a:rPr sz="4000" spc="0" dirty="0" smtClean="0">
                <a:solidFill>
                  <a:srgbClr val="00CC65"/>
                </a:solidFill>
                <a:latin typeface="Arial"/>
                <a:cs typeface="Arial"/>
              </a:rPr>
              <a:t>	</a:t>
            </a:r>
            <a:r>
              <a:rPr sz="4000" spc="-4" dirty="0" smtClean="0">
                <a:solidFill>
                  <a:srgbClr val="00CC65"/>
                </a:solidFill>
                <a:latin typeface="Arial"/>
                <a:cs typeface="Arial"/>
              </a:rPr>
              <a:t>e</a:t>
            </a:r>
            <a:r>
              <a:rPr sz="4000" spc="0" dirty="0" smtClean="0">
                <a:solidFill>
                  <a:srgbClr val="00CC65"/>
                </a:solidFill>
                <a:latin typeface="Arial"/>
                <a:cs typeface="Arial"/>
              </a:rPr>
              <a:t>m</a:t>
            </a:r>
            <a:r>
              <a:rPr sz="4000" spc="192" dirty="0" smtClean="0">
                <a:solidFill>
                  <a:srgbClr val="00CC65"/>
                </a:solidFill>
                <a:latin typeface="Arial"/>
                <a:cs typeface="Arial"/>
              </a:rPr>
              <a:t> </a:t>
            </a:r>
            <a:r>
              <a:rPr sz="4000" spc="4" dirty="0" smtClean="0">
                <a:solidFill>
                  <a:srgbClr val="00CC65"/>
                </a:solidFill>
                <a:latin typeface="Arial"/>
                <a:cs typeface="Arial"/>
              </a:rPr>
              <a:t>M</a:t>
            </a:r>
            <a:r>
              <a:rPr sz="4000" spc="-4" dirty="0" smtClean="0">
                <a:solidFill>
                  <a:srgbClr val="00CC65"/>
                </a:solidFill>
                <a:latin typeface="Arial"/>
                <a:cs typeface="Arial"/>
              </a:rPr>
              <a:t>as</a:t>
            </a:r>
            <a:r>
              <a:rPr sz="4000" spc="9" dirty="0" smtClean="0">
                <a:solidFill>
                  <a:srgbClr val="00CC65"/>
                </a:solidFill>
                <a:latin typeface="Arial"/>
                <a:cs typeface="Arial"/>
              </a:rPr>
              <a:t>s</a:t>
            </a:r>
            <a:r>
              <a:rPr sz="4000" spc="0" dirty="0" smtClean="0">
                <a:solidFill>
                  <a:srgbClr val="00CC65"/>
                </a:solidFill>
                <a:latin typeface="Arial"/>
                <a:cs typeface="Arial"/>
              </a:rPr>
              <a:t>a</a:t>
            </a:r>
            <a:r>
              <a:rPr sz="4000" spc="-749" dirty="0" smtClean="0">
                <a:solidFill>
                  <a:srgbClr val="00CC65"/>
                </a:solidFill>
                <a:latin typeface="Arial"/>
                <a:cs typeface="Arial"/>
              </a:rPr>
              <a:t> </a:t>
            </a:r>
            <a:r>
              <a:rPr sz="4000" spc="0" dirty="0" smtClean="0">
                <a:solidFill>
                  <a:srgbClr val="00CC65"/>
                </a:solidFill>
                <a:latin typeface="Arial"/>
                <a:cs typeface="Arial"/>
              </a:rPr>
              <a:t>	e</a:t>
            </a:r>
            <a:r>
              <a:rPr sz="4000" spc="-12" dirty="0" smtClean="0">
                <a:solidFill>
                  <a:srgbClr val="00CC65"/>
                </a:solidFill>
                <a:latin typeface="Arial"/>
                <a:cs typeface="Arial"/>
              </a:rPr>
              <a:t> </a:t>
            </a:r>
            <a:r>
              <a:rPr sz="4000" spc="-4" dirty="0" smtClean="0">
                <a:solidFill>
                  <a:srgbClr val="00CC65"/>
                </a:solidFill>
                <a:latin typeface="Arial"/>
                <a:cs typeface="Arial"/>
              </a:rPr>
              <a:t>e</a:t>
            </a:r>
            <a:r>
              <a:rPr sz="4000" spc="0" dirty="0" smtClean="0">
                <a:solidFill>
                  <a:srgbClr val="00CC65"/>
                </a:solidFill>
                <a:latin typeface="Arial"/>
                <a:cs typeface="Arial"/>
              </a:rPr>
              <a:t>m</a:t>
            </a:r>
            <a:r>
              <a:rPr sz="4000" spc="-934" dirty="0" smtClean="0">
                <a:solidFill>
                  <a:srgbClr val="00CC65"/>
                </a:solidFill>
                <a:latin typeface="Arial"/>
                <a:cs typeface="Arial"/>
              </a:rPr>
              <a:t> </a:t>
            </a:r>
            <a:r>
              <a:rPr sz="4000" spc="0" dirty="0" smtClean="0">
                <a:solidFill>
                  <a:srgbClr val="00CC65"/>
                </a:solidFill>
                <a:latin typeface="Arial"/>
                <a:cs typeface="Arial"/>
              </a:rPr>
              <a:t>	</a:t>
            </a:r>
            <a:r>
              <a:rPr sz="4000" spc="-16" dirty="0" smtClean="0">
                <a:solidFill>
                  <a:srgbClr val="00CC65"/>
                </a:solidFill>
                <a:latin typeface="Arial"/>
                <a:cs typeface="Arial"/>
              </a:rPr>
              <a:t>P</a:t>
            </a:r>
            <a:r>
              <a:rPr sz="4000" spc="-27" dirty="0" smtClean="0">
                <a:solidFill>
                  <a:srgbClr val="00CC65"/>
                </a:solidFill>
                <a:latin typeface="Arial"/>
                <a:cs typeface="Arial"/>
              </a:rPr>
              <a:t>e</a:t>
            </a:r>
            <a:r>
              <a:rPr sz="4000" spc="214" dirty="0" smtClean="0">
                <a:solidFill>
                  <a:srgbClr val="00CC65"/>
                </a:solidFill>
                <a:latin typeface="Arial"/>
                <a:cs typeface="Arial"/>
              </a:rPr>
              <a:t>s</a:t>
            </a:r>
            <a:r>
              <a:rPr sz="4000" spc="200" dirty="0" smtClean="0">
                <a:solidFill>
                  <a:srgbClr val="00CC65"/>
                </a:solidFill>
                <a:latin typeface="Arial"/>
                <a:cs typeface="Arial"/>
              </a:rPr>
              <a:t>o</a:t>
            </a:r>
            <a:endParaRPr sz="40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581289" y="2077687"/>
            <a:ext cx="619625" cy="4323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375"/>
              </a:lnSpc>
              <a:spcBef>
                <a:spcPts val="168"/>
              </a:spcBef>
            </a:pPr>
            <a:r>
              <a:rPr sz="3200" spc="0" dirty="0" smtClean="0">
                <a:latin typeface="Arial"/>
                <a:cs typeface="Arial"/>
              </a:rPr>
              <a:t>De</a:t>
            </a:r>
            <a:endParaRPr sz="32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359987" y="2077687"/>
            <a:ext cx="1113340" cy="4323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375"/>
              </a:lnSpc>
              <a:spcBef>
                <a:spcPts val="168"/>
              </a:spcBef>
            </a:pPr>
            <a:r>
              <a:rPr sz="3200" spc="-4" dirty="0" smtClean="0">
                <a:latin typeface="Arial"/>
                <a:cs typeface="Arial"/>
              </a:rPr>
              <a:t>m</a:t>
            </a:r>
            <a:r>
              <a:rPr sz="3200" spc="-19" dirty="0" smtClean="0">
                <a:latin typeface="Arial"/>
                <a:cs typeface="Arial"/>
              </a:rPr>
              <a:t>o</a:t>
            </a:r>
            <a:r>
              <a:rPr sz="3200" spc="-4" dirty="0" smtClean="0">
                <a:latin typeface="Arial"/>
                <a:cs typeface="Arial"/>
              </a:rPr>
              <a:t>d</a:t>
            </a:r>
            <a:r>
              <a:rPr sz="3200" spc="0" dirty="0" smtClean="0">
                <a:latin typeface="Arial"/>
                <a:cs typeface="Arial"/>
              </a:rPr>
              <a:t>o</a:t>
            </a:r>
            <a:endParaRPr sz="32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632401" y="2077687"/>
            <a:ext cx="1542855" cy="4323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375"/>
              </a:lnSpc>
              <a:spcBef>
                <a:spcPts val="168"/>
              </a:spcBef>
            </a:pPr>
            <a:r>
              <a:rPr sz="3200" spc="-4" dirty="0" smtClean="0">
                <a:latin typeface="Arial"/>
                <a:cs typeface="Arial"/>
              </a:rPr>
              <a:t>análog</a:t>
            </a:r>
            <a:r>
              <a:rPr sz="3200" spc="0" dirty="0" smtClean="0">
                <a:latin typeface="Arial"/>
                <a:cs typeface="Arial"/>
              </a:rPr>
              <a:t>o</a:t>
            </a:r>
            <a:endParaRPr sz="32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334329" y="2077687"/>
            <a:ext cx="325563" cy="4323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375"/>
              </a:lnSpc>
              <a:spcBef>
                <a:spcPts val="168"/>
              </a:spcBef>
            </a:pPr>
            <a:r>
              <a:rPr sz="3200" spc="0" dirty="0" smtClean="0">
                <a:latin typeface="Arial"/>
                <a:cs typeface="Arial"/>
              </a:rPr>
              <a:t>à</a:t>
            </a:r>
            <a:endParaRPr sz="32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817373" y="2077687"/>
            <a:ext cx="2432872" cy="4323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375"/>
              </a:lnSpc>
              <a:spcBef>
                <a:spcPts val="168"/>
              </a:spcBef>
              <a:tabLst>
                <a:tab pos="1892300" algn="l"/>
              </a:tabLst>
            </a:pPr>
            <a:r>
              <a:rPr sz="3200" spc="-4" dirty="0" smtClean="0">
                <a:latin typeface="Arial"/>
                <a:cs typeface="Arial"/>
              </a:rPr>
              <a:t>de</a:t>
            </a:r>
            <a:r>
              <a:rPr sz="3200" spc="0" dirty="0" smtClean="0">
                <a:latin typeface="Arial"/>
                <a:cs typeface="Arial"/>
              </a:rPr>
              <a:t>f</a:t>
            </a:r>
            <a:r>
              <a:rPr sz="3200" spc="-4" dirty="0" smtClean="0">
                <a:latin typeface="Arial"/>
                <a:cs typeface="Arial"/>
              </a:rPr>
              <a:t>ini</a:t>
            </a:r>
            <a:r>
              <a:rPr sz="3200" spc="4" dirty="0" smtClean="0">
                <a:latin typeface="Arial"/>
                <a:cs typeface="Arial"/>
              </a:rPr>
              <a:t>ç</a:t>
            </a:r>
            <a:r>
              <a:rPr sz="3200" spc="-4" dirty="0" smtClean="0">
                <a:latin typeface="Arial"/>
                <a:cs typeface="Arial"/>
              </a:rPr>
              <a:t>ã</a:t>
            </a:r>
            <a:r>
              <a:rPr sz="3200" spc="0" dirty="0" smtClean="0">
                <a:latin typeface="Arial"/>
                <a:cs typeface="Arial"/>
              </a:rPr>
              <a:t>o	</a:t>
            </a:r>
            <a:r>
              <a:rPr sz="3200" spc="-4" dirty="0" smtClean="0">
                <a:latin typeface="Arial"/>
                <a:cs typeface="Arial"/>
              </a:rPr>
              <a:t>d</a:t>
            </a:r>
            <a:r>
              <a:rPr sz="3200" spc="0" dirty="0" smtClean="0">
                <a:latin typeface="Arial"/>
                <a:cs typeface="Arial"/>
              </a:rPr>
              <a:t>a</a:t>
            </a:r>
            <a:endParaRPr sz="32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407794" y="2077687"/>
            <a:ext cx="1183446" cy="4323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375"/>
              </a:lnSpc>
              <a:spcBef>
                <a:spcPts val="168"/>
              </a:spcBef>
            </a:pPr>
            <a:r>
              <a:rPr sz="3200" spc="-4" dirty="0" smtClean="0">
                <a:latin typeface="Arial"/>
                <a:cs typeface="Arial"/>
              </a:rPr>
              <a:t>va</a:t>
            </a:r>
            <a:r>
              <a:rPr sz="3200" spc="4" dirty="0" smtClean="0">
                <a:latin typeface="Arial"/>
                <a:cs typeface="Arial"/>
              </a:rPr>
              <a:t>z</a:t>
            </a:r>
            <a:r>
              <a:rPr sz="3200" spc="-4" dirty="0" smtClean="0">
                <a:latin typeface="Arial"/>
                <a:cs typeface="Arial"/>
              </a:rPr>
              <a:t>ã</a:t>
            </a:r>
            <a:r>
              <a:rPr sz="3200" spc="0" dirty="0" smtClean="0">
                <a:latin typeface="Arial"/>
                <a:cs typeface="Arial"/>
              </a:rPr>
              <a:t>o</a:t>
            </a:r>
            <a:endParaRPr sz="32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238384" y="2160540"/>
            <a:ext cx="311500" cy="3301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50"/>
              </a:lnSpc>
              <a:spcBef>
                <a:spcPts val="127"/>
              </a:spcBef>
            </a:pPr>
            <a:r>
              <a:rPr sz="2400" spc="333" dirty="0" smtClean="0">
                <a:solidFill>
                  <a:srgbClr val="65FF32"/>
                </a:solidFill>
                <a:latin typeface="Arial"/>
                <a:cs typeface="Arial"/>
              </a:rPr>
              <a:t>□</a:t>
            </a:r>
            <a:endParaRPr sz="24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581289" y="2565367"/>
            <a:ext cx="4178967" cy="4323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375"/>
              </a:lnSpc>
              <a:spcBef>
                <a:spcPts val="168"/>
              </a:spcBef>
            </a:pPr>
            <a:r>
              <a:rPr sz="3200" spc="4" dirty="0" smtClean="0">
                <a:latin typeface="Arial"/>
                <a:cs typeface="Arial"/>
              </a:rPr>
              <a:t>v</a:t>
            </a:r>
            <a:r>
              <a:rPr sz="3200" spc="-4" dirty="0" smtClean="0">
                <a:latin typeface="Arial"/>
                <a:cs typeface="Arial"/>
              </a:rPr>
              <a:t>olumé</a:t>
            </a:r>
            <a:r>
              <a:rPr sz="3200" spc="0" dirty="0" smtClean="0">
                <a:latin typeface="Arial"/>
                <a:cs typeface="Arial"/>
              </a:rPr>
              <a:t>t</a:t>
            </a:r>
            <a:r>
              <a:rPr sz="3200" spc="-9" dirty="0" smtClean="0">
                <a:latin typeface="Arial"/>
                <a:cs typeface="Arial"/>
              </a:rPr>
              <a:t>r</a:t>
            </a:r>
            <a:r>
              <a:rPr sz="3200" spc="-4" dirty="0" smtClean="0">
                <a:latin typeface="Arial"/>
                <a:cs typeface="Arial"/>
              </a:rPr>
              <a:t>i</a:t>
            </a:r>
            <a:r>
              <a:rPr sz="3200" spc="4" dirty="0" smtClean="0">
                <a:latin typeface="Arial"/>
                <a:cs typeface="Arial"/>
              </a:rPr>
              <a:t>c</a:t>
            </a:r>
            <a:r>
              <a:rPr sz="3200" spc="0" dirty="0" smtClean="0">
                <a:latin typeface="Arial"/>
                <a:cs typeface="Arial"/>
              </a:rPr>
              <a:t>a</a:t>
            </a:r>
            <a:r>
              <a:rPr sz="3200" spc="244" dirty="0" smtClean="0">
                <a:latin typeface="Arial"/>
                <a:cs typeface="Arial"/>
              </a:rPr>
              <a:t> </a:t>
            </a:r>
            <a:r>
              <a:rPr sz="3200" spc="0" dirty="0" smtClean="0">
                <a:latin typeface="Arial"/>
                <a:cs typeface="Arial"/>
              </a:rPr>
              <a:t>é</a:t>
            </a:r>
            <a:r>
              <a:rPr sz="3200" spc="244" dirty="0" smtClean="0">
                <a:latin typeface="Arial"/>
                <a:cs typeface="Arial"/>
              </a:rPr>
              <a:t> </a:t>
            </a:r>
            <a:r>
              <a:rPr sz="3200" spc="-4" dirty="0" smtClean="0">
                <a:latin typeface="Arial"/>
                <a:cs typeface="Arial"/>
              </a:rPr>
              <a:t>p</a:t>
            </a:r>
            <a:r>
              <a:rPr sz="3200" spc="-19" dirty="0" smtClean="0">
                <a:latin typeface="Arial"/>
                <a:cs typeface="Arial"/>
              </a:rPr>
              <a:t>o</a:t>
            </a:r>
            <a:r>
              <a:rPr sz="3200" spc="4" dirty="0" smtClean="0">
                <a:latin typeface="Arial"/>
                <a:cs typeface="Arial"/>
              </a:rPr>
              <a:t>ss</a:t>
            </a:r>
            <a:r>
              <a:rPr sz="3200" spc="-14" dirty="0" smtClean="0">
                <a:latin typeface="Arial"/>
                <a:cs typeface="Arial"/>
              </a:rPr>
              <a:t>í</a:t>
            </a:r>
            <a:r>
              <a:rPr sz="3200" spc="4" dirty="0" smtClean="0">
                <a:latin typeface="Arial"/>
                <a:cs typeface="Arial"/>
              </a:rPr>
              <a:t>v</a:t>
            </a:r>
            <a:r>
              <a:rPr sz="3200" spc="-4" dirty="0" smtClean="0">
                <a:latin typeface="Arial"/>
                <a:cs typeface="Arial"/>
              </a:rPr>
              <a:t>e</a:t>
            </a:r>
            <a:r>
              <a:rPr sz="3200" spc="0" dirty="0" smtClean="0">
                <a:latin typeface="Arial"/>
                <a:cs typeface="Arial"/>
              </a:rPr>
              <a:t>l</a:t>
            </a:r>
            <a:endParaRPr sz="32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803839" y="2565367"/>
            <a:ext cx="3784660" cy="4323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375"/>
              </a:lnSpc>
              <a:spcBef>
                <a:spcPts val="168"/>
              </a:spcBef>
            </a:pPr>
            <a:r>
              <a:rPr sz="3200" spc="-4" dirty="0" smtClean="0">
                <a:latin typeface="Arial"/>
                <a:cs typeface="Arial"/>
              </a:rPr>
              <a:t>s</a:t>
            </a:r>
            <a:r>
              <a:rPr sz="3200" spc="0" dirty="0" smtClean="0">
                <a:latin typeface="Arial"/>
                <a:cs typeface="Arial"/>
              </a:rPr>
              <a:t>e</a:t>
            </a:r>
            <a:r>
              <a:rPr sz="3200" spc="254" dirty="0" smtClean="0">
                <a:latin typeface="Arial"/>
                <a:cs typeface="Arial"/>
              </a:rPr>
              <a:t> </a:t>
            </a:r>
            <a:r>
              <a:rPr sz="3200" spc="-4" dirty="0" smtClean="0">
                <a:latin typeface="Arial"/>
                <a:cs typeface="Arial"/>
              </a:rPr>
              <a:t>de</a:t>
            </a:r>
            <a:r>
              <a:rPr sz="3200" spc="0" dirty="0" smtClean="0">
                <a:latin typeface="Arial"/>
                <a:cs typeface="Arial"/>
              </a:rPr>
              <a:t>f</a:t>
            </a:r>
            <a:r>
              <a:rPr sz="3200" spc="-4" dirty="0" smtClean="0">
                <a:latin typeface="Arial"/>
                <a:cs typeface="Arial"/>
              </a:rPr>
              <a:t>ini</a:t>
            </a:r>
            <a:r>
              <a:rPr sz="3200" spc="0" dirty="0" smtClean="0">
                <a:latin typeface="Arial"/>
                <a:cs typeface="Arial"/>
              </a:rPr>
              <a:t>r</a:t>
            </a:r>
            <a:r>
              <a:rPr sz="3200" spc="264" dirty="0" smtClean="0">
                <a:latin typeface="Arial"/>
                <a:cs typeface="Arial"/>
              </a:rPr>
              <a:t> </a:t>
            </a:r>
            <a:r>
              <a:rPr sz="3200" spc="-4" dirty="0" smtClean="0">
                <a:latin typeface="Arial"/>
                <a:cs typeface="Arial"/>
              </a:rPr>
              <a:t>a</a:t>
            </a:r>
            <a:r>
              <a:rPr sz="3200" spc="0" dirty="0" smtClean="0">
                <a:latin typeface="Arial"/>
                <a:cs typeface="Arial"/>
              </a:rPr>
              <a:t>s</a:t>
            </a:r>
            <a:r>
              <a:rPr sz="3200" spc="254" dirty="0" smtClean="0">
                <a:latin typeface="Arial"/>
                <a:cs typeface="Arial"/>
              </a:rPr>
              <a:t> </a:t>
            </a:r>
            <a:r>
              <a:rPr sz="3200" spc="4" dirty="0" smtClean="0">
                <a:latin typeface="Arial"/>
                <a:cs typeface="Arial"/>
              </a:rPr>
              <a:t>v</a:t>
            </a:r>
            <a:r>
              <a:rPr sz="3200" spc="-19" dirty="0" smtClean="0">
                <a:latin typeface="Arial"/>
                <a:cs typeface="Arial"/>
              </a:rPr>
              <a:t>a</a:t>
            </a:r>
            <a:r>
              <a:rPr sz="3200" spc="-4" dirty="0" smtClean="0">
                <a:latin typeface="Arial"/>
                <a:cs typeface="Arial"/>
              </a:rPr>
              <a:t>zõe</a:t>
            </a:r>
            <a:r>
              <a:rPr sz="3200" spc="0" dirty="0" smtClean="0">
                <a:latin typeface="Arial"/>
                <a:cs typeface="Arial"/>
              </a:rPr>
              <a:t>s</a:t>
            </a:r>
            <a:endParaRPr sz="32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581289" y="3051523"/>
            <a:ext cx="663769" cy="4323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375"/>
              </a:lnSpc>
              <a:spcBef>
                <a:spcPts val="168"/>
              </a:spcBef>
            </a:pPr>
            <a:r>
              <a:rPr sz="3200" spc="-4" dirty="0" smtClean="0">
                <a:latin typeface="Arial"/>
                <a:cs typeface="Arial"/>
              </a:rPr>
              <a:t>e</a:t>
            </a:r>
            <a:r>
              <a:rPr sz="3200" spc="0" dirty="0" smtClean="0">
                <a:latin typeface="Arial"/>
                <a:cs typeface="Arial"/>
              </a:rPr>
              <a:t>m</a:t>
            </a:r>
            <a:endParaRPr sz="32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309760" y="3051523"/>
            <a:ext cx="1296281" cy="4323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375"/>
              </a:lnSpc>
              <a:spcBef>
                <a:spcPts val="168"/>
              </a:spcBef>
            </a:pPr>
            <a:r>
              <a:rPr sz="3200" spc="-4" dirty="0" smtClean="0">
                <a:latin typeface="Arial"/>
                <a:cs typeface="Arial"/>
              </a:rPr>
              <a:t>mas</a:t>
            </a:r>
            <a:r>
              <a:rPr sz="3200" spc="4" dirty="0" smtClean="0">
                <a:latin typeface="Arial"/>
                <a:cs typeface="Arial"/>
              </a:rPr>
              <a:t>s</a:t>
            </a:r>
            <a:r>
              <a:rPr sz="3200" spc="0" dirty="0" smtClean="0">
                <a:latin typeface="Arial"/>
                <a:cs typeface="Arial"/>
              </a:rPr>
              <a:t>a</a:t>
            </a:r>
            <a:endParaRPr sz="32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670628" y="3051523"/>
            <a:ext cx="325563" cy="4323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375"/>
              </a:lnSpc>
              <a:spcBef>
                <a:spcPts val="168"/>
              </a:spcBef>
            </a:pPr>
            <a:r>
              <a:rPr sz="3200" spc="0" dirty="0" smtClean="0">
                <a:latin typeface="Arial"/>
                <a:cs typeface="Arial"/>
              </a:rPr>
              <a:t>e</a:t>
            </a:r>
            <a:endParaRPr sz="32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060776" y="3051523"/>
            <a:ext cx="663769" cy="4323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375"/>
              </a:lnSpc>
              <a:spcBef>
                <a:spcPts val="168"/>
              </a:spcBef>
            </a:pPr>
            <a:r>
              <a:rPr sz="3200" spc="-4" dirty="0" smtClean="0">
                <a:latin typeface="Arial"/>
                <a:cs typeface="Arial"/>
              </a:rPr>
              <a:t>e</a:t>
            </a:r>
            <a:r>
              <a:rPr sz="3200" spc="0" dirty="0" smtClean="0">
                <a:latin typeface="Arial"/>
                <a:cs typeface="Arial"/>
              </a:rPr>
              <a:t>m</a:t>
            </a:r>
            <a:endParaRPr sz="32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789248" y="3051523"/>
            <a:ext cx="980756" cy="4323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375"/>
              </a:lnSpc>
              <a:spcBef>
                <a:spcPts val="168"/>
              </a:spcBef>
            </a:pPr>
            <a:r>
              <a:rPr sz="3200" spc="-4" dirty="0" smtClean="0">
                <a:latin typeface="Arial"/>
                <a:cs typeface="Arial"/>
              </a:rPr>
              <a:t>pe</a:t>
            </a:r>
            <a:r>
              <a:rPr sz="3200" spc="4" dirty="0" smtClean="0">
                <a:latin typeface="Arial"/>
                <a:cs typeface="Arial"/>
              </a:rPr>
              <a:t>s</a:t>
            </a:r>
            <a:r>
              <a:rPr sz="3200" spc="0" dirty="0" smtClean="0">
                <a:latin typeface="Arial"/>
                <a:cs typeface="Arial"/>
              </a:rPr>
              <a:t>o</a:t>
            </a:r>
            <a:endParaRPr sz="32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834590" y="3051523"/>
            <a:ext cx="551052" cy="4323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375"/>
              </a:lnSpc>
              <a:spcBef>
                <a:spcPts val="168"/>
              </a:spcBef>
            </a:pPr>
            <a:r>
              <a:rPr sz="3200" spc="-4" dirty="0" smtClean="0">
                <a:latin typeface="Arial"/>
                <a:cs typeface="Arial"/>
              </a:rPr>
              <a:t>d</a:t>
            </a:r>
            <a:r>
              <a:rPr sz="3200" spc="0" dirty="0" smtClean="0">
                <a:latin typeface="Arial"/>
                <a:cs typeface="Arial"/>
              </a:rPr>
              <a:t>e</a:t>
            </a:r>
            <a:endParaRPr sz="32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450228" y="3051523"/>
            <a:ext cx="1912774" cy="4323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375"/>
              </a:lnSpc>
              <a:spcBef>
                <a:spcPts val="168"/>
              </a:spcBef>
            </a:pPr>
            <a:r>
              <a:rPr sz="3200" spc="-4" dirty="0" smtClean="0">
                <a:latin typeface="Arial"/>
                <a:cs typeface="Arial"/>
              </a:rPr>
              <a:t>u</a:t>
            </a:r>
            <a:r>
              <a:rPr sz="3200" spc="0" dirty="0" smtClean="0">
                <a:latin typeface="Arial"/>
                <a:cs typeface="Arial"/>
              </a:rPr>
              <a:t>m</a:t>
            </a:r>
            <a:r>
              <a:rPr sz="3200" spc="409" dirty="0" smtClean="0">
                <a:latin typeface="Arial"/>
                <a:cs typeface="Arial"/>
              </a:rPr>
              <a:t> </a:t>
            </a:r>
            <a:r>
              <a:rPr sz="3200" spc="0" dirty="0" smtClean="0">
                <a:latin typeface="Arial"/>
                <a:cs typeface="Arial"/>
              </a:rPr>
              <a:t>f</a:t>
            </a:r>
            <a:r>
              <a:rPr sz="3200" spc="-4" dirty="0" smtClean="0">
                <a:latin typeface="Arial"/>
                <a:cs typeface="Arial"/>
              </a:rPr>
              <a:t>l</a:t>
            </a:r>
            <a:r>
              <a:rPr sz="3200" spc="4" dirty="0" smtClean="0">
                <a:latin typeface="Arial"/>
                <a:cs typeface="Arial"/>
              </a:rPr>
              <a:t>u</a:t>
            </a:r>
            <a:r>
              <a:rPr sz="3200" spc="-4" dirty="0" smtClean="0">
                <a:latin typeface="Arial"/>
                <a:cs typeface="Arial"/>
              </a:rPr>
              <a:t>ido</a:t>
            </a:r>
            <a:r>
              <a:rPr sz="3200" spc="0" dirty="0" smtClean="0">
                <a:latin typeface="Arial"/>
                <a:cs typeface="Arial"/>
              </a:rPr>
              <a:t>,</a:t>
            </a:r>
            <a:endParaRPr sz="32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8429780" y="3051523"/>
            <a:ext cx="1160584" cy="4323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375"/>
              </a:lnSpc>
              <a:spcBef>
                <a:spcPts val="168"/>
              </a:spcBef>
            </a:pPr>
            <a:r>
              <a:rPr sz="3200" spc="-4" dirty="0" smtClean="0">
                <a:latin typeface="Arial"/>
                <a:cs typeface="Arial"/>
              </a:rPr>
              <a:t>e</a:t>
            </a:r>
            <a:r>
              <a:rPr sz="3200" spc="4" dirty="0" smtClean="0">
                <a:latin typeface="Arial"/>
                <a:cs typeface="Arial"/>
              </a:rPr>
              <a:t>s</a:t>
            </a:r>
            <a:r>
              <a:rPr sz="3200" spc="-4" dirty="0" smtClean="0">
                <a:latin typeface="Arial"/>
                <a:cs typeface="Arial"/>
              </a:rPr>
              <a:t>sa</a:t>
            </a:r>
            <a:r>
              <a:rPr sz="3200" spc="0" dirty="0" smtClean="0">
                <a:latin typeface="Arial"/>
                <a:cs typeface="Arial"/>
              </a:rPr>
              <a:t>s</a:t>
            </a:r>
            <a:endParaRPr sz="32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581289" y="3539202"/>
            <a:ext cx="1449370" cy="140766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57398">
              <a:lnSpc>
                <a:spcPts val="3375"/>
              </a:lnSpc>
              <a:spcBef>
                <a:spcPts val="168"/>
              </a:spcBef>
            </a:pPr>
            <a:r>
              <a:rPr sz="3200" spc="4" dirty="0" smtClean="0">
                <a:latin typeface="Arial"/>
                <a:cs typeface="Arial"/>
              </a:rPr>
              <a:t>v</a:t>
            </a:r>
            <a:r>
              <a:rPr sz="3200" spc="-4" dirty="0" smtClean="0">
                <a:latin typeface="Arial"/>
                <a:cs typeface="Arial"/>
              </a:rPr>
              <a:t>azõe</a:t>
            </a:r>
            <a:r>
              <a:rPr sz="3200" spc="0" dirty="0" smtClean="0">
                <a:latin typeface="Arial"/>
                <a:cs typeface="Arial"/>
              </a:rPr>
              <a:t>s</a:t>
            </a:r>
            <a:endParaRPr sz="3200">
              <a:latin typeface="Arial"/>
              <a:cs typeface="Arial"/>
            </a:endParaRPr>
          </a:p>
          <a:p>
            <a:pPr marL="12700" indent="0">
              <a:lnSpc>
                <a:spcPct val="100041"/>
              </a:lnSpc>
            </a:pPr>
            <a:r>
              <a:rPr sz="3200" spc="-4" dirty="0" smtClean="0">
                <a:latin typeface="Arial"/>
                <a:cs typeface="Arial"/>
              </a:rPr>
              <a:t>quand</a:t>
            </a:r>
            <a:r>
              <a:rPr sz="3200" spc="0" dirty="0" smtClean="0">
                <a:latin typeface="Arial"/>
                <a:cs typeface="Arial"/>
              </a:rPr>
              <a:t>o f</a:t>
            </a:r>
            <a:r>
              <a:rPr sz="3200" spc="-4" dirty="0" smtClean="0">
                <a:latin typeface="Arial"/>
                <a:cs typeface="Arial"/>
              </a:rPr>
              <a:t>un</a:t>
            </a:r>
            <a:r>
              <a:rPr sz="3200" spc="4" dirty="0" smtClean="0">
                <a:latin typeface="Arial"/>
                <a:cs typeface="Arial"/>
              </a:rPr>
              <a:t>ç</a:t>
            </a:r>
            <a:r>
              <a:rPr sz="3200" spc="-4" dirty="0" smtClean="0">
                <a:latin typeface="Arial"/>
                <a:cs typeface="Arial"/>
              </a:rPr>
              <a:t>ã</a:t>
            </a:r>
            <a:r>
              <a:rPr sz="3200" spc="0" dirty="0" smtClean="0">
                <a:latin typeface="Arial"/>
                <a:cs typeface="Arial"/>
              </a:rPr>
              <a:t>o</a:t>
            </a:r>
            <a:endParaRPr sz="32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082304" y="3539202"/>
            <a:ext cx="1745618" cy="4323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375"/>
              </a:lnSpc>
              <a:spcBef>
                <a:spcPts val="168"/>
              </a:spcBef>
            </a:pPr>
            <a:r>
              <a:rPr sz="3200" spc="-4" dirty="0" smtClean="0">
                <a:latin typeface="Arial"/>
                <a:cs typeface="Arial"/>
              </a:rPr>
              <a:t>pos</a:t>
            </a:r>
            <a:r>
              <a:rPr sz="3200" spc="4" dirty="0" smtClean="0">
                <a:latin typeface="Arial"/>
                <a:cs typeface="Arial"/>
              </a:rPr>
              <a:t>s</a:t>
            </a:r>
            <a:r>
              <a:rPr sz="3200" spc="-4" dirty="0" smtClean="0">
                <a:latin typeface="Arial"/>
                <a:cs typeface="Arial"/>
              </a:rPr>
              <a:t>u</a:t>
            </a:r>
            <a:r>
              <a:rPr sz="3200" spc="-19" dirty="0" smtClean="0">
                <a:latin typeface="Arial"/>
                <a:cs typeface="Arial"/>
              </a:rPr>
              <a:t>e</a:t>
            </a:r>
            <a:r>
              <a:rPr sz="3200" spc="0" dirty="0" smtClean="0">
                <a:latin typeface="Arial"/>
                <a:cs typeface="Arial"/>
              </a:rPr>
              <a:t>m</a:t>
            </a:r>
            <a:endParaRPr sz="32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4944441" y="3539202"/>
            <a:ext cx="2198227" cy="4323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375"/>
              </a:lnSpc>
              <a:spcBef>
                <a:spcPts val="168"/>
              </a:spcBef>
            </a:pPr>
            <a:r>
              <a:rPr sz="3200" spc="-4" dirty="0" smtClean="0">
                <a:latin typeface="Arial"/>
                <a:cs typeface="Arial"/>
              </a:rPr>
              <a:t>impo</a:t>
            </a:r>
            <a:r>
              <a:rPr sz="3200" spc="0" dirty="0" smtClean="0">
                <a:latin typeface="Arial"/>
                <a:cs typeface="Arial"/>
              </a:rPr>
              <a:t>rt</a:t>
            </a:r>
            <a:r>
              <a:rPr sz="3200" spc="-4" dirty="0" smtClean="0">
                <a:latin typeface="Arial"/>
                <a:cs typeface="Arial"/>
              </a:rPr>
              <a:t>ân</a:t>
            </a:r>
            <a:r>
              <a:rPr sz="3200" spc="4" dirty="0" smtClean="0">
                <a:latin typeface="Arial"/>
                <a:cs typeface="Arial"/>
              </a:rPr>
              <a:t>c</a:t>
            </a:r>
            <a:r>
              <a:rPr sz="3200" spc="-4" dirty="0" smtClean="0">
                <a:latin typeface="Arial"/>
                <a:cs typeface="Arial"/>
              </a:rPr>
              <a:t>i</a:t>
            </a:r>
            <a:r>
              <a:rPr sz="3200" spc="0" dirty="0" smtClean="0">
                <a:latin typeface="Arial"/>
                <a:cs typeface="Arial"/>
              </a:rPr>
              <a:t>a</a:t>
            </a:r>
            <a:endParaRPr sz="320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7259070" y="3539202"/>
            <a:ext cx="2328970" cy="4323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375"/>
              </a:lnSpc>
              <a:spcBef>
                <a:spcPts val="168"/>
              </a:spcBef>
            </a:pPr>
            <a:r>
              <a:rPr sz="3200" spc="-14" dirty="0" smtClean="0">
                <a:latin typeface="Arial"/>
                <a:cs typeface="Arial"/>
              </a:rPr>
              <a:t>f</a:t>
            </a:r>
            <a:r>
              <a:rPr sz="3200" spc="-4" dirty="0" smtClean="0">
                <a:latin typeface="Arial"/>
                <a:cs typeface="Arial"/>
              </a:rPr>
              <a:t>undam</a:t>
            </a:r>
            <a:r>
              <a:rPr sz="3200" spc="-19" dirty="0" smtClean="0">
                <a:latin typeface="Arial"/>
                <a:cs typeface="Arial"/>
              </a:rPr>
              <a:t>e</a:t>
            </a:r>
            <a:r>
              <a:rPr sz="3200" spc="-4" dirty="0" smtClean="0">
                <a:latin typeface="Arial"/>
                <a:cs typeface="Arial"/>
              </a:rPr>
              <a:t>n</a:t>
            </a:r>
            <a:r>
              <a:rPr sz="3200" spc="0" dirty="0" smtClean="0">
                <a:latin typeface="Arial"/>
                <a:cs typeface="Arial"/>
              </a:rPr>
              <a:t>t</a:t>
            </a:r>
            <a:r>
              <a:rPr sz="3200" spc="-4" dirty="0" smtClean="0">
                <a:latin typeface="Arial"/>
                <a:cs typeface="Arial"/>
              </a:rPr>
              <a:t>a</a:t>
            </a:r>
            <a:r>
              <a:rPr sz="3200" spc="0" dirty="0" smtClean="0">
                <a:latin typeface="Arial"/>
                <a:cs typeface="Arial"/>
              </a:rPr>
              <a:t>l</a:t>
            </a:r>
            <a:endParaRPr sz="320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3120410" y="4026882"/>
            <a:ext cx="572219" cy="91998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42441" algn="ctr">
              <a:lnSpc>
                <a:spcPts val="3375"/>
              </a:lnSpc>
              <a:spcBef>
                <a:spcPts val="168"/>
              </a:spcBef>
            </a:pPr>
            <a:r>
              <a:rPr sz="3200" spc="4" dirty="0" smtClean="0">
                <a:latin typeface="Arial"/>
                <a:cs typeface="Arial"/>
              </a:rPr>
              <a:t>s</a:t>
            </a:r>
            <a:r>
              <a:rPr sz="3200" spc="0" dirty="0" smtClean="0">
                <a:latin typeface="Arial"/>
                <a:cs typeface="Arial"/>
              </a:rPr>
              <a:t>e</a:t>
            </a:r>
            <a:endParaRPr sz="3200">
              <a:latin typeface="Arial"/>
              <a:cs typeface="Arial"/>
            </a:endParaRPr>
          </a:p>
          <a:p>
            <a:pPr marR="51685" algn="ctr">
              <a:lnSpc>
                <a:spcPct val="95825"/>
              </a:lnSpc>
            </a:pPr>
            <a:r>
              <a:rPr sz="3200" spc="-4" dirty="0" smtClean="0">
                <a:latin typeface="Arial"/>
                <a:cs typeface="Arial"/>
              </a:rPr>
              <a:t>d</a:t>
            </a:r>
            <a:r>
              <a:rPr sz="3200" spc="0" dirty="0" smtClean="0">
                <a:latin typeface="Arial"/>
                <a:cs typeface="Arial"/>
              </a:rPr>
              <a:t>a</a:t>
            </a:r>
            <a:endParaRPr sz="320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3883745" y="4026882"/>
            <a:ext cx="1305555" cy="91998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10987">
              <a:lnSpc>
                <a:spcPts val="3375"/>
              </a:lnSpc>
              <a:spcBef>
                <a:spcPts val="168"/>
              </a:spcBef>
            </a:pPr>
            <a:r>
              <a:rPr sz="3200" spc="-4" dirty="0" smtClean="0">
                <a:latin typeface="Arial"/>
                <a:cs typeface="Arial"/>
              </a:rPr>
              <a:t>d</a:t>
            </a:r>
            <a:r>
              <a:rPr sz="3200" spc="-19" dirty="0" smtClean="0">
                <a:latin typeface="Arial"/>
                <a:cs typeface="Arial"/>
              </a:rPr>
              <a:t>e</a:t>
            </a:r>
            <a:r>
              <a:rPr sz="3200" spc="4" dirty="0" smtClean="0">
                <a:latin typeface="Arial"/>
                <a:cs typeface="Arial"/>
              </a:rPr>
              <a:t>s</a:t>
            </a:r>
            <a:r>
              <a:rPr sz="3200" spc="-9" dirty="0" smtClean="0">
                <a:latin typeface="Arial"/>
                <a:cs typeface="Arial"/>
              </a:rPr>
              <a:t>e</a:t>
            </a:r>
            <a:r>
              <a:rPr sz="3200" spc="-4" dirty="0" smtClean="0">
                <a:latin typeface="Arial"/>
                <a:cs typeface="Arial"/>
              </a:rPr>
              <a:t>j</a:t>
            </a:r>
            <a:r>
              <a:rPr sz="3200" spc="0" dirty="0" smtClean="0">
                <a:latin typeface="Arial"/>
                <a:cs typeface="Arial"/>
              </a:rPr>
              <a:t>a</a:t>
            </a:r>
            <a:endParaRPr sz="3200">
              <a:latin typeface="Arial"/>
              <a:cs typeface="Arial"/>
            </a:endParaRPr>
          </a:p>
          <a:p>
            <a:pPr marL="21974">
              <a:lnSpc>
                <a:spcPct val="95825"/>
              </a:lnSpc>
            </a:pPr>
            <a:r>
              <a:rPr sz="3200" spc="-4" dirty="0" smtClean="0">
                <a:latin typeface="Arial"/>
                <a:cs typeface="Arial"/>
              </a:rPr>
              <a:t>mas</a:t>
            </a:r>
            <a:r>
              <a:rPr sz="3200" spc="4" dirty="0" smtClean="0">
                <a:latin typeface="Arial"/>
                <a:cs typeface="Arial"/>
              </a:rPr>
              <a:t>s</a:t>
            </a:r>
            <a:r>
              <a:rPr sz="3200" spc="0" dirty="0" smtClean="0">
                <a:latin typeface="Arial"/>
                <a:cs typeface="Arial"/>
              </a:rPr>
              <a:t>a</a:t>
            </a:r>
            <a:endParaRPr sz="320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5338910" y="4026882"/>
            <a:ext cx="1429198" cy="4323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375"/>
              </a:lnSpc>
              <a:spcBef>
                <a:spcPts val="168"/>
              </a:spcBef>
            </a:pPr>
            <a:r>
              <a:rPr sz="3200" spc="0" dirty="0" smtClean="0">
                <a:latin typeface="Arial"/>
                <a:cs typeface="Arial"/>
              </a:rPr>
              <a:t>r</a:t>
            </a:r>
            <a:r>
              <a:rPr sz="3200" spc="-19" dirty="0" smtClean="0">
                <a:latin typeface="Arial"/>
                <a:cs typeface="Arial"/>
              </a:rPr>
              <a:t>e</a:t>
            </a:r>
            <a:r>
              <a:rPr sz="3200" spc="-4" dirty="0" smtClean="0">
                <a:latin typeface="Arial"/>
                <a:cs typeface="Arial"/>
              </a:rPr>
              <a:t>ali</a:t>
            </a:r>
            <a:r>
              <a:rPr sz="3200" spc="4" dirty="0" smtClean="0">
                <a:latin typeface="Arial"/>
                <a:cs typeface="Arial"/>
              </a:rPr>
              <a:t>z</a:t>
            </a:r>
            <a:r>
              <a:rPr sz="3200" spc="-4" dirty="0" smtClean="0">
                <a:latin typeface="Arial"/>
                <a:cs typeface="Arial"/>
              </a:rPr>
              <a:t>a</a:t>
            </a:r>
            <a:r>
              <a:rPr sz="3200" spc="0" dirty="0" smtClean="0">
                <a:latin typeface="Arial"/>
                <a:cs typeface="Arial"/>
              </a:rPr>
              <a:t>r</a:t>
            </a:r>
            <a:endParaRPr sz="3200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6928174" y="4026882"/>
            <a:ext cx="1835518" cy="4323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375"/>
              </a:lnSpc>
              <a:spcBef>
                <a:spcPts val="168"/>
              </a:spcBef>
            </a:pPr>
            <a:r>
              <a:rPr sz="3200" spc="-4" dirty="0" smtClean="0">
                <a:latin typeface="Arial"/>
                <a:cs typeface="Arial"/>
              </a:rPr>
              <a:t>medi</a:t>
            </a:r>
            <a:r>
              <a:rPr sz="3200" spc="4" dirty="0" smtClean="0">
                <a:latin typeface="Arial"/>
                <a:cs typeface="Arial"/>
              </a:rPr>
              <a:t>ç</a:t>
            </a:r>
            <a:r>
              <a:rPr sz="3200" spc="-4" dirty="0" smtClean="0">
                <a:latin typeface="Arial"/>
                <a:cs typeface="Arial"/>
              </a:rPr>
              <a:t>õ</a:t>
            </a:r>
            <a:r>
              <a:rPr sz="3200" spc="-19" dirty="0" smtClean="0">
                <a:latin typeface="Arial"/>
                <a:cs typeface="Arial"/>
              </a:rPr>
              <a:t>e</a:t>
            </a:r>
            <a:r>
              <a:rPr sz="3200" spc="0" dirty="0" smtClean="0">
                <a:latin typeface="Arial"/>
                <a:cs typeface="Arial"/>
              </a:rPr>
              <a:t>s</a:t>
            </a:r>
            <a:endParaRPr sz="3200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8697886" y="4026882"/>
            <a:ext cx="891758" cy="91998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40689">
              <a:lnSpc>
                <a:spcPts val="3375"/>
              </a:lnSpc>
              <a:spcBef>
                <a:spcPts val="168"/>
              </a:spcBef>
            </a:pPr>
            <a:r>
              <a:rPr sz="3200" spc="-4" dirty="0" smtClean="0">
                <a:latin typeface="Arial"/>
                <a:cs typeface="Arial"/>
              </a:rPr>
              <a:t>e</a:t>
            </a:r>
            <a:r>
              <a:rPr sz="3200" spc="0" dirty="0" smtClean="0">
                <a:latin typeface="Arial"/>
                <a:cs typeface="Arial"/>
              </a:rPr>
              <a:t>m</a:t>
            </a:r>
            <a:endParaRPr sz="3200">
              <a:latin typeface="Arial"/>
              <a:cs typeface="Arial"/>
            </a:endParaRPr>
          </a:p>
          <a:p>
            <a:pPr marL="12700" marR="858">
              <a:lnSpc>
                <a:spcPct val="95825"/>
              </a:lnSpc>
            </a:pPr>
            <a:r>
              <a:rPr sz="3200" spc="4" dirty="0" smtClean="0">
                <a:latin typeface="Arial"/>
                <a:cs typeface="Arial"/>
              </a:rPr>
              <a:t>u</a:t>
            </a:r>
            <a:r>
              <a:rPr sz="3200" spc="-4" dirty="0" smtClean="0">
                <a:latin typeface="Arial"/>
                <a:cs typeface="Arial"/>
              </a:rPr>
              <a:t>m</a:t>
            </a:r>
            <a:r>
              <a:rPr sz="3200" spc="0" dirty="0" smtClean="0">
                <a:latin typeface="Arial"/>
                <a:cs typeface="Arial"/>
              </a:rPr>
              <a:t>a</a:t>
            </a:r>
            <a:endParaRPr sz="3200">
              <a:latin typeface="Arial"/>
              <a:cs typeface="Aria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5410858" y="4514562"/>
            <a:ext cx="325563" cy="4323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375"/>
              </a:lnSpc>
              <a:spcBef>
                <a:spcPts val="168"/>
              </a:spcBef>
            </a:pPr>
            <a:r>
              <a:rPr sz="3200" spc="0" dirty="0" smtClean="0">
                <a:latin typeface="Arial"/>
                <a:cs typeface="Arial"/>
              </a:rPr>
              <a:t>e</a:t>
            </a:r>
            <a:endParaRPr sz="3200">
              <a:latin typeface="Arial"/>
              <a:cs typeface="Aria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5956454" y="4514562"/>
            <a:ext cx="551052" cy="4323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375"/>
              </a:lnSpc>
              <a:spcBef>
                <a:spcPts val="168"/>
              </a:spcBef>
            </a:pPr>
            <a:r>
              <a:rPr sz="3200" spc="-4" dirty="0" smtClean="0">
                <a:latin typeface="Arial"/>
                <a:cs typeface="Arial"/>
              </a:rPr>
              <a:t>d</a:t>
            </a:r>
            <a:r>
              <a:rPr sz="3200" spc="0" dirty="0" smtClean="0">
                <a:latin typeface="Arial"/>
                <a:cs typeface="Arial"/>
              </a:rPr>
              <a:t>o</a:t>
            </a:r>
            <a:endParaRPr sz="3200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6727539" y="4514562"/>
            <a:ext cx="980755" cy="4323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375"/>
              </a:lnSpc>
              <a:spcBef>
                <a:spcPts val="168"/>
              </a:spcBef>
            </a:pPr>
            <a:r>
              <a:rPr sz="3200" spc="-4" dirty="0" smtClean="0">
                <a:latin typeface="Arial"/>
                <a:cs typeface="Arial"/>
              </a:rPr>
              <a:t>pe</a:t>
            </a:r>
            <a:r>
              <a:rPr sz="3200" spc="4" dirty="0" smtClean="0">
                <a:latin typeface="Arial"/>
                <a:cs typeface="Arial"/>
              </a:rPr>
              <a:t>s</a:t>
            </a:r>
            <a:r>
              <a:rPr sz="3200" spc="0" dirty="0" smtClean="0">
                <a:latin typeface="Arial"/>
                <a:cs typeface="Arial"/>
              </a:rPr>
              <a:t>o</a:t>
            </a:r>
            <a:endParaRPr sz="3200">
              <a:latin typeface="Arial"/>
              <a:cs typeface="Aria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7926803" y="4514562"/>
            <a:ext cx="551052" cy="4323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375"/>
              </a:lnSpc>
              <a:spcBef>
                <a:spcPts val="168"/>
              </a:spcBef>
            </a:pPr>
            <a:r>
              <a:rPr sz="3200" spc="-4" dirty="0" smtClean="0">
                <a:latin typeface="Arial"/>
                <a:cs typeface="Arial"/>
              </a:rPr>
              <a:t>d</a:t>
            </a:r>
            <a:r>
              <a:rPr sz="3200" spc="0" dirty="0" smtClean="0">
                <a:latin typeface="Arial"/>
                <a:cs typeface="Arial"/>
              </a:rPr>
              <a:t>e</a:t>
            </a:r>
            <a:endParaRPr sz="3200">
              <a:latin typeface="Arial"/>
              <a:cs typeface="Aria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1581289" y="5002242"/>
            <a:ext cx="2151983" cy="4323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375"/>
              </a:lnSpc>
              <a:spcBef>
                <a:spcPts val="168"/>
              </a:spcBef>
            </a:pPr>
            <a:r>
              <a:rPr sz="3200" spc="4" dirty="0" smtClean="0">
                <a:latin typeface="Arial"/>
                <a:cs typeface="Arial"/>
              </a:rPr>
              <a:t>s</a:t>
            </a:r>
            <a:r>
              <a:rPr sz="3200" spc="-4" dirty="0" smtClean="0">
                <a:latin typeface="Arial"/>
                <a:cs typeface="Arial"/>
              </a:rPr>
              <a:t>u</a:t>
            </a:r>
            <a:r>
              <a:rPr sz="3200" spc="-19" dirty="0" smtClean="0">
                <a:latin typeface="Arial"/>
                <a:cs typeface="Arial"/>
              </a:rPr>
              <a:t>b</a:t>
            </a:r>
            <a:r>
              <a:rPr sz="3200" spc="4" dirty="0" smtClean="0">
                <a:latin typeface="Arial"/>
                <a:cs typeface="Arial"/>
              </a:rPr>
              <a:t>s</a:t>
            </a:r>
            <a:r>
              <a:rPr sz="3200" spc="0" dirty="0" smtClean="0">
                <a:latin typeface="Arial"/>
                <a:cs typeface="Arial"/>
              </a:rPr>
              <a:t>t</a:t>
            </a:r>
            <a:r>
              <a:rPr sz="3200" spc="-4" dirty="0" smtClean="0">
                <a:latin typeface="Arial"/>
                <a:cs typeface="Arial"/>
              </a:rPr>
              <a:t>â</a:t>
            </a:r>
            <a:r>
              <a:rPr sz="3200" spc="-19" dirty="0" smtClean="0">
                <a:latin typeface="Arial"/>
                <a:cs typeface="Arial"/>
              </a:rPr>
              <a:t>n</a:t>
            </a:r>
            <a:r>
              <a:rPr sz="3200" spc="4" dirty="0" smtClean="0">
                <a:latin typeface="Arial"/>
                <a:cs typeface="Arial"/>
              </a:rPr>
              <a:t>c</a:t>
            </a:r>
            <a:r>
              <a:rPr sz="3200" spc="-4" dirty="0" smtClean="0">
                <a:latin typeface="Arial"/>
                <a:cs typeface="Arial"/>
              </a:rPr>
              <a:t>ia</a:t>
            </a:r>
            <a:r>
              <a:rPr sz="3200" spc="0" dirty="0" smtClean="0">
                <a:latin typeface="Arial"/>
                <a:cs typeface="Arial"/>
              </a:rPr>
              <a:t>.</a:t>
            </a:r>
            <a:endParaRPr sz="32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10"/>
          <p:cNvSpPr/>
          <p:nvPr/>
        </p:nvSpPr>
        <p:spPr>
          <a:xfrm>
            <a:off x="4769998" y="2106167"/>
            <a:ext cx="792479" cy="569975"/>
          </a:xfrm>
          <a:custGeom>
            <a:avLst/>
            <a:gdLst/>
            <a:ahLst/>
            <a:cxnLst/>
            <a:rect l="l" t="t" r="r" b="b"/>
            <a:pathLst>
              <a:path w="792479" h="569975">
                <a:moveTo>
                  <a:pt x="0" y="0"/>
                </a:moveTo>
                <a:lnTo>
                  <a:pt x="0" y="569975"/>
                </a:lnTo>
                <a:lnTo>
                  <a:pt x="792479" y="569975"/>
                </a:lnTo>
                <a:lnTo>
                  <a:pt x="792479" y="0"/>
                </a:lnTo>
                <a:lnTo>
                  <a:pt x="0" y="0"/>
                </a:lnTo>
                <a:close/>
              </a:path>
            </a:pathLst>
          </a:custGeom>
          <a:solidFill>
            <a:srgbClr val="CC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329325" y="2400300"/>
            <a:ext cx="188964" cy="0"/>
          </a:xfrm>
          <a:custGeom>
            <a:avLst/>
            <a:gdLst/>
            <a:ahLst/>
            <a:cxnLst/>
            <a:rect l="l" t="t" r="r" b="b"/>
            <a:pathLst>
              <a:path w="188964">
                <a:moveTo>
                  <a:pt x="0" y="0"/>
                </a:moveTo>
                <a:lnTo>
                  <a:pt x="188964" y="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465709" y="3561588"/>
            <a:ext cx="937259" cy="307847"/>
          </a:xfrm>
          <a:custGeom>
            <a:avLst/>
            <a:gdLst/>
            <a:ahLst/>
            <a:cxnLst/>
            <a:rect l="l" t="t" r="r" b="b"/>
            <a:pathLst>
              <a:path w="937259" h="307847">
                <a:moveTo>
                  <a:pt x="0" y="0"/>
                </a:moveTo>
                <a:lnTo>
                  <a:pt x="0" y="307847"/>
                </a:lnTo>
                <a:lnTo>
                  <a:pt x="937259" y="307847"/>
                </a:lnTo>
                <a:lnTo>
                  <a:pt x="937259" y="0"/>
                </a:lnTo>
                <a:lnTo>
                  <a:pt x="0" y="0"/>
                </a:lnTo>
                <a:close/>
              </a:path>
            </a:pathLst>
          </a:custGeom>
          <a:solidFill>
            <a:srgbClr val="CC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058033" y="3418331"/>
            <a:ext cx="1008887" cy="542543"/>
          </a:xfrm>
          <a:custGeom>
            <a:avLst/>
            <a:gdLst/>
            <a:ahLst/>
            <a:cxnLst/>
            <a:rect l="l" t="t" r="r" b="b"/>
            <a:pathLst>
              <a:path w="1008887" h="542543">
                <a:moveTo>
                  <a:pt x="0" y="0"/>
                </a:moveTo>
                <a:lnTo>
                  <a:pt x="0" y="542543"/>
                </a:lnTo>
                <a:lnTo>
                  <a:pt x="1008887" y="542543"/>
                </a:lnTo>
                <a:lnTo>
                  <a:pt x="1008887" y="0"/>
                </a:lnTo>
                <a:lnTo>
                  <a:pt x="0" y="0"/>
                </a:lnTo>
                <a:close/>
              </a:path>
            </a:pathLst>
          </a:custGeom>
          <a:solidFill>
            <a:srgbClr val="CC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582287" y="3697228"/>
            <a:ext cx="437385" cy="0"/>
          </a:xfrm>
          <a:custGeom>
            <a:avLst/>
            <a:gdLst/>
            <a:ahLst/>
            <a:cxnLst/>
            <a:rect l="l" t="t" r="r" b="b"/>
            <a:pathLst>
              <a:path w="437385">
                <a:moveTo>
                  <a:pt x="0" y="0"/>
                </a:moveTo>
                <a:lnTo>
                  <a:pt x="437385" y="0"/>
                </a:lnTo>
              </a:path>
            </a:pathLst>
          </a:custGeom>
          <a:ln w="8656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832738" y="3669791"/>
            <a:ext cx="720851" cy="108203"/>
          </a:xfrm>
          <a:custGeom>
            <a:avLst/>
            <a:gdLst/>
            <a:ahLst/>
            <a:cxnLst/>
            <a:rect l="l" t="t" r="r" b="b"/>
            <a:pathLst>
              <a:path w="720851" h="108203">
                <a:moveTo>
                  <a:pt x="541019" y="71627"/>
                </a:moveTo>
                <a:lnTo>
                  <a:pt x="541019" y="0"/>
                </a:lnTo>
                <a:lnTo>
                  <a:pt x="0" y="0"/>
                </a:lnTo>
                <a:lnTo>
                  <a:pt x="0" y="71627"/>
                </a:lnTo>
                <a:lnTo>
                  <a:pt x="541019" y="71627"/>
                </a:lnTo>
                <a:close/>
              </a:path>
              <a:path w="720851" h="108203">
                <a:moveTo>
                  <a:pt x="720851" y="36575"/>
                </a:moveTo>
                <a:lnTo>
                  <a:pt x="541019" y="-36575"/>
                </a:lnTo>
                <a:lnTo>
                  <a:pt x="541019" y="108203"/>
                </a:lnTo>
                <a:lnTo>
                  <a:pt x="720851" y="36575"/>
                </a:lnTo>
                <a:close/>
              </a:path>
            </a:pathLst>
          </a:custGeom>
          <a:solidFill>
            <a:srgbClr val="FF32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3832738" y="3633215"/>
            <a:ext cx="720851" cy="144779"/>
          </a:xfrm>
          <a:custGeom>
            <a:avLst/>
            <a:gdLst/>
            <a:ahLst/>
            <a:cxnLst/>
            <a:rect l="l" t="t" r="r" b="b"/>
            <a:pathLst>
              <a:path w="720851" h="144779">
                <a:moveTo>
                  <a:pt x="541019" y="0"/>
                </a:moveTo>
                <a:lnTo>
                  <a:pt x="541019" y="36575"/>
                </a:lnTo>
                <a:lnTo>
                  <a:pt x="0" y="36575"/>
                </a:lnTo>
                <a:lnTo>
                  <a:pt x="0" y="108203"/>
                </a:lnTo>
                <a:lnTo>
                  <a:pt x="541019" y="108203"/>
                </a:lnTo>
                <a:lnTo>
                  <a:pt x="541019" y="144779"/>
                </a:lnTo>
                <a:lnTo>
                  <a:pt x="720851" y="73151"/>
                </a:lnTo>
                <a:lnTo>
                  <a:pt x="541019" y="0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2394081" y="4369307"/>
            <a:ext cx="1078991" cy="345947"/>
          </a:xfrm>
          <a:custGeom>
            <a:avLst/>
            <a:gdLst/>
            <a:ahLst/>
            <a:cxnLst/>
            <a:rect l="l" t="t" r="r" b="b"/>
            <a:pathLst>
              <a:path w="1078991" h="345947">
                <a:moveTo>
                  <a:pt x="0" y="0"/>
                </a:moveTo>
                <a:lnTo>
                  <a:pt x="0" y="345947"/>
                </a:lnTo>
                <a:lnTo>
                  <a:pt x="1078991" y="345947"/>
                </a:lnTo>
                <a:lnTo>
                  <a:pt x="1078991" y="0"/>
                </a:lnTo>
                <a:lnTo>
                  <a:pt x="0" y="0"/>
                </a:lnTo>
                <a:close/>
              </a:path>
            </a:pathLst>
          </a:custGeom>
          <a:solidFill>
            <a:srgbClr val="CC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4986406" y="4375403"/>
            <a:ext cx="1223771" cy="339851"/>
          </a:xfrm>
          <a:custGeom>
            <a:avLst/>
            <a:gdLst/>
            <a:ahLst/>
            <a:cxnLst/>
            <a:rect l="l" t="t" r="r" b="b"/>
            <a:pathLst>
              <a:path w="1223771" h="339851">
                <a:moveTo>
                  <a:pt x="0" y="0"/>
                </a:moveTo>
                <a:lnTo>
                  <a:pt x="0" y="339851"/>
                </a:lnTo>
                <a:lnTo>
                  <a:pt x="1223771" y="339851"/>
                </a:lnTo>
                <a:lnTo>
                  <a:pt x="1223771" y="0"/>
                </a:lnTo>
                <a:lnTo>
                  <a:pt x="0" y="0"/>
                </a:lnTo>
                <a:close/>
              </a:path>
            </a:pathLst>
          </a:custGeom>
          <a:solidFill>
            <a:srgbClr val="CC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3832738" y="4462271"/>
            <a:ext cx="720851" cy="108203"/>
          </a:xfrm>
          <a:custGeom>
            <a:avLst/>
            <a:gdLst/>
            <a:ahLst/>
            <a:cxnLst/>
            <a:rect l="l" t="t" r="r" b="b"/>
            <a:pathLst>
              <a:path w="720851" h="108203">
                <a:moveTo>
                  <a:pt x="541019" y="71627"/>
                </a:moveTo>
                <a:lnTo>
                  <a:pt x="541019" y="0"/>
                </a:lnTo>
                <a:lnTo>
                  <a:pt x="0" y="0"/>
                </a:lnTo>
                <a:lnTo>
                  <a:pt x="0" y="71627"/>
                </a:lnTo>
                <a:lnTo>
                  <a:pt x="541019" y="71627"/>
                </a:lnTo>
                <a:close/>
              </a:path>
              <a:path w="720851" h="108203">
                <a:moveTo>
                  <a:pt x="720851" y="35051"/>
                </a:moveTo>
                <a:lnTo>
                  <a:pt x="541019" y="-36575"/>
                </a:lnTo>
                <a:lnTo>
                  <a:pt x="541019" y="108203"/>
                </a:lnTo>
                <a:lnTo>
                  <a:pt x="720851" y="35051"/>
                </a:lnTo>
                <a:close/>
              </a:path>
            </a:pathLst>
          </a:custGeom>
          <a:solidFill>
            <a:srgbClr val="FF32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3832738" y="4425695"/>
            <a:ext cx="720851" cy="144779"/>
          </a:xfrm>
          <a:custGeom>
            <a:avLst/>
            <a:gdLst/>
            <a:ahLst/>
            <a:cxnLst/>
            <a:rect l="l" t="t" r="r" b="b"/>
            <a:pathLst>
              <a:path w="720851" h="144779">
                <a:moveTo>
                  <a:pt x="541019" y="0"/>
                </a:moveTo>
                <a:lnTo>
                  <a:pt x="541019" y="36575"/>
                </a:lnTo>
                <a:lnTo>
                  <a:pt x="0" y="36575"/>
                </a:lnTo>
                <a:lnTo>
                  <a:pt x="0" y="108203"/>
                </a:lnTo>
                <a:lnTo>
                  <a:pt x="541019" y="108203"/>
                </a:lnTo>
                <a:lnTo>
                  <a:pt x="541019" y="144779"/>
                </a:lnTo>
                <a:lnTo>
                  <a:pt x="720851" y="71627"/>
                </a:lnTo>
                <a:lnTo>
                  <a:pt x="541019" y="0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1309788" y="1034143"/>
            <a:ext cx="1428615" cy="4825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779"/>
              </a:lnSpc>
              <a:spcBef>
                <a:spcPts val="189"/>
              </a:spcBef>
            </a:pPr>
            <a:r>
              <a:rPr sz="3600" dirty="0" smtClean="0">
                <a:solidFill>
                  <a:srgbClr val="00CC65"/>
                </a:solidFill>
                <a:latin typeface="Arial"/>
                <a:cs typeface="Arial"/>
              </a:rPr>
              <a:t>Vazã</a:t>
            </a:r>
            <a:r>
              <a:rPr sz="3600" spc="180" dirty="0" smtClean="0">
                <a:solidFill>
                  <a:srgbClr val="00CC65"/>
                </a:solidFill>
                <a:latin typeface="Arial"/>
                <a:cs typeface="Arial"/>
              </a:rPr>
              <a:t>o</a:t>
            </a:r>
            <a:endParaRPr sz="36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757826" y="1034143"/>
            <a:ext cx="2291723" cy="4825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779"/>
              </a:lnSpc>
              <a:spcBef>
                <a:spcPts val="189"/>
              </a:spcBef>
            </a:pPr>
            <a:r>
              <a:rPr sz="3600" spc="0" dirty="0" smtClean="0">
                <a:solidFill>
                  <a:srgbClr val="00CC65"/>
                </a:solidFill>
                <a:latin typeface="Arial"/>
                <a:cs typeface="Arial"/>
              </a:rPr>
              <a:t>em</a:t>
            </a:r>
            <a:r>
              <a:rPr sz="3600" spc="179" dirty="0" smtClean="0">
                <a:solidFill>
                  <a:srgbClr val="00CC65"/>
                </a:solidFill>
                <a:latin typeface="Arial"/>
                <a:cs typeface="Arial"/>
              </a:rPr>
              <a:t> </a:t>
            </a:r>
            <a:r>
              <a:rPr sz="3600" spc="0" dirty="0" smtClean="0">
                <a:solidFill>
                  <a:srgbClr val="00CC65"/>
                </a:solidFill>
                <a:latin typeface="Arial"/>
                <a:cs typeface="Arial"/>
              </a:rPr>
              <a:t>M</a:t>
            </a:r>
            <a:r>
              <a:rPr sz="3600" spc="-9" dirty="0" smtClean="0">
                <a:solidFill>
                  <a:srgbClr val="00CC65"/>
                </a:solidFill>
                <a:latin typeface="Arial"/>
                <a:cs typeface="Arial"/>
              </a:rPr>
              <a:t>a</a:t>
            </a:r>
            <a:r>
              <a:rPr sz="3600" spc="197" dirty="0" smtClean="0">
                <a:solidFill>
                  <a:srgbClr val="00CC65"/>
                </a:solidFill>
                <a:latin typeface="Arial"/>
                <a:cs typeface="Arial"/>
              </a:rPr>
              <a:t>ssa</a:t>
            </a:r>
            <a:endParaRPr sz="36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581174" y="1643053"/>
            <a:ext cx="1143005" cy="2539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939"/>
              </a:lnSpc>
              <a:spcBef>
                <a:spcPts val="97"/>
              </a:spcBef>
            </a:pPr>
            <a:r>
              <a:rPr sz="1800" spc="0" dirty="0" smtClean="0">
                <a:latin typeface="Arial"/>
                <a:cs typeface="Arial"/>
              </a:rPr>
              <a:t>V</a:t>
            </a:r>
            <a:r>
              <a:rPr sz="1800" spc="-4" dirty="0" smtClean="0">
                <a:latin typeface="Arial"/>
                <a:cs typeface="Arial"/>
              </a:rPr>
              <a:t>a</a:t>
            </a:r>
            <a:r>
              <a:rPr sz="1800" spc="0" dirty="0" smtClean="0">
                <a:latin typeface="Arial"/>
                <a:cs typeface="Arial"/>
              </a:rPr>
              <a:t>z</a:t>
            </a:r>
            <a:r>
              <a:rPr sz="1800" spc="-4" dirty="0" smtClean="0">
                <a:latin typeface="Arial"/>
                <a:cs typeface="Arial"/>
              </a:rPr>
              <a:t>ã</a:t>
            </a:r>
            <a:r>
              <a:rPr sz="1800" spc="0" dirty="0" smtClean="0">
                <a:latin typeface="Arial"/>
                <a:cs typeface="Arial"/>
              </a:rPr>
              <a:t>o</a:t>
            </a:r>
            <a:r>
              <a:rPr sz="1800" spc="229" dirty="0" smtClean="0">
                <a:latin typeface="Arial"/>
                <a:cs typeface="Arial"/>
              </a:rPr>
              <a:t> </a:t>
            </a:r>
            <a:r>
              <a:rPr sz="1800" spc="-4" dirty="0" smtClean="0">
                <a:latin typeface="Arial"/>
                <a:cs typeface="Arial"/>
              </a:rPr>
              <a:t>e</a:t>
            </a:r>
            <a:r>
              <a:rPr sz="1800" spc="89" dirty="0" smtClean="0">
                <a:latin typeface="Arial"/>
                <a:cs typeface="Arial"/>
              </a:rPr>
              <a:t>m</a:t>
            </a:r>
            <a:endParaRPr sz="18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731883" y="1643053"/>
            <a:ext cx="6830565" cy="2539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939"/>
              </a:lnSpc>
              <a:spcBef>
                <a:spcPts val="97"/>
              </a:spcBef>
            </a:pPr>
            <a:r>
              <a:rPr sz="1800" spc="9" dirty="0" smtClean="0">
                <a:latin typeface="Arial"/>
                <a:cs typeface="Arial"/>
              </a:rPr>
              <a:t>M</a:t>
            </a:r>
            <a:r>
              <a:rPr sz="1800" spc="4" dirty="0" smtClean="0">
                <a:latin typeface="Arial"/>
                <a:cs typeface="Arial"/>
              </a:rPr>
              <a:t>a</a:t>
            </a:r>
            <a:r>
              <a:rPr sz="1800" spc="-4" dirty="0" smtClean="0">
                <a:latin typeface="Arial"/>
                <a:cs typeface="Arial"/>
              </a:rPr>
              <a:t>ssa</a:t>
            </a:r>
            <a:r>
              <a:rPr sz="1800" spc="0" dirty="0" smtClean="0">
                <a:latin typeface="Arial"/>
                <a:cs typeface="Arial"/>
              </a:rPr>
              <a:t>:</a:t>
            </a:r>
            <a:r>
              <a:rPr sz="1800" spc="443" dirty="0" smtClean="0">
                <a:latin typeface="Arial"/>
                <a:cs typeface="Arial"/>
              </a:rPr>
              <a:t> </a:t>
            </a:r>
            <a:r>
              <a:rPr sz="1800" spc="0" dirty="0" smtClean="0">
                <a:latin typeface="Arial"/>
                <a:cs typeface="Arial"/>
              </a:rPr>
              <a:t>A</a:t>
            </a:r>
            <a:r>
              <a:rPr sz="1800" spc="150" dirty="0" smtClean="0">
                <a:latin typeface="Arial"/>
                <a:cs typeface="Arial"/>
              </a:rPr>
              <a:t> </a:t>
            </a:r>
            <a:r>
              <a:rPr sz="1800" spc="9" dirty="0" smtClean="0">
                <a:latin typeface="Arial"/>
                <a:cs typeface="Arial"/>
              </a:rPr>
              <a:t>v</a:t>
            </a:r>
            <a:r>
              <a:rPr sz="1800" spc="-4" dirty="0" smtClean="0">
                <a:latin typeface="Arial"/>
                <a:cs typeface="Arial"/>
              </a:rPr>
              <a:t>a</a:t>
            </a:r>
            <a:r>
              <a:rPr sz="1800" spc="0" dirty="0" smtClean="0">
                <a:latin typeface="Arial"/>
                <a:cs typeface="Arial"/>
              </a:rPr>
              <a:t>z</a:t>
            </a:r>
            <a:r>
              <a:rPr sz="1800" spc="-4" dirty="0" smtClean="0">
                <a:latin typeface="Arial"/>
                <a:cs typeface="Arial"/>
              </a:rPr>
              <a:t>ã</a:t>
            </a:r>
            <a:r>
              <a:rPr sz="1800" spc="0" dirty="0" smtClean="0">
                <a:latin typeface="Arial"/>
                <a:cs typeface="Arial"/>
              </a:rPr>
              <a:t>o</a:t>
            </a:r>
            <a:r>
              <a:rPr sz="1800" spc="154" dirty="0" smtClean="0">
                <a:latin typeface="Arial"/>
                <a:cs typeface="Arial"/>
              </a:rPr>
              <a:t> </a:t>
            </a:r>
            <a:r>
              <a:rPr sz="1800" spc="-4" dirty="0" smtClean="0">
                <a:latin typeface="Arial"/>
                <a:cs typeface="Arial"/>
              </a:rPr>
              <a:t>e</a:t>
            </a:r>
            <a:r>
              <a:rPr sz="1800" spc="0" dirty="0" smtClean="0">
                <a:latin typeface="Arial"/>
                <a:cs typeface="Arial"/>
              </a:rPr>
              <a:t>m</a:t>
            </a:r>
            <a:r>
              <a:rPr sz="1800" spc="149" dirty="0" smtClean="0">
                <a:latin typeface="Arial"/>
                <a:cs typeface="Arial"/>
              </a:rPr>
              <a:t> </a:t>
            </a:r>
            <a:r>
              <a:rPr sz="1800" spc="0" dirty="0" smtClean="0">
                <a:latin typeface="Arial"/>
                <a:cs typeface="Arial"/>
              </a:rPr>
              <a:t>m</a:t>
            </a:r>
            <a:r>
              <a:rPr sz="1800" spc="-4" dirty="0" smtClean="0">
                <a:latin typeface="Arial"/>
                <a:cs typeface="Arial"/>
              </a:rPr>
              <a:t>a</a:t>
            </a:r>
            <a:r>
              <a:rPr sz="1800" spc="0" dirty="0" smtClean="0">
                <a:latin typeface="Arial"/>
                <a:cs typeface="Arial"/>
              </a:rPr>
              <a:t>ssa</a:t>
            </a:r>
            <a:r>
              <a:rPr sz="1800" spc="154" dirty="0" smtClean="0">
                <a:latin typeface="Arial"/>
                <a:cs typeface="Arial"/>
              </a:rPr>
              <a:t> </a:t>
            </a:r>
            <a:r>
              <a:rPr sz="1800" spc="0" dirty="0" smtClean="0">
                <a:latin typeface="Arial"/>
                <a:cs typeface="Arial"/>
              </a:rPr>
              <a:t>é</a:t>
            </a:r>
            <a:r>
              <a:rPr sz="1800" spc="139" dirty="0" smtClean="0">
                <a:latin typeface="Arial"/>
                <a:cs typeface="Arial"/>
              </a:rPr>
              <a:t> </a:t>
            </a:r>
            <a:r>
              <a:rPr sz="1800" spc="9" dirty="0" smtClean="0">
                <a:latin typeface="Arial"/>
                <a:cs typeface="Arial"/>
              </a:rPr>
              <a:t>c</a:t>
            </a:r>
            <a:r>
              <a:rPr sz="1800" spc="-4" dirty="0" smtClean="0">
                <a:latin typeface="Arial"/>
                <a:cs typeface="Arial"/>
              </a:rPr>
              <a:t>a</a:t>
            </a:r>
            <a:r>
              <a:rPr sz="1800" spc="0" dirty="0" smtClean="0">
                <a:latin typeface="Arial"/>
                <a:cs typeface="Arial"/>
              </a:rPr>
              <a:t>r</a:t>
            </a:r>
            <a:r>
              <a:rPr sz="1800" spc="-4" dirty="0" smtClean="0">
                <a:latin typeface="Arial"/>
                <a:cs typeface="Arial"/>
              </a:rPr>
              <a:t>a</a:t>
            </a:r>
            <a:r>
              <a:rPr sz="1800" spc="0" dirty="0" smtClean="0">
                <a:latin typeface="Arial"/>
                <a:cs typeface="Arial"/>
              </a:rPr>
              <a:t>c</a:t>
            </a:r>
            <a:r>
              <a:rPr sz="1800" spc="4" dirty="0" smtClean="0">
                <a:latin typeface="Arial"/>
                <a:cs typeface="Arial"/>
              </a:rPr>
              <a:t>t</a:t>
            </a:r>
            <a:r>
              <a:rPr sz="1800" spc="-4" dirty="0" smtClean="0">
                <a:latin typeface="Arial"/>
                <a:cs typeface="Arial"/>
              </a:rPr>
              <a:t>e</a:t>
            </a:r>
            <a:r>
              <a:rPr sz="1800" spc="0" dirty="0" smtClean="0">
                <a:latin typeface="Arial"/>
                <a:cs typeface="Arial"/>
              </a:rPr>
              <a:t>r</a:t>
            </a:r>
            <a:r>
              <a:rPr sz="1800" spc="-4" dirty="0" smtClean="0">
                <a:latin typeface="Arial"/>
                <a:cs typeface="Arial"/>
              </a:rPr>
              <a:t>i</a:t>
            </a:r>
            <a:r>
              <a:rPr sz="1800" spc="0" dirty="0" smtClean="0">
                <a:latin typeface="Arial"/>
                <a:cs typeface="Arial"/>
              </a:rPr>
              <a:t>z</a:t>
            </a:r>
            <a:r>
              <a:rPr sz="1800" spc="4" dirty="0" smtClean="0">
                <a:latin typeface="Arial"/>
                <a:cs typeface="Arial"/>
              </a:rPr>
              <a:t>a</a:t>
            </a:r>
            <a:r>
              <a:rPr sz="1800" spc="-4" dirty="0" smtClean="0">
                <a:latin typeface="Arial"/>
                <a:cs typeface="Arial"/>
              </a:rPr>
              <a:t>d</a:t>
            </a:r>
            <a:r>
              <a:rPr sz="1800" spc="0" dirty="0" smtClean="0">
                <a:latin typeface="Arial"/>
                <a:cs typeface="Arial"/>
              </a:rPr>
              <a:t>a</a:t>
            </a:r>
            <a:r>
              <a:rPr sz="1800" spc="134" dirty="0" smtClean="0">
                <a:latin typeface="Arial"/>
                <a:cs typeface="Arial"/>
              </a:rPr>
              <a:t> </a:t>
            </a:r>
            <a:r>
              <a:rPr sz="1800" spc="4" dirty="0" smtClean="0">
                <a:latin typeface="Arial"/>
                <a:cs typeface="Arial"/>
              </a:rPr>
              <a:t>p</a:t>
            </a:r>
            <a:r>
              <a:rPr sz="1800" spc="-4" dirty="0" smtClean="0">
                <a:latin typeface="Arial"/>
                <a:cs typeface="Arial"/>
              </a:rPr>
              <a:t>el</a:t>
            </a:r>
            <a:r>
              <a:rPr sz="1800" spc="0" dirty="0" smtClean="0">
                <a:latin typeface="Arial"/>
                <a:cs typeface="Arial"/>
              </a:rPr>
              <a:t>a</a:t>
            </a:r>
            <a:r>
              <a:rPr sz="1800" spc="139" dirty="0" smtClean="0">
                <a:latin typeface="Arial"/>
                <a:cs typeface="Arial"/>
              </a:rPr>
              <a:t> </a:t>
            </a:r>
            <a:r>
              <a:rPr sz="1800" spc="0" dirty="0" smtClean="0">
                <a:latin typeface="Arial"/>
                <a:cs typeface="Arial"/>
              </a:rPr>
              <a:t>m</a:t>
            </a:r>
            <a:r>
              <a:rPr sz="1800" spc="-4" dirty="0" smtClean="0">
                <a:latin typeface="Arial"/>
                <a:cs typeface="Arial"/>
              </a:rPr>
              <a:t>a</a:t>
            </a:r>
            <a:r>
              <a:rPr sz="1800" spc="0" dirty="0" smtClean="0">
                <a:latin typeface="Arial"/>
                <a:cs typeface="Arial"/>
              </a:rPr>
              <a:t>s</a:t>
            </a:r>
            <a:r>
              <a:rPr sz="1800" spc="9" dirty="0" smtClean="0">
                <a:latin typeface="Arial"/>
                <a:cs typeface="Arial"/>
              </a:rPr>
              <a:t>s</a:t>
            </a:r>
            <a:r>
              <a:rPr sz="1800" spc="0" dirty="0" smtClean="0">
                <a:latin typeface="Arial"/>
                <a:cs typeface="Arial"/>
              </a:rPr>
              <a:t>a</a:t>
            </a:r>
            <a:r>
              <a:rPr sz="1800" spc="139" dirty="0" smtClean="0">
                <a:latin typeface="Arial"/>
                <a:cs typeface="Arial"/>
              </a:rPr>
              <a:t> </a:t>
            </a:r>
            <a:r>
              <a:rPr sz="1800" spc="4" dirty="0" smtClean="0">
                <a:latin typeface="Arial"/>
                <a:cs typeface="Arial"/>
              </a:rPr>
              <a:t>d</a:t>
            </a:r>
            <a:r>
              <a:rPr sz="1800" spc="0" dirty="0" smtClean="0">
                <a:latin typeface="Arial"/>
                <a:cs typeface="Arial"/>
              </a:rPr>
              <a:t>o</a:t>
            </a:r>
            <a:r>
              <a:rPr sz="1800" spc="139" dirty="0" smtClean="0">
                <a:latin typeface="Arial"/>
                <a:cs typeface="Arial"/>
              </a:rPr>
              <a:t> </a:t>
            </a:r>
            <a:r>
              <a:rPr sz="1800" spc="4" dirty="0" smtClean="0">
                <a:latin typeface="Arial"/>
                <a:cs typeface="Arial"/>
              </a:rPr>
              <a:t>f</a:t>
            </a:r>
            <a:r>
              <a:rPr sz="1800" spc="-4" dirty="0" smtClean="0">
                <a:latin typeface="Arial"/>
                <a:cs typeface="Arial"/>
              </a:rPr>
              <a:t>lui</a:t>
            </a:r>
            <a:r>
              <a:rPr sz="1800" spc="19" dirty="0" smtClean="0">
                <a:latin typeface="Arial"/>
                <a:cs typeface="Arial"/>
              </a:rPr>
              <a:t>d</a:t>
            </a:r>
            <a:r>
              <a:rPr sz="1800" spc="0" dirty="0" smtClean="0">
                <a:latin typeface="Arial"/>
                <a:cs typeface="Arial"/>
              </a:rPr>
              <a:t>o</a:t>
            </a:r>
            <a:endParaRPr sz="18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238384" y="1683872"/>
            <a:ext cx="198039" cy="2037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535"/>
              </a:lnSpc>
              <a:spcBef>
                <a:spcPts val="76"/>
              </a:spcBef>
            </a:pPr>
            <a:r>
              <a:rPr sz="1400" spc="202" dirty="0" smtClean="0">
                <a:solidFill>
                  <a:srgbClr val="65FF32"/>
                </a:solidFill>
                <a:latin typeface="Arial"/>
                <a:cs typeface="Arial"/>
              </a:rPr>
              <a:t>□</a:t>
            </a:r>
            <a:endParaRPr sz="14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581289" y="1862509"/>
            <a:ext cx="7818354" cy="2539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939"/>
              </a:lnSpc>
              <a:spcBef>
                <a:spcPts val="97"/>
              </a:spcBef>
            </a:pPr>
            <a:r>
              <a:rPr sz="1800" spc="-4" dirty="0" smtClean="0">
                <a:latin typeface="Arial"/>
                <a:cs typeface="Arial"/>
              </a:rPr>
              <a:t>qu</a:t>
            </a:r>
            <a:r>
              <a:rPr sz="1800" spc="0" dirty="0" smtClean="0">
                <a:latin typeface="Arial"/>
                <a:cs typeface="Arial"/>
              </a:rPr>
              <a:t>e </a:t>
            </a:r>
            <a:r>
              <a:rPr sz="1800" spc="-4" dirty="0" smtClean="0">
                <a:latin typeface="Arial"/>
                <a:cs typeface="Arial"/>
              </a:rPr>
              <a:t>e</a:t>
            </a:r>
            <a:r>
              <a:rPr sz="1800" spc="0" dirty="0" smtClean="0">
                <a:latin typeface="Arial"/>
                <a:cs typeface="Arial"/>
              </a:rPr>
              <a:t>sc</a:t>
            </a:r>
            <a:r>
              <a:rPr sz="1800" spc="4" dirty="0" smtClean="0">
                <a:latin typeface="Arial"/>
                <a:cs typeface="Arial"/>
              </a:rPr>
              <a:t>o</a:t>
            </a:r>
            <a:r>
              <a:rPr sz="1800" spc="0" dirty="0" smtClean="0">
                <a:latin typeface="Arial"/>
                <a:cs typeface="Arial"/>
              </a:rPr>
              <a:t>a </a:t>
            </a:r>
            <a:r>
              <a:rPr sz="1800" spc="-4" dirty="0" smtClean="0">
                <a:latin typeface="Arial"/>
                <a:cs typeface="Arial"/>
              </a:rPr>
              <a:t>e</a:t>
            </a:r>
            <a:r>
              <a:rPr sz="1800" spc="0" dirty="0" smtClean="0">
                <a:latin typeface="Arial"/>
                <a:cs typeface="Arial"/>
              </a:rPr>
              <a:t>m </a:t>
            </a:r>
            <a:r>
              <a:rPr sz="1800" spc="-4" dirty="0" smtClean="0">
                <a:latin typeface="Arial"/>
                <a:cs typeface="Arial"/>
              </a:rPr>
              <a:t>u</a:t>
            </a:r>
            <a:r>
              <a:rPr sz="1800" spc="0" dirty="0" smtClean="0">
                <a:latin typeface="Arial"/>
                <a:cs typeface="Arial"/>
              </a:rPr>
              <a:t>m </a:t>
            </a:r>
            <a:r>
              <a:rPr sz="1800" spc="-4" dirty="0" smtClean="0">
                <a:latin typeface="Arial"/>
                <a:cs typeface="Arial"/>
              </a:rPr>
              <a:t>de</a:t>
            </a:r>
            <a:r>
              <a:rPr sz="1800" spc="4" dirty="0" smtClean="0">
                <a:latin typeface="Arial"/>
                <a:cs typeface="Arial"/>
              </a:rPr>
              <a:t>t</a:t>
            </a:r>
            <a:r>
              <a:rPr sz="1800" spc="-4" dirty="0" smtClean="0">
                <a:latin typeface="Arial"/>
                <a:cs typeface="Arial"/>
              </a:rPr>
              <a:t>e</a:t>
            </a:r>
            <a:r>
              <a:rPr sz="1800" spc="0" dirty="0" smtClean="0">
                <a:latin typeface="Arial"/>
                <a:cs typeface="Arial"/>
              </a:rPr>
              <a:t>rm</a:t>
            </a:r>
            <a:r>
              <a:rPr sz="1800" spc="-4" dirty="0" smtClean="0">
                <a:latin typeface="Arial"/>
                <a:cs typeface="Arial"/>
              </a:rPr>
              <a:t>i</a:t>
            </a:r>
            <a:r>
              <a:rPr sz="1800" spc="4" dirty="0" smtClean="0">
                <a:latin typeface="Arial"/>
                <a:cs typeface="Arial"/>
              </a:rPr>
              <a:t>n</a:t>
            </a:r>
            <a:r>
              <a:rPr sz="1800" spc="-4" dirty="0" smtClean="0">
                <a:latin typeface="Arial"/>
                <a:cs typeface="Arial"/>
              </a:rPr>
              <a:t>a</a:t>
            </a:r>
            <a:r>
              <a:rPr sz="1800" spc="4" dirty="0" smtClean="0">
                <a:latin typeface="Arial"/>
                <a:cs typeface="Arial"/>
              </a:rPr>
              <a:t>d</a:t>
            </a:r>
            <a:r>
              <a:rPr sz="1800" spc="0" dirty="0" smtClean="0">
                <a:latin typeface="Arial"/>
                <a:cs typeface="Arial"/>
              </a:rPr>
              <a:t>o</a:t>
            </a:r>
            <a:r>
              <a:rPr sz="1800" spc="-4" dirty="0" smtClean="0">
                <a:latin typeface="Arial"/>
                <a:cs typeface="Arial"/>
              </a:rPr>
              <a:t> in</a:t>
            </a:r>
            <a:r>
              <a:rPr sz="1800" spc="4" dirty="0" smtClean="0">
                <a:latin typeface="Arial"/>
                <a:cs typeface="Arial"/>
              </a:rPr>
              <a:t>t</a:t>
            </a:r>
            <a:r>
              <a:rPr sz="1800" spc="-4" dirty="0" smtClean="0">
                <a:latin typeface="Arial"/>
                <a:cs typeface="Arial"/>
              </a:rPr>
              <a:t>e</a:t>
            </a:r>
            <a:r>
              <a:rPr sz="1800" spc="0" dirty="0" smtClean="0">
                <a:latin typeface="Arial"/>
                <a:cs typeface="Arial"/>
              </a:rPr>
              <a:t>rv</a:t>
            </a:r>
            <a:r>
              <a:rPr sz="1800" spc="-4" dirty="0" smtClean="0">
                <a:latin typeface="Arial"/>
                <a:cs typeface="Arial"/>
              </a:rPr>
              <a:t>a</a:t>
            </a:r>
            <a:r>
              <a:rPr sz="1800" spc="9" dirty="0" smtClean="0">
                <a:latin typeface="Arial"/>
                <a:cs typeface="Arial"/>
              </a:rPr>
              <a:t>l</a:t>
            </a:r>
            <a:r>
              <a:rPr sz="1800" spc="0" dirty="0" smtClean="0">
                <a:latin typeface="Arial"/>
                <a:cs typeface="Arial"/>
              </a:rPr>
              <a:t>o</a:t>
            </a:r>
            <a:r>
              <a:rPr sz="1800" spc="-4" dirty="0" smtClean="0">
                <a:latin typeface="Arial"/>
                <a:cs typeface="Arial"/>
              </a:rPr>
              <a:t> d</a:t>
            </a:r>
            <a:r>
              <a:rPr sz="1800" spc="0" dirty="0" smtClean="0">
                <a:latin typeface="Arial"/>
                <a:cs typeface="Arial"/>
              </a:rPr>
              <a:t>e </a:t>
            </a:r>
            <a:r>
              <a:rPr sz="1800" spc="4" dirty="0" smtClean="0">
                <a:latin typeface="Arial"/>
                <a:cs typeface="Arial"/>
              </a:rPr>
              <a:t>t</a:t>
            </a:r>
            <a:r>
              <a:rPr sz="1800" spc="-4" dirty="0" smtClean="0">
                <a:latin typeface="Arial"/>
                <a:cs typeface="Arial"/>
              </a:rPr>
              <a:t>e</a:t>
            </a:r>
            <a:r>
              <a:rPr sz="1800" spc="0" dirty="0" smtClean="0">
                <a:latin typeface="Arial"/>
                <a:cs typeface="Arial"/>
              </a:rPr>
              <a:t>m</a:t>
            </a:r>
            <a:r>
              <a:rPr sz="1800" spc="-4" dirty="0" smtClean="0">
                <a:latin typeface="Arial"/>
                <a:cs typeface="Arial"/>
              </a:rPr>
              <a:t>po</a:t>
            </a:r>
            <a:r>
              <a:rPr sz="1800" spc="0" dirty="0" smtClean="0">
                <a:latin typeface="Arial"/>
                <a:cs typeface="Arial"/>
              </a:rPr>
              <a:t>, </a:t>
            </a:r>
            <a:r>
              <a:rPr sz="1800" spc="-4" dirty="0" smtClean="0">
                <a:latin typeface="Arial"/>
                <a:cs typeface="Arial"/>
              </a:rPr>
              <a:t>de</a:t>
            </a:r>
            <a:r>
              <a:rPr sz="1800" spc="4" dirty="0" smtClean="0">
                <a:latin typeface="Arial"/>
                <a:cs typeface="Arial"/>
              </a:rPr>
              <a:t>s</a:t>
            </a:r>
            <a:r>
              <a:rPr sz="1800" spc="0" dirty="0" smtClean="0">
                <a:latin typeface="Arial"/>
                <a:cs typeface="Arial"/>
              </a:rPr>
              <a:t>sa </a:t>
            </a:r>
            <a:r>
              <a:rPr sz="1800" spc="14" dirty="0" smtClean="0">
                <a:latin typeface="Arial"/>
                <a:cs typeface="Arial"/>
              </a:rPr>
              <a:t>f</a:t>
            </a:r>
            <a:r>
              <a:rPr sz="1800" spc="-4" dirty="0" smtClean="0">
                <a:latin typeface="Arial"/>
                <a:cs typeface="Arial"/>
              </a:rPr>
              <a:t>o</a:t>
            </a:r>
            <a:r>
              <a:rPr sz="1800" spc="0" dirty="0" smtClean="0">
                <a:latin typeface="Arial"/>
                <a:cs typeface="Arial"/>
              </a:rPr>
              <a:t>rma</a:t>
            </a:r>
            <a:r>
              <a:rPr sz="1800" spc="-4" dirty="0" smtClean="0">
                <a:latin typeface="Arial"/>
                <a:cs typeface="Arial"/>
              </a:rPr>
              <a:t> </a:t>
            </a:r>
            <a:r>
              <a:rPr sz="1800" spc="4" dirty="0" smtClean="0">
                <a:latin typeface="Arial"/>
                <a:cs typeface="Arial"/>
              </a:rPr>
              <a:t>t</a:t>
            </a:r>
            <a:r>
              <a:rPr sz="1800" spc="-4" dirty="0" smtClean="0">
                <a:latin typeface="Arial"/>
                <a:cs typeface="Arial"/>
              </a:rPr>
              <a:t>e</a:t>
            </a:r>
            <a:r>
              <a:rPr sz="1800" spc="0" dirty="0" smtClean="0">
                <a:latin typeface="Arial"/>
                <a:cs typeface="Arial"/>
              </a:rPr>
              <a:t>m-se</a:t>
            </a:r>
            <a:r>
              <a:rPr sz="1800" spc="-4" dirty="0" smtClean="0">
                <a:latin typeface="Arial"/>
                <a:cs typeface="Arial"/>
              </a:rPr>
              <a:t> </a:t>
            </a:r>
            <a:r>
              <a:rPr sz="1800" spc="4" dirty="0" smtClean="0">
                <a:latin typeface="Arial"/>
                <a:cs typeface="Arial"/>
              </a:rPr>
              <a:t>q</a:t>
            </a:r>
            <a:r>
              <a:rPr sz="1800" spc="-4" dirty="0" smtClean="0">
                <a:latin typeface="Arial"/>
                <a:cs typeface="Arial"/>
              </a:rPr>
              <a:t>ue</a:t>
            </a:r>
            <a:r>
              <a:rPr sz="1800" spc="0" dirty="0" smtClean="0">
                <a:latin typeface="Arial"/>
                <a:cs typeface="Arial"/>
              </a:rPr>
              <a:t>:</a:t>
            </a:r>
            <a:endParaRPr sz="18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4953899" y="2393765"/>
            <a:ext cx="150400" cy="1541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130"/>
              </a:lnSpc>
              <a:spcBef>
                <a:spcPts val="56"/>
              </a:spcBef>
            </a:pPr>
            <a:r>
              <a:rPr sz="1000" spc="0" dirty="0" smtClean="0">
                <a:latin typeface="Times New Roman"/>
                <a:cs typeface="Times New Roman"/>
              </a:rPr>
              <a:t>m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372999" y="2438660"/>
            <a:ext cx="132529" cy="24603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864"/>
              </a:lnSpc>
              <a:spcBef>
                <a:spcPts val="93"/>
              </a:spcBef>
            </a:pPr>
            <a:r>
              <a:rPr sz="1700" spc="9" dirty="0" smtClean="0">
                <a:latin typeface="Times New Roman"/>
                <a:cs typeface="Times New Roman"/>
              </a:rPr>
              <a:t>t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581289" y="2686992"/>
            <a:ext cx="3957800" cy="2539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939"/>
              </a:lnSpc>
              <a:spcBef>
                <a:spcPts val="97"/>
              </a:spcBef>
            </a:pPr>
            <a:r>
              <a:rPr sz="1800" spc="4" dirty="0" smtClean="0">
                <a:latin typeface="Arial"/>
                <a:cs typeface="Arial"/>
              </a:rPr>
              <a:t>O</a:t>
            </a:r>
            <a:r>
              <a:rPr sz="1800" spc="-4" dirty="0" smtClean="0">
                <a:latin typeface="Arial"/>
                <a:cs typeface="Arial"/>
              </a:rPr>
              <a:t>nd</a:t>
            </a:r>
            <a:r>
              <a:rPr sz="1800" spc="0" dirty="0" smtClean="0">
                <a:latin typeface="Arial"/>
                <a:cs typeface="Arial"/>
              </a:rPr>
              <a:t>e m</a:t>
            </a:r>
            <a:r>
              <a:rPr sz="1800" spc="-9" dirty="0" smtClean="0">
                <a:latin typeface="Arial"/>
                <a:cs typeface="Arial"/>
              </a:rPr>
              <a:t> </a:t>
            </a:r>
            <a:r>
              <a:rPr sz="1800" spc="0" dirty="0" smtClean="0">
                <a:latin typeface="Arial"/>
                <a:cs typeface="Arial"/>
              </a:rPr>
              <a:t>r</a:t>
            </a:r>
            <a:r>
              <a:rPr sz="1800" spc="4" dirty="0" smtClean="0">
                <a:latin typeface="Arial"/>
                <a:cs typeface="Arial"/>
              </a:rPr>
              <a:t>e</a:t>
            </a:r>
            <a:r>
              <a:rPr sz="1800" spc="-4" dirty="0" smtClean="0">
                <a:latin typeface="Arial"/>
                <a:cs typeface="Arial"/>
              </a:rPr>
              <a:t>p</a:t>
            </a:r>
            <a:r>
              <a:rPr sz="1800" spc="0" dirty="0" smtClean="0">
                <a:latin typeface="Arial"/>
                <a:cs typeface="Arial"/>
              </a:rPr>
              <a:t>r</a:t>
            </a:r>
            <a:r>
              <a:rPr sz="1800" spc="-4" dirty="0" smtClean="0">
                <a:latin typeface="Arial"/>
                <a:cs typeface="Arial"/>
              </a:rPr>
              <a:t>e</a:t>
            </a:r>
            <a:r>
              <a:rPr sz="1800" spc="9" dirty="0" smtClean="0">
                <a:latin typeface="Arial"/>
                <a:cs typeface="Arial"/>
              </a:rPr>
              <a:t>s</a:t>
            </a:r>
            <a:r>
              <a:rPr sz="1800" spc="-4" dirty="0" smtClean="0">
                <a:latin typeface="Arial"/>
                <a:cs typeface="Arial"/>
              </a:rPr>
              <a:t>en</a:t>
            </a:r>
            <a:r>
              <a:rPr sz="1800" spc="4" dirty="0" smtClean="0">
                <a:latin typeface="Arial"/>
                <a:cs typeface="Arial"/>
              </a:rPr>
              <a:t>t</a:t>
            </a:r>
            <a:r>
              <a:rPr sz="1800" spc="0" dirty="0" smtClean="0">
                <a:latin typeface="Arial"/>
                <a:cs typeface="Arial"/>
              </a:rPr>
              <a:t>a</a:t>
            </a:r>
            <a:r>
              <a:rPr sz="1800" spc="-4" dirty="0" smtClean="0">
                <a:latin typeface="Arial"/>
                <a:cs typeface="Arial"/>
              </a:rPr>
              <a:t> </a:t>
            </a:r>
            <a:r>
              <a:rPr sz="1800" spc="0" dirty="0" smtClean="0">
                <a:latin typeface="Arial"/>
                <a:cs typeface="Arial"/>
              </a:rPr>
              <a:t>a m</a:t>
            </a:r>
            <a:r>
              <a:rPr sz="1800" spc="-4" dirty="0" smtClean="0">
                <a:latin typeface="Arial"/>
                <a:cs typeface="Arial"/>
              </a:rPr>
              <a:t>a</a:t>
            </a:r>
            <a:r>
              <a:rPr sz="1800" spc="0" dirty="0" smtClean="0">
                <a:latin typeface="Arial"/>
                <a:cs typeface="Arial"/>
              </a:rPr>
              <a:t>ssa</a:t>
            </a:r>
            <a:r>
              <a:rPr sz="1800" spc="9" dirty="0" smtClean="0">
                <a:latin typeface="Arial"/>
                <a:cs typeface="Arial"/>
              </a:rPr>
              <a:t> </a:t>
            </a:r>
            <a:r>
              <a:rPr sz="1800" spc="-4" dirty="0" smtClean="0">
                <a:latin typeface="Arial"/>
                <a:cs typeface="Arial"/>
              </a:rPr>
              <a:t>d</a:t>
            </a:r>
            <a:r>
              <a:rPr sz="1800" spc="0" dirty="0" smtClean="0">
                <a:latin typeface="Arial"/>
                <a:cs typeface="Arial"/>
              </a:rPr>
              <a:t>o </a:t>
            </a:r>
            <a:r>
              <a:rPr sz="1800" spc="4" dirty="0" smtClean="0">
                <a:latin typeface="Arial"/>
                <a:cs typeface="Arial"/>
              </a:rPr>
              <a:t>f</a:t>
            </a:r>
            <a:r>
              <a:rPr sz="1800" spc="-4" dirty="0" smtClean="0">
                <a:latin typeface="Arial"/>
                <a:cs typeface="Arial"/>
              </a:rPr>
              <a:t>lui</a:t>
            </a:r>
            <a:r>
              <a:rPr sz="1800" spc="4" dirty="0" smtClean="0">
                <a:latin typeface="Arial"/>
                <a:cs typeface="Arial"/>
              </a:rPr>
              <a:t>d</a:t>
            </a:r>
            <a:r>
              <a:rPr sz="1800" spc="-4" dirty="0" smtClean="0">
                <a:latin typeface="Arial"/>
                <a:cs typeface="Arial"/>
              </a:rPr>
              <a:t>o</a:t>
            </a:r>
            <a:r>
              <a:rPr sz="1800" spc="0" dirty="0" smtClean="0">
                <a:latin typeface="Arial"/>
                <a:cs typeface="Arial"/>
              </a:rPr>
              <a:t>.</a:t>
            </a:r>
            <a:endParaRPr sz="18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238384" y="2727811"/>
            <a:ext cx="198039" cy="48107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535"/>
              </a:lnSpc>
              <a:spcBef>
                <a:spcPts val="76"/>
              </a:spcBef>
            </a:pPr>
            <a:r>
              <a:rPr sz="1400" spc="202" dirty="0" smtClean="0">
                <a:solidFill>
                  <a:srgbClr val="65FF32"/>
                </a:solidFill>
                <a:latin typeface="Arial"/>
                <a:cs typeface="Arial"/>
              </a:rPr>
              <a:t>□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95825"/>
              </a:lnSpc>
              <a:spcBef>
                <a:spcPts val="497"/>
              </a:spcBef>
            </a:pPr>
            <a:r>
              <a:rPr sz="1400" spc="202" dirty="0" smtClean="0">
                <a:solidFill>
                  <a:srgbClr val="65FF32"/>
                </a:solidFill>
                <a:latin typeface="Arial"/>
                <a:cs typeface="Arial"/>
              </a:rPr>
              <a:t>□</a:t>
            </a:r>
            <a:endParaRPr sz="140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5599605" y="2951318"/>
            <a:ext cx="3964708" cy="26704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05"/>
              </a:lnSpc>
              <a:spcBef>
                <a:spcPts val="105"/>
              </a:spcBef>
            </a:pPr>
            <a:r>
              <a:rPr sz="1800" spc="-4" dirty="0" smtClean="0">
                <a:latin typeface="Arial"/>
                <a:cs typeface="Arial"/>
              </a:rPr>
              <a:t>q</a:t>
            </a:r>
            <a:r>
              <a:rPr sz="1800" spc="4" dirty="0" smtClean="0">
                <a:latin typeface="Arial"/>
                <a:cs typeface="Arial"/>
              </a:rPr>
              <a:t>u</a:t>
            </a:r>
            <a:r>
              <a:rPr sz="1800" spc="0" dirty="0" smtClean="0">
                <a:latin typeface="Arial"/>
                <a:cs typeface="Arial"/>
              </a:rPr>
              <a:t>e</a:t>
            </a:r>
            <a:r>
              <a:rPr sz="1800" spc="144" dirty="0" smtClean="0">
                <a:latin typeface="Arial"/>
                <a:cs typeface="Arial"/>
              </a:rPr>
              <a:t> </a:t>
            </a:r>
            <a:r>
              <a:rPr sz="1900" spc="0" dirty="0" smtClean="0">
                <a:latin typeface="Meiryo"/>
                <a:cs typeface="Meiryo"/>
              </a:rPr>
              <a:t>ρ</a:t>
            </a:r>
            <a:r>
              <a:rPr sz="1900" spc="-187" dirty="0" smtClean="0">
                <a:latin typeface="Meiryo"/>
                <a:cs typeface="Meiryo"/>
              </a:rPr>
              <a:t> </a:t>
            </a:r>
            <a:r>
              <a:rPr sz="1800" spc="0" dirty="0" smtClean="0">
                <a:latin typeface="Arial"/>
                <a:cs typeface="Arial"/>
              </a:rPr>
              <a:t>=</a:t>
            </a:r>
            <a:r>
              <a:rPr sz="1800" spc="139" dirty="0" smtClean="0">
                <a:latin typeface="Arial"/>
                <a:cs typeface="Arial"/>
              </a:rPr>
              <a:t> </a:t>
            </a:r>
            <a:r>
              <a:rPr sz="1800" spc="-14" dirty="0" smtClean="0">
                <a:latin typeface="Arial"/>
                <a:cs typeface="Arial"/>
              </a:rPr>
              <a:t>m</a:t>
            </a:r>
            <a:r>
              <a:rPr sz="1800" spc="4" dirty="0" smtClean="0">
                <a:latin typeface="Arial"/>
                <a:cs typeface="Arial"/>
              </a:rPr>
              <a:t>/</a:t>
            </a:r>
            <a:r>
              <a:rPr sz="1800" spc="0" dirty="0" smtClean="0">
                <a:latin typeface="Arial"/>
                <a:cs typeface="Arial"/>
              </a:rPr>
              <a:t>V,</a:t>
            </a:r>
            <a:r>
              <a:rPr sz="1800" spc="129" dirty="0" smtClean="0">
                <a:latin typeface="Arial"/>
                <a:cs typeface="Arial"/>
              </a:rPr>
              <a:t> </a:t>
            </a:r>
            <a:r>
              <a:rPr sz="1800" spc="-4" dirty="0" smtClean="0">
                <a:latin typeface="Arial"/>
                <a:cs typeface="Arial"/>
              </a:rPr>
              <a:t>po</a:t>
            </a:r>
            <a:r>
              <a:rPr sz="1800" spc="0" dirty="0" smtClean="0">
                <a:latin typeface="Arial"/>
                <a:cs typeface="Arial"/>
              </a:rPr>
              <a:t>r</a:t>
            </a:r>
            <a:r>
              <a:rPr sz="1800" spc="4" dirty="0" smtClean="0">
                <a:latin typeface="Arial"/>
                <a:cs typeface="Arial"/>
              </a:rPr>
              <a:t>ta</a:t>
            </a:r>
            <a:r>
              <a:rPr sz="1800" spc="-4" dirty="0" smtClean="0">
                <a:latin typeface="Arial"/>
                <a:cs typeface="Arial"/>
              </a:rPr>
              <a:t>n</a:t>
            </a:r>
            <a:r>
              <a:rPr sz="1800" spc="4" dirty="0" smtClean="0">
                <a:latin typeface="Arial"/>
                <a:cs typeface="Arial"/>
              </a:rPr>
              <a:t>t</a:t>
            </a:r>
            <a:r>
              <a:rPr sz="1800" spc="-4" dirty="0" smtClean="0">
                <a:latin typeface="Arial"/>
                <a:cs typeface="Arial"/>
              </a:rPr>
              <a:t>o</a:t>
            </a:r>
            <a:r>
              <a:rPr sz="1800" spc="0" dirty="0" smtClean="0">
                <a:latin typeface="Arial"/>
                <a:cs typeface="Arial"/>
              </a:rPr>
              <a:t>,</a:t>
            </a:r>
            <a:r>
              <a:rPr sz="1800" spc="124" dirty="0" smtClean="0">
                <a:latin typeface="Arial"/>
                <a:cs typeface="Arial"/>
              </a:rPr>
              <a:t> </a:t>
            </a:r>
            <a:r>
              <a:rPr sz="1800" spc="0" dirty="0" smtClean="0">
                <a:latin typeface="Arial"/>
                <a:cs typeface="Arial"/>
              </a:rPr>
              <a:t>a</a:t>
            </a:r>
            <a:r>
              <a:rPr sz="1800" spc="139" dirty="0" smtClean="0">
                <a:latin typeface="Arial"/>
                <a:cs typeface="Arial"/>
              </a:rPr>
              <a:t> </a:t>
            </a:r>
            <a:r>
              <a:rPr sz="1800" spc="0" dirty="0" smtClean="0">
                <a:latin typeface="Arial"/>
                <a:cs typeface="Arial"/>
              </a:rPr>
              <a:t>m</a:t>
            </a:r>
            <a:r>
              <a:rPr sz="1800" spc="-4" dirty="0" smtClean="0">
                <a:latin typeface="Arial"/>
                <a:cs typeface="Arial"/>
              </a:rPr>
              <a:t>a</a:t>
            </a:r>
            <a:r>
              <a:rPr sz="1800" spc="0" dirty="0" smtClean="0">
                <a:latin typeface="Arial"/>
                <a:cs typeface="Arial"/>
              </a:rPr>
              <a:t>ssa</a:t>
            </a:r>
            <a:r>
              <a:rPr sz="1800" spc="154" dirty="0" smtClean="0">
                <a:latin typeface="Arial"/>
                <a:cs typeface="Arial"/>
              </a:rPr>
              <a:t> </a:t>
            </a:r>
            <a:r>
              <a:rPr sz="1800" spc="4" dirty="0" smtClean="0">
                <a:latin typeface="Arial"/>
                <a:cs typeface="Arial"/>
              </a:rPr>
              <a:t>p</a:t>
            </a:r>
            <a:r>
              <a:rPr sz="1800" spc="-4" dirty="0" smtClean="0">
                <a:latin typeface="Arial"/>
                <a:cs typeface="Arial"/>
              </a:rPr>
              <a:t>od</a:t>
            </a:r>
            <a:r>
              <a:rPr sz="1800" spc="0" dirty="0" smtClean="0">
                <a:latin typeface="Arial"/>
                <a:cs typeface="Arial"/>
              </a:rPr>
              <a:t>e</a:t>
            </a:r>
            <a:endParaRPr sz="180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581289" y="2964360"/>
            <a:ext cx="4009120" cy="2539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939"/>
              </a:lnSpc>
              <a:spcBef>
                <a:spcPts val="97"/>
              </a:spcBef>
            </a:pPr>
            <a:r>
              <a:rPr sz="1800" spc="-4" dirty="0" smtClean="0">
                <a:latin typeface="Arial"/>
                <a:cs typeface="Arial"/>
              </a:rPr>
              <a:t>Co</a:t>
            </a:r>
            <a:r>
              <a:rPr sz="1800" spc="0" dirty="0" smtClean="0">
                <a:latin typeface="Arial"/>
                <a:cs typeface="Arial"/>
              </a:rPr>
              <a:t>mo</a:t>
            </a:r>
            <a:r>
              <a:rPr sz="1800" spc="129" dirty="0" smtClean="0">
                <a:latin typeface="Arial"/>
                <a:cs typeface="Arial"/>
              </a:rPr>
              <a:t> </a:t>
            </a:r>
            <a:r>
              <a:rPr sz="1800" spc="4" dirty="0" smtClean="0">
                <a:latin typeface="Arial"/>
                <a:cs typeface="Arial"/>
              </a:rPr>
              <a:t>d</a:t>
            </a:r>
            <a:r>
              <a:rPr sz="1800" spc="-4" dirty="0" smtClean="0">
                <a:latin typeface="Arial"/>
                <a:cs typeface="Arial"/>
              </a:rPr>
              <a:t>e</a:t>
            </a:r>
            <a:r>
              <a:rPr sz="1800" spc="4" dirty="0" smtClean="0">
                <a:latin typeface="Arial"/>
                <a:cs typeface="Arial"/>
              </a:rPr>
              <a:t>f</a:t>
            </a:r>
            <a:r>
              <a:rPr sz="1800" spc="-4" dirty="0" smtClean="0">
                <a:latin typeface="Arial"/>
                <a:cs typeface="Arial"/>
              </a:rPr>
              <a:t>in</a:t>
            </a:r>
            <a:r>
              <a:rPr sz="1800" spc="9" dirty="0" smtClean="0">
                <a:latin typeface="Arial"/>
                <a:cs typeface="Arial"/>
              </a:rPr>
              <a:t>i</a:t>
            </a:r>
            <a:r>
              <a:rPr sz="1800" spc="-4" dirty="0" smtClean="0">
                <a:latin typeface="Arial"/>
                <a:cs typeface="Arial"/>
              </a:rPr>
              <a:t>d</a:t>
            </a:r>
            <a:r>
              <a:rPr sz="1800" spc="0" dirty="0" smtClean="0">
                <a:latin typeface="Arial"/>
                <a:cs typeface="Arial"/>
              </a:rPr>
              <a:t>o</a:t>
            </a:r>
            <a:r>
              <a:rPr sz="1800" spc="134" dirty="0" smtClean="0">
                <a:latin typeface="Arial"/>
                <a:cs typeface="Arial"/>
              </a:rPr>
              <a:t> </a:t>
            </a:r>
            <a:r>
              <a:rPr sz="1800" spc="-4" dirty="0" smtClean="0">
                <a:latin typeface="Arial"/>
                <a:cs typeface="Arial"/>
              </a:rPr>
              <a:t>an</a:t>
            </a:r>
            <a:r>
              <a:rPr sz="1800" spc="4" dirty="0" smtClean="0">
                <a:latin typeface="Arial"/>
                <a:cs typeface="Arial"/>
              </a:rPr>
              <a:t>t</a:t>
            </a:r>
            <a:r>
              <a:rPr sz="1800" spc="-4" dirty="0" smtClean="0">
                <a:latin typeface="Arial"/>
                <a:cs typeface="Arial"/>
              </a:rPr>
              <a:t>e</a:t>
            </a:r>
            <a:r>
              <a:rPr sz="1800" spc="0" dirty="0" smtClean="0">
                <a:latin typeface="Arial"/>
                <a:cs typeface="Arial"/>
              </a:rPr>
              <a:t>r</a:t>
            </a:r>
            <a:r>
              <a:rPr sz="1800" spc="-4" dirty="0" smtClean="0">
                <a:latin typeface="Arial"/>
                <a:cs typeface="Arial"/>
              </a:rPr>
              <a:t>io</a:t>
            </a:r>
            <a:r>
              <a:rPr sz="1800" spc="0" dirty="0" smtClean="0">
                <a:latin typeface="Arial"/>
                <a:cs typeface="Arial"/>
              </a:rPr>
              <a:t>r</a:t>
            </a:r>
            <a:r>
              <a:rPr sz="1800" spc="9" dirty="0" smtClean="0">
                <a:latin typeface="Arial"/>
                <a:cs typeface="Arial"/>
              </a:rPr>
              <a:t>m</a:t>
            </a:r>
            <a:r>
              <a:rPr sz="1800" spc="-4" dirty="0" smtClean="0">
                <a:latin typeface="Arial"/>
                <a:cs typeface="Arial"/>
              </a:rPr>
              <a:t>en</a:t>
            </a:r>
            <a:r>
              <a:rPr sz="1800" spc="4" dirty="0" smtClean="0">
                <a:latin typeface="Arial"/>
                <a:cs typeface="Arial"/>
              </a:rPr>
              <a:t>t</a:t>
            </a:r>
            <a:r>
              <a:rPr sz="1800" spc="-4" dirty="0" smtClean="0">
                <a:latin typeface="Arial"/>
                <a:cs typeface="Arial"/>
              </a:rPr>
              <a:t>e</a:t>
            </a:r>
            <a:r>
              <a:rPr sz="1800" spc="0" dirty="0" smtClean="0">
                <a:latin typeface="Arial"/>
                <a:cs typeface="Arial"/>
              </a:rPr>
              <a:t>,</a:t>
            </a:r>
            <a:r>
              <a:rPr sz="1800" spc="134" dirty="0" smtClean="0">
                <a:latin typeface="Arial"/>
                <a:cs typeface="Arial"/>
              </a:rPr>
              <a:t> </a:t>
            </a:r>
            <a:r>
              <a:rPr sz="1800" spc="0" dirty="0" smtClean="0">
                <a:latin typeface="Arial"/>
                <a:cs typeface="Arial"/>
              </a:rPr>
              <a:t>s</a:t>
            </a:r>
            <a:r>
              <a:rPr sz="1800" spc="-4" dirty="0" smtClean="0">
                <a:latin typeface="Arial"/>
                <a:cs typeface="Arial"/>
              </a:rPr>
              <a:t>abe</a:t>
            </a:r>
            <a:r>
              <a:rPr sz="1800" spc="0" dirty="0" smtClean="0">
                <a:latin typeface="Arial"/>
                <a:cs typeface="Arial"/>
              </a:rPr>
              <a:t>-se</a:t>
            </a:r>
            <a:endParaRPr sz="180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581268" y="3180768"/>
            <a:ext cx="3067815" cy="2539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939"/>
              </a:lnSpc>
              <a:spcBef>
                <a:spcPts val="97"/>
              </a:spcBef>
            </a:pPr>
            <a:r>
              <a:rPr sz="1800" spc="0" dirty="0" smtClean="0">
                <a:latin typeface="Arial"/>
                <a:cs typeface="Arial"/>
              </a:rPr>
              <a:t>s</a:t>
            </a:r>
            <a:r>
              <a:rPr sz="1800" spc="-4" dirty="0" smtClean="0">
                <a:latin typeface="Arial"/>
                <a:cs typeface="Arial"/>
              </a:rPr>
              <a:t>e</a:t>
            </a:r>
            <a:r>
              <a:rPr sz="1800" spc="0" dirty="0" smtClean="0">
                <a:latin typeface="Arial"/>
                <a:cs typeface="Arial"/>
              </a:rPr>
              <a:t>r </a:t>
            </a:r>
            <a:r>
              <a:rPr sz="1800" spc="-4" dirty="0" smtClean="0">
                <a:latin typeface="Arial"/>
                <a:cs typeface="Arial"/>
              </a:rPr>
              <a:t>e</a:t>
            </a:r>
            <a:r>
              <a:rPr sz="1800" spc="0" dirty="0" smtClean="0">
                <a:latin typeface="Arial"/>
                <a:cs typeface="Arial"/>
              </a:rPr>
              <a:t>scr</a:t>
            </a:r>
            <a:r>
              <a:rPr sz="1800" spc="-4" dirty="0" smtClean="0">
                <a:latin typeface="Arial"/>
                <a:cs typeface="Arial"/>
              </a:rPr>
              <a:t>i</a:t>
            </a:r>
            <a:r>
              <a:rPr sz="1800" spc="4" dirty="0" smtClean="0">
                <a:latin typeface="Arial"/>
                <a:cs typeface="Arial"/>
              </a:rPr>
              <a:t>t</a:t>
            </a:r>
            <a:r>
              <a:rPr sz="1800" spc="0" dirty="0" smtClean="0">
                <a:latin typeface="Arial"/>
                <a:cs typeface="Arial"/>
              </a:rPr>
              <a:t>a</a:t>
            </a:r>
            <a:r>
              <a:rPr sz="1800" spc="-4" dirty="0" smtClean="0">
                <a:latin typeface="Arial"/>
                <a:cs typeface="Arial"/>
              </a:rPr>
              <a:t> d</a:t>
            </a:r>
            <a:r>
              <a:rPr sz="1800" spc="0" dirty="0" smtClean="0">
                <a:latin typeface="Arial"/>
                <a:cs typeface="Arial"/>
              </a:rPr>
              <a:t>o </a:t>
            </a:r>
            <a:r>
              <a:rPr sz="1800" spc="9" dirty="0" smtClean="0">
                <a:latin typeface="Arial"/>
                <a:cs typeface="Arial"/>
              </a:rPr>
              <a:t>s</a:t>
            </a:r>
            <a:r>
              <a:rPr sz="1800" spc="-4" dirty="0" smtClean="0">
                <a:latin typeface="Arial"/>
                <a:cs typeface="Arial"/>
              </a:rPr>
              <a:t>egu</a:t>
            </a:r>
            <a:r>
              <a:rPr sz="1800" spc="9" dirty="0" smtClean="0">
                <a:latin typeface="Arial"/>
                <a:cs typeface="Arial"/>
              </a:rPr>
              <a:t>i</a:t>
            </a:r>
            <a:r>
              <a:rPr sz="1800" spc="-4" dirty="0" smtClean="0">
                <a:latin typeface="Arial"/>
                <a:cs typeface="Arial"/>
              </a:rPr>
              <a:t>n</a:t>
            </a:r>
            <a:r>
              <a:rPr sz="1800" spc="4" dirty="0" smtClean="0">
                <a:latin typeface="Arial"/>
                <a:cs typeface="Arial"/>
              </a:rPr>
              <a:t>t</a:t>
            </a:r>
            <a:r>
              <a:rPr sz="1800" spc="0" dirty="0" smtClean="0">
                <a:latin typeface="Arial"/>
                <a:cs typeface="Arial"/>
              </a:rPr>
              <a:t>e</a:t>
            </a:r>
            <a:r>
              <a:rPr sz="1800" spc="-4" dirty="0" smtClean="0">
                <a:latin typeface="Arial"/>
                <a:cs typeface="Arial"/>
              </a:rPr>
              <a:t> </a:t>
            </a:r>
            <a:r>
              <a:rPr sz="1800" spc="0" dirty="0" smtClean="0">
                <a:latin typeface="Arial"/>
                <a:cs typeface="Arial"/>
              </a:rPr>
              <a:t>m</a:t>
            </a:r>
            <a:r>
              <a:rPr sz="1800" spc="-4" dirty="0" smtClean="0">
                <a:latin typeface="Arial"/>
                <a:cs typeface="Arial"/>
              </a:rPr>
              <a:t>odo</a:t>
            </a:r>
            <a:r>
              <a:rPr sz="1800" spc="0" dirty="0" smtClean="0">
                <a:latin typeface="Arial"/>
                <a:cs typeface="Arial"/>
              </a:rPr>
              <a:t>:</a:t>
            </a:r>
            <a:endParaRPr sz="180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5229743" y="3692622"/>
            <a:ext cx="144995" cy="14790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080"/>
              </a:lnSpc>
              <a:spcBef>
                <a:spcPts val="54"/>
              </a:spcBef>
            </a:pPr>
            <a:r>
              <a:rPr sz="950" spc="0" dirty="0" smtClean="0">
                <a:latin typeface="Times New Roman"/>
                <a:cs typeface="Times New Roman"/>
              </a:rPr>
              <a:t>m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5752475" y="3734985"/>
            <a:ext cx="127984" cy="23541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789"/>
              </a:lnSpc>
              <a:spcBef>
                <a:spcPts val="89"/>
              </a:spcBef>
            </a:pPr>
            <a:r>
              <a:rPr sz="1650" spc="0" dirty="0" smtClean="0">
                <a:latin typeface="Times New Roman"/>
                <a:cs typeface="Times New Roman"/>
              </a:rPr>
              <a:t>t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581174" y="4003728"/>
            <a:ext cx="3095391" cy="2539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939"/>
              </a:lnSpc>
              <a:spcBef>
                <a:spcPts val="97"/>
              </a:spcBef>
            </a:pPr>
            <a:r>
              <a:rPr sz="1800" spc="0" dirty="0" smtClean="0">
                <a:latin typeface="Arial"/>
                <a:cs typeface="Arial"/>
              </a:rPr>
              <a:t>Ass</a:t>
            </a:r>
            <a:r>
              <a:rPr sz="1800" spc="-4" dirty="0" smtClean="0">
                <a:latin typeface="Arial"/>
                <a:cs typeface="Arial"/>
              </a:rPr>
              <a:t>i</a:t>
            </a:r>
            <a:r>
              <a:rPr sz="1800" spc="0" dirty="0" smtClean="0">
                <a:latin typeface="Arial"/>
                <a:cs typeface="Arial"/>
              </a:rPr>
              <a:t>m,</a:t>
            </a:r>
            <a:r>
              <a:rPr sz="1800" spc="4" dirty="0" smtClean="0">
                <a:latin typeface="Arial"/>
                <a:cs typeface="Arial"/>
              </a:rPr>
              <a:t> </a:t>
            </a:r>
            <a:r>
              <a:rPr sz="1800" spc="-4" dirty="0" smtClean="0">
                <a:latin typeface="Arial"/>
                <a:cs typeface="Arial"/>
              </a:rPr>
              <a:t>pode</a:t>
            </a:r>
            <a:r>
              <a:rPr sz="1800" spc="0" dirty="0" smtClean="0">
                <a:latin typeface="Arial"/>
                <a:cs typeface="Arial"/>
              </a:rPr>
              <a:t>-</a:t>
            </a:r>
            <a:r>
              <a:rPr sz="1800" spc="9" dirty="0" smtClean="0">
                <a:latin typeface="Arial"/>
                <a:cs typeface="Arial"/>
              </a:rPr>
              <a:t>s</a:t>
            </a:r>
            <a:r>
              <a:rPr sz="1800" spc="0" dirty="0" smtClean="0">
                <a:latin typeface="Arial"/>
                <a:cs typeface="Arial"/>
              </a:rPr>
              <a:t>e </a:t>
            </a:r>
            <a:r>
              <a:rPr sz="1800" spc="-4" dirty="0" smtClean="0">
                <a:latin typeface="Arial"/>
                <a:cs typeface="Arial"/>
              </a:rPr>
              <a:t>e</a:t>
            </a:r>
            <a:r>
              <a:rPr sz="1800" spc="0" dirty="0" smtClean="0">
                <a:latin typeface="Arial"/>
                <a:cs typeface="Arial"/>
              </a:rPr>
              <a:t>scr</a:t>
            </a:r>
            <a:r>
              <a:rPr sz="1800" spc="-4" dirty="0" smtClean="0">
                <a:latin typeface="Arial"/>
                <a:cs typeface="Arial"/>
              </a:rPr>
              <a:t>e</a:t>
            </a:r>
            <a:r>
              <a:rPr sz="1800" spc="0" dirty="0" smtClean="0">
                <a:latin typeface="Arial"/>
                <a:cs typeface="Arial"/>
              </a:rPr>
              <a:t>v</a:t>
            </a:r>
            <a:r>
              <a:rPr sz="1800" spc="-4" dirty="0" smtClean="0">
                <a:latin typeface="Arial"/>
                <a:cs typeface="Arial"/>
              </a:rPr>
              <a:t>e</a:t>
            </a:r>
            <a:r>
              <a:rPr sz="1800" spc="0" dirty="0" smtClean="0">
                <a:latin typeface="Arial"/>
                <a:cs typeface="Arial"/>
              </a:rPr>
              <a:t>r </a:t>
            </a:r>
            <a:r>
              <a:rPr sz="1800" spc="-4" dirty="0" smtClean="0">
                <a:latin typeface="Arial"/>
                <a:cs typeface="Arial"/>
              </a:rPr>
              <a:t>q</a:t>
            </a:r>
            <a:r>
              <a:rPr sz="1800" spc="4" dirty="0" smtClean="0">
                <a:latin typeface="Arial"/>
                <a:cs typeface="Arial"/>
              </a:rPr>
              <a:t>ue</a:t>
            </a:r>
            <a:r>
              <a:rPr sz="1800" spc="0" dirty="0" smtClean="0">
                <a:latin typeface="Arial"/>
                <a:cs typeface="Arial"/>
              </a:rPr>
              <a:t>:</a:t>
            </a:r>
            <a:endParaRPr sz="1800">
              <a:latin typeface="Arial"/>
              <a:cs typeface="Aria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1238384" y="4044546"/>
            <a:ext cx="198039" cy="2037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535"/>
              </a:lnSpc>
              <a:spcBef>
                <a:spcPts val="76"/>
              </a:spcBef>
            </a:pPr>
            <a:r>
              <a:rPr sz="1400" spc="202" dirty="0" smtClean="0">
                <a:solidFill>
                  <a:srgbClr val="65FF32"/>
                </a:solidFill>
                <a:latin typeface="Arial"/>
                <a:cs typeface="Arial"/>
              </a:rPr>
              <a:t>□</a:t>
            </a:r>
            <a:endParaRPr sz="1400">
              <a:latin typeface="Arial"/>
              <a:cs typeface="Aria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581289" y="4828212"/>
            <a:ext cx="3969120" cy="2539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939"/>
              </a:lnSpc>
              <a:spcBef>
                <a:spcPts val="97"/>
              </a:spcBef>
            </a:pPr>
            <a:r>
              <a:rPr sz="1800" spc="0" dirty="0" smtClean="0">
                <a:latin typeface="Arial"/>
                <a:cs typeface="Arial"/>
              </a:rPr>
              <a:t>P</a:t>
            </a:r>
            <a:r>
              <a:rPr sz="1800" spc="-4" dirty="0" smtClean="0">
                <a:latin typeface="Arial"/>
                <a:cs typeface="Arial"/>
              </a:rPr>
              <a:t>o</a:t>
            </a:r>
            <a:r>
              <a:rPr sz="1800" spc="0" dirty="0" smtClean="0">
                <a:latin typeface="Arial"/>
                <a:cs typeface="Arial"/>
              </a:rPr>
              <a:t>r</a:t>
            </a:r>
            <a:r>
              <a:rPr sz="1800" spc="4" dirty="0" smtClean="0">
                <a:latin typeface="Arial"/>
                <a:cs typeface="Arial"/>
              </a:rPr>
              <a:t>t</a:t>
            </a:r>
            <a:r>
              <a:rPr sz="1800" spc="-4" dirty="0" smtClean="0">
                <a:latin typeface="Arial"/>
                <a:cs typeface="Arial"/>
              </a:rPr>
              <a:t>an</a:t>
            </a:r>
            <a:r>
              <a:rPr sz="1800" spc="4" dirty="0" smtClean="0">
                <a:latin typeface="Arial"/>
                <a:cs typeface="Arial"/>
              </a:rPr>
              <a:t>t</a:t>
            </a:r>
            <a:r>
              <a:rPr sz="1800" spc="-4" dirty="0" smtClean="0">
                <a:latin typeface="Arial"/>
                <a:cs typeface="Arial"/>
              </a:rPr>
              <a:t>o</a:t>
            </a:r>
            <a:r>
              <a:rPr sz="1800" spc="0" dirty="0" smtClean="0">
                <a:latin typeface="Arial"/>
                <a:cs typeface="Arial"/>
              </a:rPr>
              <a:t>,</a:t>
            </a:r>
            <a:r>
              <a:rPr sz="1800" spc="410" dirty="0" smtClean="0">
                <a:latin typeface="Arial"/>
                <a:cs typeface="Arial"/>
              </a:rPr>
              <a:t> </a:t>
            </a:r>
            <a:r>
              <a:rPr sz="1800" spc="-4" dirty="0" smtClean="0">
                <a:latin typeface="Arial"/>
                <a:cs typeface="Arial"/>
              </a:rPr>
              <a:t>pa</a:t>
            </a:r>
            <a:r>
              <a:rPr sz="1800" spc="0" dirty="0" smtClean="0">
                <a:latin typeface="Arial"/>
                <a:cs typeface="Arial"/>
              </a:rPr>
              <a:t>ra</a:t>
            </a:r>
            <a:r>
              <a:rPr sz="1800" spc="430" dirty="0" smtClean="0">
                <a:latin typeface="Arial"/>
                <a:cs typeface="Arial"/>
              </a:rPr>
              <a:t> </a:t>
            </a:r>
            <a:r>
              <a:rPr sz="1800" spc="0" dirty="0" smtClean="0">
                <a:latin typeface="Arial"/>
                <a:cs typeface="Arial"/>
              </a:rPr>
              <a:t>se</a:t>
            </a:r>
            <a:r>
              <a:rPr sz="1800" spc="405" dirty="0" smtClean="0">
                <a:latin typeface="Arial"/>
                <a:cs typeface="Arial"/>
              </a:rPr>
              <a:t> </a:t>
            </a:r>
            <a:r>
              <a:rPr sz="1800" spc="-4" dirty="0" smtClean="0">
                <a:latin typeface="Arial"/>
                <a:cs typeface="Arial"/>
              </a:rPr>
              <a:t>ob</a:t>
            </a:r>
            <a:r>
              <a:rPr sz="1800" spc="4" dirty="0" smtClean="0">
                <a:latin typeface="Arial"/>
                <a:cs typeface="Arial"/>
              </a:rPr>
              <a:t>t</a:t>
            </a:r>
            <a:r>
              <a:rPr sz="1800" spc="-4" dirty="0" smtClean="0">
                <a:latin typeface="Arial"/>
                <a:cs typeface="Arial"/>
              </a:rPr>
              <a:t>e</a:t>
            </a:r>
            <a:r>
              <a:rPr sz="1800" spc="0" dirty="0" smtClean="0">
                <a:latin typeface="Arial"/>
                <a:cs typeface="Arial"/>
              </a:rPr>
              <a:t>r</a:t>
            </a:r>
            <a:r>
              <a:rPr sz="1800" spc="405" dirty="0" smtClean="0">
                <a:latin typeface="Arial"/>
                <a:cs typeface="Arial"/>
              </a:rPr>
              <a:t> </a:t>
            </a:r>
            <a:r>
              <a:rPr sz="1800" spc="0" dirty="0" smtClean="0">
                <a:latin typeface="Arial"/>
                <a:cs typeface="Arial"/>
              </a:rPr>
              <a:t>a</a:t>
            </a:r>
            <a:r>
              <a:rPr sz="1800" spc="420" dirty="0" smtClean="0">
                <a:latin typeface="Arial"/>
                <a:cs typeface="Arial"/>
              </a:rPr>
              <a:t> </a:t>
            </a:r>
            <a:r>
              <a:rPr sz="1800" spc="9" dirty="0" smtClean="0">
                <a:latin typeface="Arial"/>
                <a:cs typeface="Arial"/>
              </a:rPr>
              <a:t>v</a:t>
            </a:r>
            <a:r>
              <a:rPr sz="1800" spc="-4" dirty="0" smtClean="0">
                <a:latin typeface="Arial"/>
                <a:cs typeface="Arial"/>
              </a:rPr>
              <a:t>a</a:t>
            </a:r>
            <a:r>
              <a:rPr sz="1800" spc="0" dirty="0" smtClean="0">
                <a:latin typeface="Arial"/>
                <a:cs typeface="Arial"/>
              </a:rPr>
              <a:t>z</a:t>
            </a:r>
            <a:r>
              <a:rPr sz="1800" spc="-4" dirty="0" smtClean="0">
                <a:latin typeface="Arial"/>
                <a:cs typeface="Arial"/>
              </a:rPr>
              <a:t>ã</a:t>
            </a:r>
            <a:r>
              <a:rPr sz="1800" spc="0" dirty="0" smtClean="0">
                <a:latin typeface="Arial"/>
                <a:cs typeface="Arial"/>
              </a:rPr>
              <a:t>o</a:t>
            </a:r>
            <a:r>
              <a:rPr sz="1800" spc="405" dirty="0" smtClean="0">
                <a:latin typeface="Arial"/>
                <a:cs typeface="Arial"/>
              </a:rPr>
              <a:t> </a:t>
            </a:r>
            <a:r>
              <a:rPr sz="1800" spc="-4" dirty="0" smtClean="0">
                <a:latin typeface="Arial"/>
                <a:cs typeface="Arial"/>
              </a:rPr>
              <a:t>e</a:t>
            </a:r>
            <a:r>
              <a:rPr sz="1800" spc="0" dirty="0" smtClean="0">
                <a:latin typeface="Arial"/>
                <a:cs typeface="Arial"/>
              </a:rPr>
              <a:t>m</a:t>
            </a:r>
            <a:endParaRPr sz="1800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5593851" y="4828212"/>
            <a:ext cx="3969200" cy="2539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939"/>
              </a:lnSpc>
              <a:spcBef>
                <a:spcPts val="97"/>
              </a:spcBef>
            </a:pPr>
            <a:r>
              <a:rPr sz="1800" spc="9" dirty="0" smtClean="0">
                <a:latin typeface="Arial"/>
                <a:cs typeface="Arial"/>
              </a:rPr>
              <a:t>m</a:t>
            </a:r>
            <a:r>
              <a:rPr sz="1800" spc="-4" dirty="0" smtClean="0">
                <a:latin typeface="Arial"/>
                <a:cs typeface="Arial"/>
              </a:rPr>
              <a:t>a</a:t>
            </a:r>
            <a:r>
              <a:rPr sz="1800" spc="9" dirty="0" smtClean="0">
                <a:latin typeface="Arial"/>
                <a:cs typeface="Arial"/>
              </a:rPr>
              <a:t>s</a:t>
            </a:r>
            <a:r>
              <a:rPr sz="1800" spc="0" dirty="0" smtClean="0">
                <a:latin typeface="Arial"/>
                <a:cs typeface="Arial"/>
              </a:rPr>
              <a:t>sa</a:t>
            </a:r>
            <a:r>
              <a:rPr sz="1800" spc="405" dirty="0" smtClean="0">
                <a:latin typeface="Arial"/>
                <a:cs typeface="Arial"/>
              </a:rPr>
              <a:t> </a:t>
            </a:r>
            <a:r>
              <a:rPr sz="1800" spc="-4" dirty="0" smtClean="0">
                <a:latin typeface="Arial"/>
                <a:cs typeface="Arial"/>
              </a:rPr>
              <a:t>ba</a:t>
            </a:r>
            <a:r>
              <a:rPr sz="1800" spc="0" dirty="0" smtClean="0">
                <a:latin typeface="Arial"/>
                <a:cs typeface="Arial"/>
              </a:rPr>
              <a:t>s</a:t>
            </a:r>
            <a:r>
              <a:rPr sz="1800" spc="4" dirty="0" smtClean="0">
                <a:latin typeface="Arial"/>
                <a:cs typeface="Arial"/>
              </a:rPr>
              <a:t>t</a:t>
            </a:r>
            <a:r>
              <a:rPr sz="1800" spc="0" dirty="0" smtClean="0">
                <a:latin typeface="Arial"/>
                <a:cs typeface="Arial"/>
              </a:rPr>
              <a:t>a</a:t>
            </a:r>
            <a:r>
              <a:rPr sz="1800" spc="400" dirty="0" smtClean="0">
                <a:latin typeface="Arial"/>
                <a:cs typeface="Arial"/>
              </a:rPr>
              <a:t> </a:t>
            </a:r>
            <a:r>
              <a:rPr sz="1800" spc="0" dirty="0" smtClean="0">
                <a:latin typeface="Arial"/>
                <a:cs typeface="Arial"/>
              </a:rPr>
              <a:t>m</a:t>
            </a:r>
            <a:r>
              <a:rPr sz="1800" spc="4" dirty="0" smtClean="0">
                <a:latin typeface="Arial"/>
                <a:cs typeface="Arial"/>
              </a:rPr>
              <a:t>u</a:t>
            </a:r>
            <a:r>
              <a:rPr sz="1800" spc="-4" dirty="0" smtClean="0">
                <a:latin typeface="Arial"/>
                <a:cs typeface="Arial"/>
              </a:rPr>
              <a:t>l</a:t>
            </a:r>
            <a:r>
              <a:rPr sz="1800" spc="4" dirty="0" smtClean="0">
                <a:latin typeface="Arial"/>
                <a:cs typeface="Arial"/>
              </a:rPr>
              <a:t>t</a:t>
            </a:r>
            <a:r>
              <a:rPr sz="1800" spc="9" dirty="0" smtClean="0">
                <a:latin typeface="Arial"/>
                <a:cs typeface="Arial"/>
              </a:rPr>
              <a:t>i</a:t>
            </a:r>
            <a:r>
              <a:rPr sz="1800" spc="-4" dirty="0" smtClean="0">
                <a:latin typeface="Arial"/>
                <a:cs typeface="Arial"/>
              </a:rPr>
              <a:t>pli</a:t>
            </a:r>
            <a:r>
              <a:rPr sz="1800" spc="0" dirty="0" smtClean="0">
                <a:latin typeface="Arial"/>
                <a:cs typeface="Arial"/>
              </a:rPr>
              <a:t>c</a:t>
            </a:r>
            <a:r>
              <a:rPr sz="1800" spc="-4" dirty="0" smtClean="0">
                <a:latin typeface="Arial"/>
                <a:cs typeface="Arial"/>
              </a:rPr>
              <a:t>a</a:t>
            </a:r>
            <a:r>
              <a:rPr sz="1800" spc="0" dirty="0" smtClean="0">
                <a:latin typeface="Arial"/>
                <a:cs typeface="Arial"/>
              </a:rPr>
              <a:t>r</a:t>
            </a:r>
            <a:r>
              <a:rPr sz="1800" spc="420" dirty="0" smtClean="0">
                <a:latin typeface="Arial"/>
                <a:cs typeface="Arial"/>
              </a:rPr>
              <a:t> </a:t>
            </a:r>
            <a:r>
              <a:rPr sz="1800" spc="0" dirty="0" smtClean="0">
                <a:latin typeface="Arial"/>
                <a:cs typeface="Arial"/>
              </a:rPr>
              <a:t>a</a:t>
            </a:r>
            <a:r>
              <a:rPr sz="1800" spc="405" dirty="0" smtClean="0">
                <a:latin typeface="Arial"/>
                <a:cs typeface="Arial"/>
              </a:rPr>
              <a:t> </a:t>
            </a:r>
            <a:r>
              <a:rPr sz="1800" spc="0" dirty="0" smtClean="0">
                <a:latin typeface="Arial"/>
                <a:cs typeface="Arial"/>
              </a:rPr>
              <a:t>v</a:t>
            </a:r>
            <a:r>
              <a:rPr sz="1800" spc="-4" dirty="0" smtClean="0">
                <a:latin typeface="Arial"/>
                <a:cs typeface="Arial"/>
              </a:rPr>
              <a:t>a</a:t>
            </a:r>
            <a:r>
              <a:rPr sz="1800" spc="0" dirty="0" smtClean="0">
                <a:latin typeface="Arial"/>
                <a:cs typeface="Arial"/>
              </a:rPr>
              <a:t>z</a:t>
            </a:r>
            <a:r>
              <a:rPr sz="1800" spc="4" dirty="0" smtClean="0">
                <a:latin typeface="Arial"/>
                <a:cs typeface="Arial"/>
              </a:rPr>
              <a:t>ã</a:t>
            </a:r>
            <a:r>
              <a:rPr sz="1800" spc="0" dirty="0" smtClean="0">
                <a:latin typeface="Arial"/>
                <a:cs typeface="Arial"/>
              </a:rPr>
              <a:t>o</a:t>
            </a:r>
            <a:r>
              <a:rPr sz="1800" spc="420" dirty="0" smtClean="0">
                <a:latin typeface="Arial"/>
                <a:cs typeface="Arial"/>
              </a:rPr>
              <a:t> </a:t>
            </a:r>
            <a:r>
              <a:rPr sz="1800" spc="-4" dirty="0" smtClean="0">
                <a:latin typeface="Arial"/>
                <a:cs typeface="Arial"/>
              </a:rPr>
              <a:t>e</a:t>
            </a:r>
            <a:r>
              <a:rPr sz="1800" spc="0" dirty="0" smtClean="0">
                <a:latin typeface="Arial"/>
                <a:cs typeface="Arial"/>
              </a:rPr>
              <a:t>m</a:t>
            </a:r>
            <a:endParaRPr sz="1800">
              <a:latin typeface="Arial"/>
              <a:cs typeface="Aria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1238384" y="4869030"/>
            <a:ext cx="198039" cy="2037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535"/>
              </a:lnSpc>
              <a:spcBef>
                <a:spcPts val="76"/>
              </a:spcBef>
            </a:pPr>
            <a:r>
              <a:rPr sz="1400" spc="202" dirty="0" smtClean="0">
                <a:solidFill>
                  <a:srgbClr val="65FF32"/>
                </a:solidFill>
                <a:latin typeface="Arial"/>
                <a:cs typeface="Arial"/>
              </a:rPr>
              <a:t>□</a:t>
            </a:r>
            <a:endParaRPr sz="1400">
              <a:latin typeface="Arial"/>
              <a:cs typeface="Aria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1581289" y="5047667"/>
            <a:ext cx="7974190" cy="69138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algn="just">
              <a:lnSpc>
                <a:spcPts val="2069"/>
              </a:lnSpc>
              <a:spcBef>
                <a:spcPts val="150"/>
              </a:spcBef>
            </a:pPr>
            <a:r>
              <a:rPr sz="1800" spc="0" dirty="0" smtClean="0">
                <a:latin typeface="Arial"/>
                <a:cs typeface="Arial"/>
              </a:rPr>
              <a:t>v</a:t>
            </a:r>
            <a:r>
              <a:rPr sz="1800" spc="-4" dirty="0" smtClean="0">
                <a:latin typeface="Arial"/>
                <a:cs typeface="Arial"/>
              </a:rPr>
              <a:t>olu</a:t>
            </a:r>
            <a:r>
              <a:rPr sz="1800" spc="0" dirty="0" smtClean="0">
                <a:latin typeface="Arial"/>
                <a:cs typeface="Arial"/>
              </a:rPr>
              <a:t>me</a:t>
            </a:r>
            <a:r>
              <a:rPr sz="1800" spc="9" dirty="0" smtClean="0">
                <a:latin typeface="Arial"/>
                <a:cs typeface="Arial"/>
              </a:rPr>
              <a:t> </a:t>
            </a:r>
            <a:r>
              <a:rPr sz="1800" spc="-4" dirty="0" smtClean="0">
                <a:latin typeface="Arial"/>
                <a:cs typeface="Arial"/>
              </a:rPr>
              <a:t>p</a:t>
            </a:r>
            <a:r>
              <a:rPr sz="1800" spc="4" dirty="0" smtClean="0">
                <a:latin typeface="Arial"/>
                <a:cs typeface="Arial"/>
              </a:rPr>
              <a:t>e</a:t>
            </a:r>
            <a:r>
              <a:rPr sz="1800" spc="-4" dirty="0" smtClean="0">
                <a:latin typeface="Arial"/>
                <a:cs typeface="Arial"/>
              </a:rPr>
              <a:t>l</a:t>
            </a:r>
            <a:r>
              <a:rPr sz="1800" spc="0" dirty="0" smtClean="0">
                <a:latin typeface="Arial"/>
                <a:cs typeface="Arial"/>
              </a:rPr>
              <a:t>a</a:t>
            </a:r>
            <a:r>
              <a:rPr sz="1800" spc="9" dirty="0" smtClean="0">
                <a:latin typeface="Arial"/>
                <a:cs typeface="Arial"/>
              </a:rPr>
              <a:t> </a:t>
            </a:r>
            <a:r>
              <a:rPr sz="1800" spc="0" dirty="0" smtClean="0">
                <a:latin typeface="Arial"/>
                <a:cs typeface="Arial"/>
              </a:rPr>
              <a:t>m</a:t>
            </a:r>
            <a:r>
              <a:rPr sz="1800" spc="-4" dirty="0" smtClean="0">
                <a:latin typeface="Arial"/>
                <a:cs typeface="Arial"/>
              </a:rPr>
              <a:t>a</a:t>
            </a:r>
            <a:r>
              <a:rPr sz="1800" spc="0" dirty="0" smtClean="0">
                <a:latin typeface="Arial"/>
                <a:cs typeface="Arial"/>
              </a:rPr>
              <a:t>ssa</a:t>
            </a:r>
            <a:r>
              <a:rPr sz="1800" spc="9" dirty="0" smtClean="0">
                <a:latin typeface="Arial"/>
                <a:cs typeface="Arial"/>
              </a:rPr>
              <a:t> </a:t>
            </a:r>
            <a:r>
              <a:rPr sz="1800" spc="-4" dirty="0" smtClean="0">
                <a:latin typeface="Arial"/>
                <a:cs typeface="Arial"/>
              </a:rPr>
              <a:t>e</a:t>
            </a:r>
            <a:r>
              <a:rPr sz="1800" spc="0" dirty="0" smtClean="0">
                <a:latin typeface="Arial"/>
                <a:cs typeface="Arial"/>
              </a:rPr>
              <a:t>s</a:t>
            </a:r>
            <a:r>
              <a:rPr sz="1800" spc="-4" dirty="0" smtClean="0">
                <a:latin typeface="Arial"/>
                <a:cs typeface="Arial"/>
              </a:rPr>
              <a:t>pe</a:t>
            </a:r>
            <a:r>
              <a:rPr sz="1800" spc="0" dirty="0" smtClean="0">
                <a:latin typeface="Arial"/>
                <a:cs typeface="Arial"/>
              </a:rPr>
              <a:t>c</a:t>
            </a:r>
            <a:r>
              <a:rPr sz="1800" spc="4" dirty="0" smtClean="0">
                <a:latin typeface="Arial"/>
                <a:cs typeface="Arial"/>
              </a:rPr>
              <a:t>íf</a:t>
            </a:r>
            <a:r>
              <a:rPr sz="1800" spc="-4" dirty="0" smtClean="0">
                <a:latin typeface="Arial"/>
                <a:cs typeface="Arial"/>
              </a:rPr>
              <a:t>i</a:t>
            </a:r>
            <a:r>
              <a:rPr sz="1800" spc="9" dirty="0" smtClean="0">
                <a:latin typeface="Arial"/>
                <a:cs typeface="Arial"/>
              </a:rPr>
              <a:t>c</a:t>
            </a:r>
            <a:r>
              <a:rPr sz="1800" spc="0" dirty="0" smtClean="0">
                <a:latin typeface="Arial"/>
                <a:cs typeface="Arial"/>
              </a:rPr>
              <a:t>a </a:t>
            </a:r>
            <a:r>
              <a:rPr sz="1800" spc="-4" dirty="0" smtClean="0">
                <a:latin typeface="Arial"/>
                <a:cs typeface="Arial"/>
              </a:rPr>
              <a:t>d</a:t>
            </a:r>
            <a:r>
              <a:rPr sz="1800" spc="0" dirty="0" smtClean="0">
                <a:latin typeface="Arial"/>
                <a:cs typeface="Arial"/>
              </a:rPr>
              <a:t>o</a:t>
            </a:r>
            <a:r>
              <a:rPr sz="1800" spc="9" dirty="0" smtClean="0">
                <a:latin typeface="Arial"/>
                <a:cs typeface="Arial"/>
              </a:rPr>
              <a:t> </a:t>
            </a:r>
            <a:r>
              <a:rPr sz="1800" spc="4" dirty="0" smtClean="0">
                <a:latin typeface="Arial"/>
                <a:cs typeface="Arial"/>
              </a:rPr>
              <a:t>f</a:t>
            </a:r>
            <a:r>
              <a:rPr sz="1800" spc="-4" dirty="0" smtClean="0">
                <a:latin typeface="Arial"/>
                <a:cs typeface="Arial"/>
              </a:rPr>
              <a:t>luid</a:t>
            </a:r>
            <a:r>
              <a:rPr sz="1800" spc="0" dirty="0" smtClean="0">
                <a:latin typeface="Arial"/>
                <a:cs typeface="Arial"/>
              </a:rPr>
              <a:t>o</a:t>
            </a:r>
            <a:r>
              <a:rPr sz="1800" spc="4" dirty="0" smtClean="0">
                <a:latin typeface="Arial"/>
                <a:cs typeface="Arial"/>
              </a:rPr>
              <a:t> </a:t>
            </a:r>
            <a:r>
              <a:rPr sz="1800" spc="-4" dirty="0" smtClean="0">
                <a:latin typeface="Arial"/>
                <a:cs typeface="Arial"/>
              </a:rPr>
              <a:t>e</a:t>
            </a:r>
            <a:r>
              <a:rPr sz="1800" spc="0" dirty="0" smtClean="0">
                <a:latin typeface="Arial"/>
                <a:cs typeface="Arial"/>
              </a:rPr>
              <a:t>m</a:t>
            </a:r>
            <a:r>
              <a:rPr sz="1800" spc="14" dirty="0" smtClean="0">
                <a:latin typeface="Arial"/>
                <a:cs typeface="Arial"/>
              </a:rPr>
              <a:t> </a:t>
            </a:r>
            <a:r>
              <a:rPr sz="1800" spc="-4" dirty="0" smtClean="0">
                <a:latin typeface="Arial"/>
                <a:cs typeface="Arial"/>
              </a:rPr>
              <a:t>e</a:t>
            </a:r>
            <a:r>
              <a:rPr sz="1800" spc="0" dirty="0" smtClean="0">
                <a:latin typeface="Arial"/>
                <a:cs typeface="Arial"/>
              </a:rPr>
              <a:t>s</a:t>
            </a:r>
            <a:r>
              <a:rPr sz="1800" spc="4" dirty="0" smtClean="0">
                <a:latin typeface="Arial"/>
                <a:cs typeface="Arial"/>
              </a:rPr>
              <a:t>t</a:t>
            </a:r>
            <a:r>
              <a:rPr sz="1800" spc="-4" dirty="0" smtClean="0">
                <a:latin typeface="Arial"/>
                <a:cs typeface="Arial"/>
              </a:rPr>
              <a:t>udo</a:t>
            </a:r>
            <a:r>
              <a:rPr sz="1800" spc="0" dirty="0" smtClean="0">
                <a:latin typeface="Arial"/>
                <a:cs typeface="Arial"/>
              </a:rPr>
              <a:t>,</a:t>
            </a:r>
            <a:r>
              <a:rPr sz="1800" spc="10" dirty="0" smtClean="0">
                <a:latin typeface="Arial"/>
                <a:cs typeface="Arial"/>
              </a:rPr>
              <a:t> </a:t>
            </a:r>
            <a:r>
              <a:rPr sz="1800" spc="0" dirty="0" smtClean="0">
                <a:latin typeface="Arial"/>
                <a:cs typeface="Arial"/>
              </a:rPr>
              <a:t>o</a:t>
            </a:r>
            <a:r>
              <a:rPr sz="1800" spc="14" dirty="0" smtClean="0">
                <a:latin typeface="Arial"/>
                <a:cs typeface="Arial"/>
              </a:rPr>
              <a:t> </a:t>
            </a:r>
            <a:r>
              <a:rPr sz="1800" spc="-4" dirty="0" smtClean="0">
                <a:latin typeface="Arial"/>
                <a:cs typeface="Arial"/>
              </a:rPr>
              <a:t>qu</a:t>
            </a:r>
            <a:r>
              <a:rPr sz="1800" spc="0" dirty="0" smtClean="0">
                <a:latin typeface="Arial"/>
                <a:cs typeface="Arial"/>
              </a:rPr>
              <a:t>e</a:t>
            </a:r>
            <a:r>
              <a:rPr sz="1800" spc="9" dirty="0" smtClean="0">
                <a:latin typeface="Arial"/>
                <a:cs typeface="Arial"/>
              </a:rPr>
              <a:t> </a:t>
            </a:r>
            <a:r>
              <a:rPr sz="1800" spc="4" dirty="0" smtClean="0">
                <a:latin typeface="Arial"/>
                <a:cs typeface="Arial"/>
              </a:rPr>
              <a:t>t</a:t>
            </a:r>
            <a:r>
              <a:rPr sz="1800" spc="-4" dirty="0" smtClean="0">
                <a:latin typeface="Arial"/>
                <a:cs typeface="Arial"/>
              </a:rPr>
              <a:t>a</a:t>
            </a:r>
            <a:r>
              <a:rPr sz="1800" spc="0" dirty="0" smtClean="0">
                <a:latin typeface="Arial"/>
                <a:cs typeface="Arial"/>
              </a:rPr>
              <a:t>m</a:t>
            </a:r>
            <a:r>
              <a:rPr sz="1800" spc="-4" dirty="0" smtClean="0">
                <a:latin typeface="Arial"/>
                <a:cs typeface="Arial"/>
              </a:rPr>
              <a:t>bé</a:t>
            </a:r>
            <a:r>
              <a:rPr sz="1800" spc="0" dirty="0" smtClean="0">
                <a:latin typeface="Arial"/>
                <a:cs typeface="Arial"/>
              </a:rPr>
              <a:t>m</a:t>
            </a:r>
            <a:r>
              <a:rPr sz="1800" spc="25" dirty="0" smtClean="0">
                <a:latin typeface="Arial"/>
                <a:cs typeface="Arial"/>
              </a:rPr>
              <a:t> </a:t>
            </a:r>
            <a:r>
              <a:rPr sz="1800" spc="-4" dirty="0" smtClean="0">
                <a:latin typeface="Arial"/>
                <a:cs typeface="Arial"/>
              </a:rPr>
              <a:t>pod</a:t>
            </a:r>
            <a:r>
              <a:rPr sz="1800" spc="0" dirty="0" smtClean="0">
                <a:latin typeface="Arial"/>
                <a:cs typeface="Arial"/>
              </a:rPr>
              <a:t>e</a:t>
            </a:r>
            <a:r>
              <a:rPr sz="1800" spc="25" dirty="0" smtClean="0">
                <a:latin typeface="Arial"/>
                <a:cs typeface="Arial"/>
              </a:rPr>
              <a:t> </a:t>
            </a:r>
            <a:r>
              <a:rPr sz="1800" spc="0" dirty="0" smtClean="0">
                <a:latin typeface="Arial"/>
                <a:cs typeface="Arial"/>
              </a:rPr>
              <a:t>s</a:t>
            </a:r>
            <a:r>
              <a:rPr sz="1800" spc="-4" dirty="0" smtClean="0">
                <a:latin typeface="Arial"/>
                <a:cs typeface="Arial"/>
              </a:rPr>
              <a:t>e</a:t>
            </a:r>
            <a:r>
              <a:rPr sz="1800" spc="0" dirty="0" smtClean="0">
                <a:latin typeface="Arial"/>
                <a:cs typeface="Arial"/>
              </a:rPr>
              <a:t>r </a:t>
            </a:r>
            <a:endParaRPr sz="1800">
              <a:latin typeface="Arial"/>
              <a:cs typeface="Arial"/>
            </a:endParaRPr>
          </a:p>
          <a:p>
            <a:pPr marL="12700" algn="just">
              <a:lnSpc>
                <a:spcPts val="1722"/>
              </a:lnSpc>
            </a:pPr>
            <a:r>
              <a:rPr sz="1800" spc="-4" dirty="0" smtClean="0">
                <a:latin typeface="Arial"/>
                <a:cs typeface="Arial"/>
              </a:rPr>
              <a:t>e</a:t>
            </a:r>
            <a:r>
              <a:rPr sz="1800" spc="0" dirty="0" smtClean="0">
                <a:latin typeface="Arial"/>
                <a:cs typeface="Arial"/>
              </a:rPr>
              <a:t>x</a:t>
            </a:r>
            <a:r>
              <a:rPr sz="1800" spc="-4" dirty="0" smtClean="0">
                <a:latin typeface="Arial"/>
                <a:cs typeface="Arial"/>
              </a:rPr>
              <a:t>p</a:t>
            </a:r>
            <a:r>
              <a:rPr sz="1800" spc="0" dirty="0" smtClean="0">
                <a:latin typeface="Arial"/>
                <a:cs typeface="Arial"/>
              </a:rPr>
              <a:t>r</a:t>
            </a:r>
            <a:r>
              <a:rPr sz="1800" spc="-4" dirty="0" smtClean="0">
                <a:latin typeface="Arial"/>
                <a:cs typeface="Arial"/>
              </a:rPr>
              <a:t>e</a:t>
            </a:r>
            <a:r>
              <a:rPr sz="1800" spc="0" dirty="0" smtClean="0">
                <a:latin typeface="Arial"/>
                <a:cs typeface="Arial"/>
              </a:rPr>
              <a:t>sso </a:t>
            </a:r>
            <a:r>
              <a:rPr sz="1800" spc="-4" dirty="0" smtClean="0">
                <a:latin typeface="Arial"/>
                <a:cs typeface="Arial"/>
              </a:rPr>
              <a:t>e</a:t>
            </a:r>
            <a:r>
              <a:rPr sz="1800" spc="0" dirty="0" smtClean="0">
                <a:latin typeface="Arial"/>
                <a:cs typeface="Arial"/>
              </a:rPr>
              <a:t>m</a:t>
            </a:r>
            <a:r>
              <a:rPr sz="1800" spc="4" dirty="0" smtClean="0">
                <a:latin typeface="Arial"/>
                <a:cs typeface="Arial"/>
              </a:rPr>
              <a:t> f</a:t>
            </a:r>
            <a:r>
              <a:rPr sz="1800" spc="-4" dirty="0" smtClean="0">
                <a:latin typeface="Arial"/>
                <a:cs typeface="Arial"/>
              </a:rPr>
              <a:t>un</a:t>
            </a:r>
            <a:r>
              <a:rPr sz="1800" spc="0" dirty="0" smtClean="0">
                <a:latin typeface="Arial"/>
                <a:cs typeface="Arial"/>
              </a:rPr>
              <a:t>ç</a:t>
            </a:r>
            <a:r>
              <a:rPr sz="1800" spc="-4" dirty="0" smtClean="0">
                <a:latin typeface="Arial"/>
                <a:cs typeface="Arial"/>
              </a:rPr>
              <a:t>ã</a:t>
            </a:r>
            <a:r>
              <a:rPr sz="1800" spc="0" dirty="0" smtClean="0">
                <a:latin typeface="Arial"/>
                <a:cs typeface="Arial"/>
              </a:rPr>
              <a:t>o</a:t>
            </a:r>
            <a:r>
              <a:rPr sz="1800" spc="9" dirty="0" smtClean="0">
                <a:latin typeface="Arial"/>
                <a:cs typeface="Arial"/>
              </a:rPr>
              <a:t> </a:t>
            </a:r>
            <a:r>
              <a:rPr sz="1800" spc="4" dirty="0" smtClean="0">
                <a:latin typeface="Arial"/>
                <a:cs typeface="Arial"/>
              </a:rPr>
              <a:t>d</a:t>
            </a:r>
            <a:r>
              <a:rPr sz="1800" spc="0" dirty="0" smtClean="0">
                <a:latin typeface="Arial"/>
                <a:cs typeface="Arial"/>
              </a:rPr>
              <a:t>a</a:t>
            </a:r>
            <a:r>
              <a:rPr sz="1800" spc="14" dirty="0" smtClean="0">
                <a:latin typeface="Arial"/>
                <a:cs typeface="Arial"/>
              </a:rPr>
              <a:t> </a:t>
            </a:r>
            <a:r>
              <a:rPr sz="1800" spc="0" dirty="0" smtClean="0">
                <a:latin typeface="Arial"/>
                <a:cs typeface="Arial"/>
              </a:rPr>
              <a:t>v</a:t>
            </a:r>
            <a:r>
              <a:rPr sz="1800" spc="-4" dirty="0" smtClean="0">
                <a:latin typeface="Arial"/>
                <a:cs typeface="Arial"/>
              </a:rPr>
              <a:t>el</a:t>
            </a:r>
            <a:r>
              <a:rPr sz="1800" spc="4" dirty="0" smtClean="0">
                <a:latin typeface="Arial"/>
                <a:cs typeface="Arial"/>
              </a:rPr>
              <a:t>o</a:t>
            </a:r>
            <a:r>
              <a:rPr sz="1800" spc="0" dirty="0" smtClean="0">
                <a:latin typeface="Arial"/>
                <a:cs typeface="Arial"/>
              </a:rPr>
              <a:t>c</a:t>
            </a:r>
            <a:r>
              <a:rPr sz="1800" spc="-4" dirty="0" smtClean="0">
                <a:latin typeface="Arial"/>
                <a:cs typeface="Arial"/>
              </a:rPr>
              <a:t>ida</a:t>
            </a:r>
            <a:r>
              <a:rPr sz="1800" spc="4" dirty="0" smtClean="0">
                <a:latin typeface="Arial"/>
                <a:cs typeface="Arial"/>
              </a:rPr>
              <a:t>d</a:t>
            </a:r>
            <a:r>
              <a:rPr sz="1800" spc="0" dirty="0" smtClean="0">
                <a:latin typeface="Arial"/>
                <a:cs typeface="Arial"/>
              </a:rPr>
              <a:t>e</a:t>
            </a:r>
            <a:r>
              <a:rPr sz="1800" spc="14" dirty="0" smtClean="0">
                <a:latin typeface="Arial"/>
                <a:cs typeface="Arial"/>
              </a:rPr>
              <a:t> </a:t>
            </a:r>
            <a:r>
              <a:rPr sz="1800" spc="-4" dirty="0" smtClean="0">
                <a:latin typeface="Arial"/>
                <a:cs typeface="Arial"/>
              </a:rPr>
              <a:t>d</a:t>
            </a:r>
            <a:r>
              <a:rPr sz="1800" spc="0" dirty="0" smtClean="0">
                <a:latin typeface="Arial"/>
                <a:cs typeface="Arial"/>
              </a:rPr>
              <a:t>o</a:t>
            </a:r>
            <a:r>
              <a:rPr sz="1800" spc="14" dirty="0" smtClean="0">
                <a:latin typeface="Arial"/>
                <a:cs typeface="Arial"/>
              </a:rPr>
              <a:t> </a:t>
            </a:r>
            <a:r>
              <a:rPr sz="1800" spc="-4" dirty="0" smtClean="0">
                <a:latin typeface="Arial"/>
                <a:cs typeface="Arial"/>
              </a:rPr>
              <a:t>e</a:t>
            </a:r>
            <a:r>
              <a:rPr sz="1800" spc="0" dirty="0" smtClean="0">
                <a:latin typeface="Arial"/>
                <a:cs typeface="Arial"/>
              </a:rPr>
              <a:t>s</a:t>
            </a:r>
            <a:r>
              <a:rPr sz="1800" spc="9" dirty="0" smtClean="0">
                <a:latin typeface="Arial"/>
                <a:cs typeface="Arial"/>
              </a:rPr>
              <a:t>c</a:t>
            </a:r>
            <a:r>
              <a:rPr sz="1800" spc="-4" dirty="0" smtClean="0">
                <a:latin typeface="Arial"/>
                <a:cs typeface="Arial"/>
              </a:rPr>
              <a:t>oa</a:t>
            </a:r>
            <a:r>
              <a:rPr sz="1800" spc="0" dirty="0" smtClean="0">
                <a:latin typeface="Arial"/>
                <a:cs typeface="Arial"/>
              </a:rPr>
              <a:t>m</a:t>
            </a:r>
            <a:r>
              <a:rPr sz="1800" spc="-4" dirty="0" smtClean="0">
                <a:latin typeface="Arial"/>
                <a:cs typeface="Arial"/>
              </a:rPr>
              <a:t>en</a:t>
            </a:r>
            <a:r>
              <a:rPr sz="1800" spc="4" dirty="0" smtClean="0">
                <a:latin typeface="Arial"/>
                <a:cs typeface="Arial"/>
              </a:rPr>
              <a:t>t</a:t>
            </a:r>
            <a:r>
              <a:rPr sz="1800" spc="0" dirty="0" smtClean="0">
                <a:latin typeface="Arial"/>
                <a:cs typeface="Arial"/>
              </a:rPr>
              <a:t>o</a:t>
            </a:r>
            <a:r>
              <a:rPr sz="1800" spc="9" dirty="0" smtClean="0">
                <a:latin typeface="Arial"/>
                <a:cs typeface="Arial"/>
              </a:rPr>
              <a:t> </a:t>
            </a:r>
            <a:r>
              <a:rPr sz="1800" spc="0" dirty="0" smtClean="0">
                <a:latin typeface="Arial"/>
                <a:cs typeface="Arial"/>
              </a:rPr>
              <a:t>e</a:t>
            </a:r>
            <a:r>
              <a:rPr sz="1800" spc="14" dirty="0" smtClean="0">
                <a:latin typeface="Arial"/>
                <a:cs typeface="Arial"/>
              </a:rPr>
              <a:t> </a:t>
            </a:r>
            <a:r>
              <a:rPr sz="1800" spc="-4" dirty="0" smtClean="0">
                <a:latin typeface="Arial"/>
                <a:cs typeface="Arial"/>
              </a:rPr>
              <a:t>d</a:t>
            </a:r>
            <a:r>
              <a:rPr sz="1800" spc="0" dirty="0" smtClean="0">
                <a:latin typeface="Arial"/>
                <a:cs typeface="Arial"/>
              </a:rPr>
              <a:t>a</a:t>
            </a:r>
            <a:r>
              <a:rPr sz="1800" spc="29" dirty="0" smtClean="0">
                <a:latin typeface="Arial"/>
                <a:cs typeface="Arial"/>
              </a:rPr>
              <a:t> </a:t>
            </a:r>
            <a:r>
              <a:rPr sz="1800" spc="-4" dirty="0" smtClean="0">
                <a:latin typeface="Arial"/>
                <a:cs typeface="Arial"/>
              </a:rPr>
              <a:t>á</a:t>
            </a:r>
            <a:r>
              <a:rPr sz="1800" spc="0" dirty="0" smtClean="0">
                <a:latin typeface="Arial"/>
                <a:cs typeface="Arial"/>
              </a:rPr>
              <a:t>r</a:t>
            </a:r>
            <a:r>
              <a:rPr sz="1800" spc="-4" dirty="0" smtClean="0">
                <a:latin typeface="Arial"/>
                <a:cs typeface="Arial"/>
              </a:rPr>
              <a:t>e</a:t>
            </a:r>
            <a:r>
              <a:rPr sz="1800" spc="0" dirty="0" smtClean="0">
                <a:latin typeface="Arial"/>
                <a:cs typeface="Arial"/>
              </a:rPr>
              <a:t>a</a:t>
            </a:r>
            <a:r>
              <a:rPr sz="1800" spc="14" dirty="0" smtClean="0">
                <a:latin typeface="Arial"/>
                <a:cs typeface="Arial"/>
              </a:rPr>
              <a:t> </a:t>
            </a:r>
            <a:r>
              <a:rPr sz="1800" spc="-4" dirty="0" smtClean="0">
                <a:latin typeface="Arial"/>
                <a:cs typeface="Arial"/>
              </a:rPr>
              <a:t>d</a:t>
            </a:r>
            <a:r>
              <a:rPr sz="1800" spc="0" dirty="0" smtClean="0">
                <a:latin typeface="Arial"/>
                <a:cs typeface="Arial"/>
              </a:rPr>
              <a:t>a</a:t>
            </a:r>
            <a:r>
              <a:rPr sz="1800" spc="14" dirty="0" smtClean="0">
                <a:latin typeface="Arial"/>
                <a:cs typeface="Arial"/>
              </a:rPr>
              <a:t> </a:t>
            </a:r>
            <a:r>
              <a:rPr sz="1800" spc="0" dirty="0" smtClean="0">
                <a:latin typeface="Arial"/>
                <a:cs typeface="Arial"/>
              </a:rPr>
              <a:t>s</a:t>
            </a:r>
            <a:r>
              <a:rPr sz="1800" spc="-4" dirty="0" smtClean="0">
                <a:latin typeface="Arial"/>
                <a:cs typeface="Arial"/>
              </a:rPr>
              <a:t>e</a:t>
            </a:r>
            <a:r>
              <a:rPr sz="1800" spc="0" dirty="0" smtClean="0">
                <a:latin typeface="Arial"/>
                <a:cs typeface="Arial"/>
              </a:rPr>
              <a:t>ç</a:t>
            </a:r>
            <a:r>
              <a:rPr sz="1800" spc="4" dirty="0" smtClean="0">
                <a:latin typeface="Arial"/>
                <a:cs typeface="Arial"/>
              </a:rPr>
              <a:t>ã</a:t>
            </a:r>
            <a:r>
              <a:rPr sz="1800" spc="0" dirty="0" smtClean="0">
                <a:latin typeface="Arial"/>
                <a:cs typeface="Arial"/>
              </a:rPr>
              <a:t>o</a:t>
            </a:r>
            <a:r>
              <a:rPr sz="1800" spc="14" dirty="0" smtClean="0">
                <a:latin typeface="Arial"/>
                <a:cs typeface="Arial"/>
              </a:rPr>
              <a:t> </a:t>
            </a:r>
            <a:r>
              <a:rPr sz="1800" spc="4" dirty="0" smtClean="0">
                <a:latin typeface="Arial"/>
                <a:cs typeface="Arial"/>
              </a:rPr>
              <a:t>d</a:t>
            </a:r>
            <a:r>
              <a:rPr sz="1800" spc="0" dirty="0" smtClean="0">
                <a:latin typeface="Arial"/>
                <a:cs typeface="Arial"/>
              </a:rPr>
              <a:t>o </a:t>
            </a:r>
            <a:endParaRPr sz="1800">
              <a:latin typeface="Arial"/>
              <a:cs typeface="Arial"/>
            </a:endParaRPr>
          </a:p>
          <a:p>
            <a:pPr marL="12700" algn="just">
              <a:lnSpc>
                <a:spcPts val="1722"/>
              </a:lnSpc>
            </a:pPr>
            <a:r>
              <a:rPr sz="1800" spc="0" dirty="0" smtClean="0">
                <a:latin typeface="Arial"/>
                <a:cs typeface="Arial"/>
              </a:rPr>
              <a:t>s</a:t>
            </a:r>
            <a:r>
              <a:rPr sz="1800" spc="-4" dirty="0" smtClean="0">
                <a:latin typeface="Arial"/>
                <a:cs typeface="Arial"/>
              </a:rPr>
              <a:t>egu</a:t>
            </a:r>
            <a:r>
              <a:rPr sz="1800" spc="9" dirty="0" smtClean="0">
                <a:latin typeface="Arial"/>
                <a:cs typeface="Arial"/>
              </a:rPr>
              <a:t>i</a:t>
            </a:r>
            <a:r>
              <a:rPr sz="1800" spc="-4" dirty="0" smtClean="0">
                <a:latin typeface="Arial"/>
                <a:cs typeface="Arial"/>
              </a:rPr>
              <a:t>n</a:t>
            </a:r>
            <a:r>
              <a:rPr sz="1800" spc="4" dirty="0" smtClean="0">
                <a:latin typeface="Arial"/>
                <a:cs typeface="Arial"/>
              </a:rPr>
              <a:t>t</a:t>
            </a:r>
            <a:r>
              <a:rPr sz="1800" spc="0" dirty="0" smtClean="0">
                <a:latin typeface="Arial"/>
                <a:cs typeface="Arial"/>
              </a:rPr>
              <a:t>e</a:t>
            </a:r>
            <a:r>
              <a:rPr sz="1800" spc="-4" dirty="0" smtClean="0">
                <a:latin typeface="Arial"/>
                <a:cs typeface="Arial"/>
              </a:rPr>
              <a:t> </a:t>
            </a:r>
            <a:r>
              <a:rPr sz="1800" spc="0" dirty="0" smtClean="0">
                <a:latin typeface="Arial"/>
                <a:cs typeface="Arial"/>
              </a:rPr>
              <a:t>m</a:t>
            </a:r>
            <a:r>
              <a:rPr sz="1800" spc="-4" dirty="0" smtClean="0">
                <a:latin typeface="Arial"/>
                <a:cs typeface="Arial"/>
              </a:rPr>
              <a:t>od</a:t>
            </a:r>
            <a:r>
              <a:rPr sz="1800" spc="4" dirty="0" smtClean="0">
                <a:latin typeface="Arial"/>
                <a:cs typeface="Arial"/>
              </a:rPr>
              <a:t>o</a:t>
            </a:r>
            <a:r>
              <a:rPr sz="1800" spc="0" dirty="0" smtClean="0">
                <a:latin typeface="Arial"/>
                <a:cs typeface="Arial"/>
              </a:rPr>
              <a:t>:</a:t>
            </a:r>
            <a:endParaRPr sz="1800">
              <a:latin typeface="Arial"/>
              <a:cs typeface="Arial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1581174" y="5759375"/>
            <a:ext cx="7362791" cy="2539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939"/>
              </a:lnSpc>
              <a:spcBef>
                <a:spcPts val="97"/>
              </a:spcBef>
            </a:pPr>
            <a:r>
              <a:rPr sz="1800" spc="0" dirty="0" smtClean="0">
                <a:latin typeface="Arial"/>
                <a:cs typeface="Arial"/>
              </a:rPr>
              <a:t>As </a:t>
            </a:r>
            <a:r>
              <a:rPr sz="1800" spc="-4" dirty="0" smtClean="0">
                <a:latin typeface="Arial"/>
                <a:cs typeface="Arial"/>
              </a:rPr>
              <a:t>unid</a:t>
            </a:r>
            <a:r>
              <a:rPr sz="1800" spc="4" dirty="0" smtClean="0">
                <a:latin typeface="Arial"/>
                <a:cs typeface="Arial"/>
              </a:rPr>
              <a:t>a</a:t>
            </a:r>
            <a:r>
              <a:rPr sz="1800" spc="-4" dirty="0" smtClean="0">
                <a:latin typeface="Arial"/>
                <a:cs typeface="Arial"/>
              </a:rPr>
              <a:t>de</a:t>
            </a:r>
            <a:r>
              <a:rPr sz="1800" spc="0" dirty="0" smtClean="0">
                <a:latin typeface="Arial"/>
                <a:cs typeface="Arial"/>
              </a:rPr>
              <a:t>s </a:t>
            </a:r>
            <a:r>
              <a:rPr sz="1800" spc="4" dirty="0" smtClean="0">
                <a:latin typeface="Arial"/>
                <a:cs typeface="Arial"/>
              </a:rPr>
              <a:t>u</a:t>
            </a:r>
            <a:r>
              <a:rPr sz="1800" spc="0" dirty="0" smtClean="0">
                <a:latin typeface="Arial"/>
                <a:cs typeface="Arial"/>
              </a:rPr>
              <a:t>s</a:t>
            </a:r>
            <a:r>
              <a:rPr sz="1800" spc="-4" dirty="0" smtClean="0">
                <a:latin typeface="Arial"/>
                <a:cs typeface="Arial"/>
              </a:rPr>
              <a:t>uai</a:t>
            </a:r>
            <a:r>
              <a:rPr sz="1800" spc="0" dirty="0" smtClean="0">
                <a:latin typeface="Arial"/>
                <a:cs typeface="Arial"/>
              </a:rPr>
              <a:t>s </a:t>
            </a:r>
            <a:r>
              <a:rPr sz="1800" spc="-4" dirty="0" smtClean="0">
                <a:latin typeface="Arial"/>
                <a:cs typeface="Arial"/>
              </a:rPr>
              <a:t>pa</a:t>
            </a:r>
            <a:r>
              <a:rPr sz="1800" spc="9" dirty="0" smtClean="0">
                <a:latin typeface="Arial"/>
                <a:cs typeface="Arial"/>
              </a:rPr>
              <a:t>r</a:t>
            </a:r>
            <a:r>
              <a:rPr sz="1800" spc="0" dirty="0" smtClean="0">
                <a:latin typeface="Arial"/>
                <a:cs typeface="Arial"/>
              </a:rPr>
              <a:t>a a v</a:t>
            </a:r>
            <a:r>
              <a:rPr sz="1800" spc="4" dirty="0" smtClean="0">
                <a:latin typeface="Arial"/>
                <a:cs typeface="Arial"/>
              </a:rPr>
              <a:t>a</a:t>
            </a:r>
            <a:r>
              <a:rPr sz="1800" spc="0" dirty="0" smtClean="0">
                <a:latin typeface="Arial"/>
                <a:cs typeface="Arial"/>
              </a:rPr>
              <a:t>z</a:t>
            </a:r>
            <a:r>
              <a:rPr sz="1800" spc="-4" dirty="0" smtClean="0">
                <a:latin typeface="Arial"/>
                <a:cs typeface="Arial"/>
              </a:rPr>
              <a:t>ã</a:t>
            </a:r>
            <a:r>
              <a:rPr sz="1800" spc="0" dirty="0" smtClean="0">
                <a:latin typeface="Arial"/>
                <a:cs typeface="Arial"/>
              </a:rPr>
              <a:t>o </a:t>
            </a:r>
            <a:r>
              <a:rPr sz="1800" spc="-4" dirty="0" smtClean="0">
                <a:latin typeface="Arial"/>
                <a:cs typeface="Arial"/>
              </a:rPr>
              <a:t>e</a:t>
            </a:r>
            <a:r>
              <a:rPr sz="1800" spc="0" dirty="0" smtClean="0">
                <a:latin typeface="Arial"/>
                <a:cs typeface="Arial"/>
              </a:rPr>
              <a:t>m m</a:t>
            </a:r>
            <a:r>
              <a:rPr sz="1800" spc="-4" dirty="0" smtClean="0">
                <a:latin typeface="Arial"/>
                <a:cs typeface="Arial"/>
              </a:rPr>
              <a:t>a</a:t>
            </a:r>
            <a:r>
              <a:rPr sz="1800" spc="0" dirty="0" smtClean="0">
                <a:latin typeface="Arial"/>
                <a:cs typeface="Arial"/>
              </a:rPr>
              <a:t>ssa</a:t>
            </a:r>
            <a:r>
              <a:rPr sz="1800" spc="9" dirty="0" smtClean="0">
                <a:latin typeface="Arial"/>
                <a:cs typeface="Arial"/>
              </a:rPr>
              <a:t> </a:t>
            </a:r>
            <a:r>
              <a:rPr sz="1800" spc="0" dirty="0" smtClean="0">
                <a:latin typeface="Arial"/>
                <a:cs typeface="Arial"/>
              </a:rPr>
              <a:t>s</a:t>
            </a:r>
            <a:r>
              <a:rPr sz="1800" spc="-4" dirty="0" smtClean="0">
                <a:latin typeface="Arial"/>
                <a:cs typeface="Arial"/>
              </a:rPr>
              <a:t>ã</a:t>
            </a:r>
            <a:r>
              <a:rPr sz="1800" spc="0" dirty="0" smtClean="0">
                <a:latin typeface="Arial"/>
                <a:cs typeface="Arial"/>
              </a:rPr>
              <a:t>o o k</a:t>
            </a:r>
            <a:r>
              <a:rPr sz="1800" spc="-4" dirty="0" smtClean="0">
                <a:latin typeface="Arial"/>
                <a:cs typeface="Arial"/>
              </a:rPr>
              <a:t>g</a:t>
            </a:r>
            <a:r>
              <a:rPr sz="1800" spc="4" dirty="0" smtClean="0">
                <a:latin typeface="Arial"/>
                <a:cs typeface="Arial"/>
              </a:rPr>
              <a:t>/</a:t>
            </a:r>
            <a:r>
              <a:rPr sz="1800" spc="0" dirty="0" smtClean="0">
                <a:latin typeface="Arial"/>
                <a:cs typeface="Arial"/>
              </a:rPr>
              <a:t>s </a:t>
            </a:r>
            <a:r>
              <a:rPr sz="1800" spc="-4" dirty="0" smtClean="0">
                <a:latin typeface="Arial"/>
                <a:cs typeface="Arial"/>
              </a:rPr>
              <a:t>o</a:t>
            </a:r>
            <a:r>
              <a:rPr sz="1800" spc="0" dirty="0" smtClean="0">
                <a:latin typeface="Arial"/>
                <a:cs typeface="Arial"/>
              </a:rPr>
              <a:t>u </a:t>
            </a:r>
            <a:r>
              <a:rPr sz="1800" spc="4" dirty="0" smtClean="0">
                <a:latin typeface="Arial"/>
                <a:cs typeface="Arial"/>
              </a:rPr>
              <a:t>e</a:t>
            </a:r>
            <a:r>
              <a:rPr sz="1800" spc="-4" dirty="0" smtClean="0">
                <a:latin typeface="Arial"/>
                <a:cs typeface="Arial"/>
              </a:rPr>
              <a:t>n</a:t>
            </a:r>
            <a:r>
              <a:rPr sz="1800" spc="4" dirty="0" smtClean="0">
                <a:latin typeface="Arial"/>
                <a:cs typeface="Arial"/>
              </a:rPr>
              <a:t>t</a:t>
            </a:r>
            <a:r>
              <a:rPr sz="1800" spc="-4" dirty="0" smtClean="0">
                <a:latin typeface="Arial"/>
                <a:cs typeface="Arial"/>
              </a:rPr>
              <a:t>ã</a:t>
            </a:r>
            <a:r>
              <a:rPr sz="1800" spc="0" dirty="0" smtClean="0">
                <a:latin typeface="Arial"/>
                <a:cs typeface="Arial"/>
              </a:rPr>
              <a:t>o</a:t>
            </a:r>
            <a:r>
              <a:rPr sz="1800" spc="-4" dirty="0" smtClean="0">
                <a:latin typeface="Arial"/>
                <a:cs typeface="Arial"/>
              </a:rPr>
              <a:t> </a:t>
            </a:r>
            <a:r>
              <a:rPr sz="1800" spc="0" dirty="0" smtClean="0">
                <a:latin typeface="Arial"/>
                <a:cs typeface="Arial"/>
              </a:rPr>
              <a:t>o k</a:t>
            </a:r>
            <a:r>
              <a:rPr sz="1800" spc="-4" dirty="0" smtClean="0">
                <a:latin typeface="Arial"/>
                <a:cs typeface="Arial"/>
              </a:rPr>
              <a:t>g</a:t>
            </a:r>
            <a:r>
              <a:rPr sz="1800" spc="4" dirty="0" smtClean="0">
                <a:latin typeface="Arial"/>
                <a:cs typeface="Arial"/>
              </a:rPr>
              <a:t>/</a:t>
            </a:r>
            <a:r>
              <a:rPr sz="1800" spc="-4" dirty="0" smtClean="0">
                <a:latin typeface="Arial"/>
                <a:cs typeface="Arial"/>
              </a:rPr>
              <a:t>h</a:t>
            </a:r>
            <a:r>
              <a:rPr sz="1800" spc="0" dirty="0" smtClean="0">
                <a:latin typeface="Arial"/>
                <a:cs typeface="Arial"/>
              </a:rPr>
              <a:t>.</a:t>
            </a:r>
            <a:endParaRPr sz="1800">
              <a:latin typeface="Arial"/>
              <a:cs typeface="Arial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1238384" y="5800194"/>
            <a:ext cx="198039" cy="2037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535"/>
              </a:lnSpc>
              <a:spcBef>
                <a:spcPts val="76"/>
              </a:spcBef>
            </a:pPr>
            <a:r>
              <a:rPr sz="1400" spc="202" dirty="0" smtClean="0">
                <a:solidFill>
                  <a:srgbClr val="65FF32"/>
                </a:solidFill>
                <a:latin typeface="Arial"/>
                <a:cs typeface="Arial"/>
              </a:rPr>
              <a:t>□</a:t>
            </a:r>
            <a:endParaRPr sz="1400">
              <a:latin typeface="Arial"/>
              <a:cs typeface="Arial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4986406" y="4375403"/>
            <a:ext cx="1259757" cy="33985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912">
              <a:lnSpc>
                <a:spcPts val="2600"/>
              </a:lnSpc>
              <a:spcBef>
                <a:spcPts val="130"/>
              </a:spcBef>
            </a:pPr>
            <a:r>
              <a:rPr sz="2625" spc="-14" baseline="9938" dirty="0" smtClean="0">
                <a:latin typeface="Times New Roman"/>
                <a:cs typeface="Times New Roman"/>
              </a:rPr>
              <a:t>Q</a:t>
            </a:r>
            <a:r>
              <a:rPr sz="1575" spc="0" baseline="-8282" dirty="0" smtClean="0">
                <a:latin typeface="Times New Roman"/>
                <a:cs typeface="Times New Roman"/>
              </a:rPr>
              <a:t>m </a:t>
            </a:r>
            <a:r>
              <a:rPr sz="1575" spc="64" baseline="-8282" dirty="0" smtClean="0">
                <a:latin typeface="Times New Roman"/>
                <a:cs typeface="Times New Roman"/>
              </a:rPr>
              <a:t> </a:t>
            </a:r>
            <a:r>
              <a:rPr sz="2625" spc="-408" baseline="5892" dirty="0" smtClean="0">
                <a:latin typeface="Meiryo"/>
                <a:cs typeface="Meiryo"/>
              </a:rPr>
              <a:t>=</a:t>
            </a:r>
            <a:r>
              <a:rPr sz="2625" spc="-233" baseline="5892" dirty="0" smtClean="0">
                <a:latin typeface="Meiryo"/>
                <a:cs typeface="Meiryo"/>
              </a:rPr>
              <a:t> </a:t>
            </a:r>
            <a:r>
              <a:rPr sz="2775" spc="-325" baseline="5574" dirty="0" smtClean="0">
                <a:latin typeface="Meiryo"/>
                <a:cs typeface="Meiryo"/>
              </a:rPr>
              <a:t>ρ</a:t>
            </a:r>
            <a:r>
              <a:rPr sz="2775" spc="-35" baseline="5574" dirty="0" smtClean="0">
                <a:latin typeface="Meiryo"/>
                <a:cs typeface="Meiryo"/>
              </a:rPr>
              <a:t> </a:t>
            </a:r>
            <a:r>
              <a:rPr sz="2625" spc="-164" baseline="5892" dirty="0" smtClean="0">
                <a:latin typeface="Meiryo"/>
                <a:cs typeface="Meiryo"/>
              </a:rPr>
              <a:t>⋅</a:t>
            </a:r>
            <a:r>
              <a:rPr sz="2625" spc="-334" baseline="5892" dirty="0" smtClean="0">
                <a:latin typeface="Meiryo"/>
                <a:cs typeface="Meiryo"/>
              </a:rPr>
              <a:t> </a:t>
            </a:r>
            <a:r>
              <a:rPr sz="2625" spc="-166" baseline="9938" dirty="0" smtClean="0">
                <a:latin typeface="Times New Roman"/>
                <a:cs typeface="Times New Roman"/>
              </a:rPr>
              <a:t>v</a:t>
            </a:r>
            <a:r>
              <a:rPr sz="2625" spc="-61" baseline="9938" dirty="0" smtClean="0">
                <a:latin typeface="Times New Roman"/>
                <a:cs typeface="Times New Roman"/>
              </a:rPr>
              <a:t> </a:t>
            </a:r>
            <a:r>
              <a:rPr sz="2625" spc="-116" baseline="5892" dirty="0" smtClean="0">
                <a:latin typeface="Meiryo"/>
                <a:cs typeface="Meiryo"/>
              </a:rPr>
              <a:t>⋅</a:t>
            </a:r>
            <a:r>
              <a:rPr sz="2625" spc="0" baseline="9938" dirty="0" smtClean="0">
                <a:latin typeface="Times New Roman"/>
                <a:cs typeface="Times New Roman"/>
              </a:rPr>
              <a:t>A</a:t>
            </a:r>
            <a:endParaRPr sz="1750" dirty="0">
              <a:latin typeface="Times New Roman"/>
              <a:cs typeface="Times New Roman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2394081" y="4369307"/>
            <a:ext cx="1091691" cy="34594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7439">
              <a:lnSpc>
                <a:spcPts val="2650"/>
              </a:lnSpc>
              <a:spcBef>
                <a:spcPts val="132"/>
              </a:spcBef>
            </a:pPr>
            <a:r>
              <a:rPr sz="2700" spc="-29" baseline="9662" dirty="0" smtClean="0">
                <a:latin typeface="Times New Roman"/>
                <a:cs typeface="Times New Roman"/>
              </a:rPr>
              <a:t>Q</a:t>
            </a:r>
            <a:r>
              <a:rPr sz="1575" spc="0" baseline="-8282" dirty="0" smtClean="0">
                <a:latin typeface="Times New Roman"/>
                <a:cs typeface="Times New Roman"/>
              </a:rPr>
              <a:t>m </a:t>
            </a:r>
            <a:r>
              <a:rPr sz="1575" spc="65" baseline="-8282" dirty="0" smtClean="0">
                <a:latin typeface="Times New Roman"/>
                <a:cs typeface="Times New Roman"/>
              </a:rPr>
              <a:t> </a:t>
            </a:r>
            <a:r>
              <a:rPr sz="2700" spc="-448" baseline="5728" dirty="0" smtClean="0">
                <a:latin typeface="Meiryo"/>
                <a:cs typeface="Meiryo"/>
              </a:rPr>
              <a:t>=</a:t>
            </a:r>
            <a:r>
              <a:rPr sz="2700" spc="-234" baseline="5728" dirty="0" smtClean="0">
                <a:latin typeface="Meiryo"/>
                <a:cs typeface="Meiryo"/>
              </a:rPr>
              <a:t> </a:t>
            </a:r>
            <a:r>
              <a:rPr sz="2850" spc="-356" baseline="5427" dirty="0" smtClean="0">
                <a:latin typeface="Meiryo"/>
                <a:cs typeface="Meiryo"/>
              </a:rPr>
              <a:t>ρ</a:t>
            </a:r>
            <a:r>
              <a:rPr sz="2850" spc="-44" baseline="5427" dirty="0" smtClean="0">
                <a:latin typeface="Meiryo"/>
                <a:cs typeface="Meiryo"/>
              </a:rPr>
              <a:t> </a:t>
            </a:r>
            <a:r>
              <a:rPr sz="2700" spc="-175" baseline="5728" dirty="0" smtClean="0">
                <a:latin typeface="Meiryo"/>
                <a:cs typeface="Meiryo"/>
              </a:rPr>
              <a:t>⋅</a:t>
            </a:r>
            <a:r>
              <a:rPr sz="2700" spc="-39" baseline="9662" dirty="0" smtClean="0">
                <a:latin typeface="Times New Roman"/>
                <a:cs typeface="Times New Roman"/>
              </a:rPr>
              <a:t>Q</a:t>
            </a:r>
            <a:r>
              <a:rPr sz="1575" spc="0" baseline="-8282" dirty="0" smtClean="0">
                <a:latin typeface="Times New Roman"/>
                <a:cs typeface="Times New Roman"/>
              </a:rPr>
              <a:t>v</a:t>
            </a:r>
            <a:endParaRPr sz="1050" dirty="0">
              <a:latin typeface="Times New Roman"/>
              <a:cs typeface="Times New Roman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2465709" y="3561588"/>
            <a:ext cx="949959" cy="30784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35058">
              <a:lnSpc>
                <a:spcPts val="2425"/>
              </a:lnSpc>
              <a:spcBef>
                <a:spcPts val="121"/>
              </a:spcBef>
            </a:pPr>
            <a:r>
              <a:rPr sz="2700" spc="0" baseline="8052" dirty="0" smtClean="0">
                <a:latin typeface="Times New Roman"/>
                <a:cs typeface="Times New Roman"/>
              </a:rPr>
              <a:t>m</a:t>
            </a:r>
            <a:r>
              <a:rPr sz="2700" spc="-97" baseline="8052" dirty="0" smtClean="0">
                <a:latin typeface="Times New Roman"/>
                <a:cs typeface="Times New Roman"/>
              </a:rPr>
              <a:t> </a:t>
            </a:r>
            <a:r>
              <a:rPr sz="2700" spc="-347" baseline="4774" dirty="0" smtClean="0">
                <a:latin typeface="Meiryo"/>
                <a:cs typeface="Meiryo"/>
              </a:rPr>
              <a:t>=</a:t>
            </a:r>
            <a:r>
              <a:rPr sz="2700" spc="-235" baseline="4774" dirty="0" smtClean="0">
                <a:latin typeface="Meiryo"/>
                <a:cs typeface="Meiryo"/>
              </a:rPr>
              <a:t> </a:t>
            </a:r>
            <a:r>
              <a:rPr sz="2850" spc="-276" baseline="4522" dirty="0" smtClean="0">
                <a:latin typeface="Meiryo"/>
                <a:cs typeface="Meiryo"/>
              </a:rPr>
              <a:t>ρ</a:t>
            </a:r>
            <a:r>
              <a:rPr sz="2850" spc="-29" baseline="4522" dirty="0" smtClean="0">
                <a:latin typeface="Meiryo"/>
                <a:cs typeface="Meiryo"/>
              </a:rPr>
              <a:t> </a:t>
            </a:r>
            <a:r>
              <a:rPr sz="2700" spc="-175" baseline="4774" dirty="0" smtClean="0">
                <a:latin typeface="Meiryo"/>
                <a:cs typeface="Meiryo"/>
              </a:rPr>
              <a:t>⋅</a:t>
            </a:r>
            <a:r>
              <a:rPr sz="2700" spc="-429" baseline="4774" dirty="0" smtClean="0">
                <a:latin typeface="Meiryo"/>
                <a:cs typeface="Meiryo"/>
              </a:rPr>
              <a:t> </a:t>
            </a:r>
            <a:r>
              <a:rPr sz="2700" spc="0" baseline="8052" dirty="0" smtClean="0">
                <a:latin typeface="Times New Roman"/>
                <a:cs typeface="Times New Roman"/>
              </a:rPr>
              <a:t>V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5058033" y="3418332"/>
            <a:ext cx="1021587" cy="54254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910">
              <a:lnSpc>
                <a:spcPts val="3350"/>
              </a:lnSpc>
              <a:spcBef>
                <a:spcPts val="167"/>
              </a:spcBef>
              <a:tabLst>
                <a:tab pos="355600" algn="l"/>
              </a:tabLst>
            </a:pPr>
            <a:r>
              <a:rPr sz="2475" spc="0" baseline="1756" dirty="0" smtClean="0">
                <a:latin typeface="Times New Roman"/>
                <a:cs typeface="Times New Roman"/>
              </a:rPr>
              <a:t>Q	</a:t>
            </a:r>
            <a:r>
              <a:rPr sz="2475" spc="-318" baseline="1041" dirty="0" smtClean="0">
                <a:latin typeface="Meiryo"/>
                <a:cs typeface="Meiryo"/>
              </a:rPr>
              <a:t>=</a:t>
            </a:r>
            <a:r>
              <a:rPr sz="2475" spc="-86" baseline="1041" dirty="0" smtClean="0">
                <a:latin typeface="Meiryo"/>
                <a:cs typeface="Meiryo"/>
              </a:rPr>
              <a:t> </a:t>
            </a:r>
            <a:r>
              <a:rPr sz="2625" spc="-254" baseline="21606" dirty="0" smtClean="0">
                <a:latin typeface="Meiryo"/>
                <a:cs typeface="Meiryo"/>
              </a:rPr>
              <a:t>ρ</a:t>
            </a:r>
            <a:r>
              <a:rPr sz="2625" spc="-49" baseline="21606" dirty="0" smtClean="0">
                <a:latin typeface="Meiryo"/>
                <a:cs typeface="Meiryo"/>
              </a:rPr>
              <a:t> </a:t>
            </a:r>
            <a:r>
              <a:rPr sz="2475" spc="-166" baseline="22915" dirty="0" smtClean="0">
                <a:latin typeface="Meiryo"/>
                <a:cs typeface="Meiryo"/>
              </a:rPr>
              <a:t>⋅</a:t>
            </a:r>
            <a:r>
              <a:rPr sz="2475" spc="-400" baseline="22915" dirty="0" smtClean="0">
                <a:latin typeface="Meiryo"/>
                <a:cs typeface="Meiryo"/>
              </a:rPr>
              <a:t> </a:t>
            </a:r>
            <a:r>
              <a:rPr sz="2475" spc="0" baseline="38650" dirty="0" smtClean="0">
                <a:latin typeface="Times New Roman"/>
                <a:cs typeface="Times New Roman"/>
              </a:rPr>
              <a:t>V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4769997" y="2106167"/>
            <a:ext cx="805179" cy="56997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7436">
              <a:lnSpc>
                <a:spcPts val="3565"/>
              </a:lnSpc>
              <a:spcBef>
                <a:spcPts val="60"/>
              </a:spcBef>
              <a:tabLst>
                <a:tab pos="368300" algn="l"/>
              </a:tabLst>
            </a:pPr>
            <a:r>
              <a:rPr sz="1700" spc="0" dirty="0" smtClean="0">
                <a:latin typeface="Times New Roman"/>
                <a:cs typeface="Times New Roman"/>
              </a:rPr>
              <a:t>Q</a:t>
            </a:r>
            <a:r>
              <a:rPr sz="1700" spc="-400" dirty="0" smtClean="0">
                <a:latin typeface="Times New Roman"/>
                <a:cs typeface="Times New Roman"/>
              </a:rPr>
              <a:t> </a:t>
            </a:r>
            <a:r>
              <a:rPr sz="1700" spc="0" dirty="0" smtClean="0">
                <a:latin typeface="Times New Roman"/>
                <a:cs typeface="Times New Roman"/>
              </a:rPr>
              <a:t>	</a:t>
            </a:r>
            <a:r>
              <a:rPr sz="1700" spc="-423" dirty="0" smtClean="0">
                <a:latin typeface="Meiryo"/>
                <a:cs typeface="Meiryo"/>
              </a:rPr>
              <a:t>=</a:t>
            </a:r>
            <a:r>
              <a:rPr sz="1700" spc="0" dirty="0" smtClean="0">
                <a:latin typeface="Meiryo"/>
                <a:cs typeface="Meiryo"/>
              </a:rPr>
              <a:t> </a:t>
            </a:r>
            <a:r>
              <a:rPr sz="2550" spc="0" baseline="37513" dirty="0" smtClean="0">
                <a:latin typeface="Times New Roman"/>
                <a:cs typeface="Times New Roman"/>
              </a:rPr>
              <a:t>m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5329325" y="2260600"/>
            <a:ext cx="188964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62" name="object 62"/>
          <p:cNvSpPr txBox="1"/>
          <p:nvPr/>
        </p:nvSpPr>
        <p:spPr>
          <a:xfrm>
            <a:off x="5582287" y="3557528"/>
            <a:ext cx="437385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10"/>
          <p:cNvSpPr/>
          <p:nvPr/>
        </p:nvSpPr>
        <p:spPr>
          <a:xfrm>
            <a:off x="4769998" y="2049779"/>
            <a:ext cx="864107" cy="580643"/>
          </a:xfrm>
          <a:custGeom>
            <a:avLst/>
            <a:gdLst/>
            <a:ahLst/>
            <a:cxnLst/>
            <a:rect l="l" t="t" r="r" b="b"/>
            <a:pathLst>
              <a:path w="864107" h="580643">
                <a:moveTo>
                  <a:pt x="0" y="0"/>
                </a:moveTo>
                <a:lnTo>
                  <a:pt x="0" y="580643"/>
                </a:lnTo>
                <a:lnTo>
                  <a:pt x="864107" y="580643"/>
                </a:lnTo>
                <a:lnTo>
                  <a:pt x="864107" y="0"/>
                </a:lnTo>
                <a:lnTo>
                  <a:pt x="0" y="0"/>
                </a:lnTo>
                <a:close/>
              </a:path>
            </a:pathLst>
          </a:custGeom>
          <a:solidFill>
            <a:srgbClr val="CC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359805" y="2348477"/>
            <a:ext cx="230132" cy="0"/>
          </a:xfrm>
          <a:custGeom>
            <a:avLst/>
            <a:gdLst/>
            <a:ahLst/>
            <a:cxnLst/>
            <a:rect l="l" t="t" r="r" b="b"/>
            <a:pathLst>
              <a:path w="230132">
                <a:moveTo>
                  <a:pt x="0" y="0"/>
                </a:moveTo>
                <a:lnTo>
                  <a:pt x="230132" y="0"/>
                </a:lnTo>
              </a:path>
            </a:pathLst>
          </a:custGeom>
          <a:ln w="933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553589" y="3201923"/>
            <a:ext cx="1223771" cy="295655"/>
          </a:xfrm>
          <a:custGeom>
            <a:avLst/>
            <a:gdLst/>
            <a:ahLst/>
            <a:cxnLst/>
            <a:rect l="l" t="t" r="r" b="b"/>
            <a:pathLst>
              <a:path w="1223771" h="295655">
                <a:moveTo>
                  <a:pt x="0" y="0"/>
                </a:moveTo>
                <a:lnTo>
                  <a:pt x="0" y="295655"/>
                </a:lnTo>
                <a:lnTo>
                  <a:pt x="1223771" y="295655"/>
                </a:lnTo>
                <a:lnTo>
                  <a:pt x="1223771" y="0"/>
                </a:lnTo>
                <a:lnTo>
                  <a:pt x="0" y="0"/>
                </a:lnTo>
                <a:close/>
              </a:path>
            </a:pathLst>
          </a:custGeom>
          <a:solidFill>
            <a:srgbClr val="CC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474597" y="3922776"/>
            <a:ext cx="1007363" cy="550163"/>
          </a:xfrm>
          <a:custGeom>
            <a:avLst/>
            <a:gdLst/>
            <a:ahLst/>
            <a:cxnLst/>
            <a:rect l="l" t="t" r="r" b="b"/>
            <a:pathLst>
              <a:path w="1007363" h="550163">
                <a:moveTo>
                  <a:pt x="0" y="0"/>
                </a:moveTo>
                <a:lnTo>
                  <a:pt x="0" y="550163"/>
                </a:lnTo>
                <a:lnTo>
                  <a:pt x="1007363" y="550163"/>
                </a:lnTo>
                <a:lnTo>
                  <a:pt x="1007363" y="0"/>
                </a:lnTo>
                <a:lnTo>
                  <a:pt x="0" y="0"/>
                </a:lnTo>
                <a:close/>
              </a:path>
            </a:pathLst>
          </a:custGeom>
          <a:solidFill>
            <a:srgbClr val="CC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026284" y="4206247"/>
            <a:ext cx="417581" cy="0"/>
          </a:xfrm>
          <a:custGeom>
            <a:avLst/>
            <a:gdLst/>
            <a:ahLst/>
            <a:cxnLst/>
            <a:rect l="l" t="t" r="r" b="b"/>
            <a:pathLst>
              <a:path w="417581">
                <a:moveTo>
                  <a:pt x="0" y="0"/>
                </a:moveTo>
                <a:lnTo>
                  <a:pt x="417581" y="0"/>
                </a:lnTo>
              </a:path>
            </a:pathLst>
          </a:custGeom>
          <a:ln w="8851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5634106" y="3994403"/>
            <a:ext cx="1080515" cy="350519"/>
          </a:xfrm>
          <a:custGeom>
            <a:avLst/>
            <a:gdLst/>
            <a:ahLst/>
            <a:cxnLst/>
            <a:rect l="l" t="t" r="r" b="b"/>
            <a:pathLst>
              <a:path w="1080515" h="350519">
                <a:moveTo>
                  <a:pt x="0" y="0"/>
                </a:moveTo>
                <a:lnTo>
                  <a:pt x="0" y="350519"/>
                </a:lnTo>
                <a:lnTo>
                  <a:pt x="1080515" y="350519"/>
                </a:lnTo>
                <a:lnTo>
                  <a:pt x="1080515" y="0"/>
                </a:lnTo>
                <a:lnTo>
                  <a:pt x="0" y="0"/>
                </a:lnTo>
                <a:close/>
              </a:path>
            </a:pathLst>
          </a:custGeom>
          <a:solidFill>
            <a:srgbClr val="CC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338706" y="5362955"/>
            <a:ext cx="1510283" cy="419099"/>
          </a:xfrm>
          <a:custGeom>
            <a:avLst/>
            <a:gdLst/>
            <a:ahLst/>
            <a:cxnLst/>
            <a:rect l="l" t="t" r="r" b="b"/>
            <a:pathLst>
              <a:path w="1510283" h="419099">
                <a:moveTo>
                  <a:pt x="0" y="0"/>
                </a:moveTo>
                <a:lnTo>
                  <a:pt x="0" y="419099"/>
                </a:lnTo>
                <a:lnTo>
                  <a:pt x="1510283" y="419099"/>
                </a:lnTo>
                <a:lnTo>
                  <a:pt x="1510283" y="0"/>
                </a:lnTo>
                <a:lnTo>
                  <a:pt x="0" y="0"/>
                </a:lnTo>
                <a:close/>
              </a:path>
            </a:pathLst>
          </a:custGeom>
          <a:solidFill>
            <a:srgbClr val="CC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698369" y="4101084"/>
            <a:ext cx="719327" cy="108203"/>
          </a:xfrm>
          <a:custGeom>
            <a:avLst/>
            <a:gdLst/>
            <a:ahLst/>
            <a:cxnLst/>
            <a:rect l="l" t="t" r="r" b="b"/>
            <a:pathLst>
              <a:path w="719327" h="108203">
                <a:moveTo>
                  <a:pt x="539495" y="73151"/>
                </a:moveTo>
                <a:lnTo>
                  <a:pt x="539495" y="0"/>
                </a:lnTo>
                <a:lnTo>
                  <a:pt x="0" y="0"/>
                </a:lnTo>
                <a:lnTo>
                  <a:pt x="0" y="73151"/>
                </a:lnTo>
                <a:lnTo>
                  <a:pt x="539495" y="73151"/>
                </a:lnTo>
                <a:close/>
              </a:path>
              <a:path w="719327" h="108203">
                <a:moveTo>
                  <a:pt x="719327" y="36575"/>
                </a:moveTo>
                <a:lnTo>
                  <a:pt x="539495" y="-35051"/>
                </a:lnTo>
                <a:lnTo>
                  <a:pt x="539495" y="108203"/>
                </a:lnTo>
                <a:lnTo>
                  <a:pt x="719327" y="36575"/>
                </a:lnTo>
                <a:close/>
              </a:path>
            </a:pathLst>
          </a:custGeom>
          <a:solidFill>
            <a:srgbClr val="FF32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4698369" y="4066032"/>
            <a:ext cx="719327" cy="143255"/>
          </a:xfrm>
          <a:custGeom>
            <a:avLst/>
            <a:gdLst/>
            <a:ahLst/>
            <a:cxnLst/>
            <a:rect l="l" t="t" r="r" b="b"/>
            <a:pathLst>
              <a:path w="719327" h="143255">
                <a:moveTo>
                  <a:pt x="539495" y="0"/>
                </a:moveTo>
                <a:lnTo>
                  <a:pt x="539495" y="35051"/>
                </a:lnTo>
                <a:lnTo>
                  <a:pt x="0" y="35051"/>
                </a:lnTo>
                <a:lnTo>
                  <a:pt x="0" y="108203"/>
                </a:lnTo>
                <a:lnTo>
                  <a:pt x="539495" y="108203"/>
                </a:lnTo>
                <a:lnTo>
                  <a:pt x="539495" y="143255"/>
                </a:lnTo>
                <a:lnTo>
                  <a:pt x="719327" y="71627"/>
                </a:lnTo>
                <a:lnTo>
                  <a:pt x="539495" y="0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1309763" y="888235"/>
            <a:ext cx="3810744" cy="5328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4185"/>
              </a:lnSpc>
              <a:spcBef>
                <a:spcPts val="209"/>
              </a:spcBef>
              <a:tabLst>
                <a:tab pos="1612900" algn="l"/>
                <a:tab pos="2489200" algn="l"/>
              </a:tabLst>
            </a:pPr>
            <a:r>
              <a:rPr sz="4000" spc="0" dirty="0" smtClean="0">
                <a:solidFill>
                  <a:srgbClr val="00CC65"/>
                </a:solidFill>
                <a:latin typeface="Arial"/>
                <a:cs typeface="Arial"/>
              </a:rPr>
              <a:t>V</a:t>
            </a:r>
            <a:r>
              <a:rPr sz="4000" spc="-4" dirty="0" smtClean="0">
                <a:solidFill>
                  <a:srgbClr val="00CC65"/>
                </a:solidFill>
                <a:latin typeface="Arial"/>
                <a:cs typeface="Arial"/>
              </a:rPr>
              <a:t>a</a:t>
            </a:r>
            <a:r>
              <a:rPr sz="4000" spc="4" dirty="0" smtClean="0">
                <a:solidFill>
                  <a:srgbClr val="00CC65"/>
                </a:solidFill>
                <a:latin typeface="Arial"/>
                <a:cs typeface="Arial"/>
              </a:rPr>
              <a:t>z</a:t>
            </a:r>
            <a:r>
              <a:rPr sz="4000" spc="-4" dirty="0" smtClean="0">
                <a:solidFill>
                  <a:srgbClr val="00CC65"/>
                </a:solidFill>
                <a:latin typeface="Arial"/>
                <a:cs typeface="Arial"/>
              </a:rPr>
              <a:t>ã</a:t>
            </a:r>
            <a:r>
              <a:rPr sz="4000" spc="0" dirty="0" smtClean="0">
                <a:solidFill>
                  <a:srgbClr val="00CC65"/>
                </a:solidFill>
                <a:latin typeface="Arial"/>
                <a:cs typeface="Arial"/>
              </a:rPr>
              <a:t>o</a:t>
            </a:r>
            <a:r>
              <a:rPr sz="4000" spc="-1002" dirty="0" smtClean="0">
                <a:solidFill>
                  <a:srgbClr val="00CC65"/>
                </a:solidFill>
                <a:latin typeface="Arial"/>
                <a:cs typeface="Arial"/>
              </a:rPr>
              <a:t> </a:t>
            </a:r>
            <a:r>
              <a:rPr sz="4000" spc="0" dirty="0" smtClean="0">
                <a:solidFill>
                  <a:srgbClr val="00CC65"/>
                </a:solidFill>
                <a:latin typeface="Arial"/>
                <a:cs typeface="Arial"/>
              </a:rPr>
              <a:t>	</a:t>
            </a:r>
            <a:r>
              <a:rPr sz="4000" spc="-4" dirty="0" smtClean="0">
                <a:solidFill>
                  <a:srgbClr val="00CC65"/>
                </a:solidFill>
                <a:latin typeface="Arial"/>
                <a:cs typeface="Arial"/>
              </a:rPr>
              <a:t>e</a:t>
            </a:r>
            <a:r>
              <a:rPr sz="4000" spc="0" dirty="0" smtClean="0">
                <a:solidFill>
                  <a:srgbClr val="00CC65"/>
                </a:solidFill>
                <a:latin typeface="Arial"/>
                <a:cs typeface="Arial"/>
              </a:rPr>
              <a:t>m</a:t>
            </a:r>
            <a:r>
              <a:rPr sz="4000" spc="-934" dirty="0" smtClean="0">
                <a:solidFill>
                  <a:srgbClr val="00CC65"/>
                </a:solidFill>
                <a:latin typeface="Arial"/>
                <a:cs typeface="Arial"/>
              </a:rPr>
              <a:t> </a:t>
            </a:r>
            <a:r>
              <a:rPr sz="4000" spc="0" dirty="0" smtClean="0">
                <a:solidFill>
                  <a:srgbClr val="00CC65"/>
                </a:solidFill>
                <a:latin typeface="Arial"/>
                <a:cs typeface="Arial"/>
              </a:rPr>
              <a:t>	</a:t>
            </a:r>
            <a:r>
              <a:rPr sz="4000" spc="-16" dirty="0" smtClean="0">
                <a:solidFill>
                  <a:srgbClr val="00CC65"/>
                </a:solidFill>
                <a:latin typeface="Arial"/>
                <a:cs typeface="Arial"/>
              </a:rPr>
              <a:t>P</a:t>
            </a:r>
            <a:r>
              <a:rPr sz="4000" spc="-27" dirty="0" smtClean="0">
                <a:solidFill>
                  <a:srgbClr val="00CC65"/>
                </a:solidFill>
                <a:latin typeface="Arial"/>
                <a:cs typeface="Arial"/>
              </a:rPr>
              <a:t>e</a:t>
            </a:r>
            <a:r>
              <a:rPr sz="4000" spc="214" dirty="0" smtClean="0">
                <a:solidFill>
                  <a:srgbClr val="00CC65"/>
                </a:solidFill>
                <a:latin typeface="Arial"/>
                <a:cs typeface="Arial"/>
              </a:rPr>
              <a:t>s</a:t>
            </a:r>
            <a:r>
              <a:rPr sz="4000" spc="200" dirty="0" smtClean="0">
                <a:solidFill>
                  <a:srgbClr val="00CC65"/>
                </a:solidFill>
                <a:latin typeface="Arial"/>
                <a:cs typeface="Arial"/>
              </a:rPr>
              <a:t>o</a:t>
            </a:r>
            <a:endParaRPr sz="40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581187" y="1502503"/>
            <a:ext cx="7607311" cy="42316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801" indent="-101">
              <a:lnSpc>
                <a:spcPts val="1540"/>
              </a:lnSpc>
              <a:spcBef>
                <a:spcPts val="237"/>
              </a:spcBef>
            </a:pPr>
            <a:r>
              <a:rPr sz="1600" spc="4" dirty="0" smtClean="0">
                <a:latin typeface="Arial"/>
                <a:cs typeface="Arial"/>
              </a:rPr>
              <a:t>V</a:t>
            </a:r>
            <a:r>
              <a:rPr sz="1600" spc="0" dirty="0" smtClean="0">
                <a:latin typeface="Arial"/>
                <a:cs typeface="Arial"/>
              </a:rPr>
              <a:t>a</a:t>
            </a:r>
            <a:r>
              <a:rPr sz="1600" spc="4" dirty="0" smtClean="0">
                <a:latin typeface="Arial"/>
                <a:cs typeface="Arial"/>
              </a:rPr>
              <a:t>z</a:t>
            </a:r>
            <a:r>
              <a:rPr sz="1600" spc="0" dirty="0" smtClean="0">
                <a:latin typeface="Arial"/>
                <a:cs typeface="Arial"/>
              </a:rPr>
              <a:t>ão</a:t>
            </a:r>
            <a:r>
              <a:rPr sz="1600" spc="208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em</a:t>
            </a:r>
            <a:r>
              <a:rPr sz="1600" spc="235" dirty="0" smtClean="0">
                <a:latin typeface="Arial"/>
                <a:cs typeface="Arial"/>
              </a:rPr>
              <a:t> </a:t>
            </a:r>
            <a:r>
              <a:rPr sz="1600" spc="4" dirty="0" smtClean="0">
                <a:latin typeface="Arial"/>
                <a:cs typeface="Arial"/>
              </a:rPr>
              <a:t>P</a:t>
            </a:r>
            <a:r>
              <a:rPr sz="1600" spc="0" dirty="0" smtClean="0">
                <a:latin typeface="Arial"/>
                <a:cs typeface="Arial"/>
              </a:rPr>
              <a:t>es</a:t>
            </a:r>
            <a:r>
              <a:rPr sz="1600" spc="-4" dirty="0" smtClean="0">
                <a:latin typeface="Arial"/>
                <a:cs typeface="Arial"/>
              </a:rPr>
              <a:t>o</a:t>
            </a:r>
            <a:r>
              <a:rPr sz="1600" spc="0" dirty="0" smtClean="0">
                <a:latin typeface="Arial"/>
                <a:cs typeface="Arial"/>
              </a:rPr>
              <a:t>:</a:t>
            </a:r>
            <a:r>
              <a:rPr sz="1600" spc="397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A</a:t>
            </a:r>
            <a:r>
              <a:rPr sz="1600" spc="159" dirty="0" smtClean="0">
                <a:latin typeface="Arial"/>
                <a:cs typeface="Arial"/>
              </a:rPr>
              <a:t> </a:t>
            </a:r>
            <a:r>
              <a:rPr sz="1600" spc="4" dirty="0" smtClean="0">
                <a:latin typeface="Arial"/>
                <a:cs typeface="Arial"/>
              </a:rPr>
              <a:t>v</a:t>
            </a:r>
            <a:r>
              <a:rPr sz="1600" spc="0" dirty="0" smtClean="0">
                <a:latin typeface="Arial"/>
                <a:cs typeface="Arial"/>
              </a:rPr>
              <a:t>a</a:t>
            </a:r>
            <a:r>
              <a:rPr sz="1600" spc="4" dirty="0" smtClean="0">
                <a:latin typeface="Arial"/>
                <a:cs typeface="Arial"/>
              </a:rPr>
              <a:t>z</a:t>
            </a:r>
            <a:r>
              <a:rPr sz="1600" spc="0" dirty="0" smtClean="0">
                <a:latin typeface="Arial"/>
                <a:cs typeface="Arial"/>
              </a:rPr>
              <a:t>ão</a:t>
            </a:r>
            <a:r>
              <a:rPr sz="1600" spc="122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em</a:t>
            </a:r>
            <a:r>
              <a:rPr sz="1600" spc="147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pe</a:t>
            </a:r>
            <a:r>
              <a:rPr sz="1600" spc="4" dirty="0" smtClean="0">
                <a:latin typeface="Arial"/>
                <a:cs typeface="Arial"/>
              </a:rPr>
              <a:t>s</a:t>
            </a:r>
            <a:r>
              <a:rPr sz="1600" spc="0" dirty="0" smtClean="0">
                <a:latin typeface="Arial"/>
                <a:cs typeface="Arial"/>
              </a:rPr>
              <a:t>o</a:t>
            </a:r>
            <a:r>
              <a:rPr sz="1600" spc="130" dirty="0" smtClean="0">
                <a:latin typeface="Arial"/>
                <a:cs typeface="Arial"/>
              </a:rPr>
              <a:t> </a:t>
            </a:r>
            <a:r>
              <a:rPr sz="1600" spc="4" dirty="0" smtClean="0">
                <a:latin typeface="Arial"/>
                <a:cs typeface="Arial"/>
              </a:rPr>
              <a:t>s</a:t>
            </a:r>
            <a:r>
              <a:rPr sz="1600" spc="0" dirty="0" smtClean="0">
                <a:latin typeface="Arial"/>
                <a:cs typeface="Arial"/>
              </a:rPr>
              <a:t>e</a:t>
            </a:r>
            <a:r>
              <a:rPr sz="1600" spc="147" dirty="0" smtClean="0">
                <a:latin typeface="Arial"/>
                <a:cs typeface="Arial"/>
              </a:rPr>
              <a:t> </a:t>
            </a:r>
            <a:r>
              <a:rPr sz="1600" spc="4" dirty="0" smtClean="0">
                <a:latin typeface="Arial"/>
                <a:cs typeface="Arial"/>
              </a:rPr>
              <a:t>c</a:t>
            </a:r>
            <a:r>
              <a:rPr sz="1600" spc="0" dirty="0" smtClean="0">
                <a:latin typeface="Arial"/>
                <a:cs typeface="Arial"/>
              </a:rPr>
              <a:t>a</a:t>
            </a:r>
            <a:r>
              <a:rPr sz="1600" spc="-4" dirty="0" smtClean="0">
                <a:latin typeface="Arial"/>
                <a:cs typeface="Arial"/>
              </a:rPr>
              <a:t>r</a:t>
            </a:r>
            <a:r>
              <a:rPr sz="1600" spc="0" dirty="0" smtClean="0">
                <a:latin typeface="Arial"/>
                <a:cs typeface="Arial"/>
              </a:rPr>
              <a:t>a</a:t>
            </a:r>
            <a:r>
              <a:rPr sz="1600" spc="4" dirty="0" smtClean="0">
                <a:latin typeface="Arial"/>
                <a:cs typeface="Arial"/>
              </a:rPr>
              <a:t>c</a:t>
            </a:r>
            <a:r>
              <a:rPr sz="1600" spc="0" dirty="0" smtClean="0">
                <a:latin typeface="Arial"/>
                <a:cs typeface="Arial"/>
              </a:rPr>
              <a:t>te</a:t>
            </a:r>
            <a:r>
              <a:rPr sz="1600" spc="-4" dirty="0" smtClean="0">
                <a:latin typeface="Arial"/>
                <a:cs typeface="Arial"/>
              </a:rPr>
              <a:t>r</a:t>
            </a:r>
            <a:r>
              <a:rPr sz="1600" spc="4" dirty="0" smtClean="0">
                <a:latin typeface="Arial"/>
                <a:cs typeface="Arial"/>
              </a:rPr>
              <a:t>iz</a:t>
            </a:r>
            <a:r>
              <a:rPr sz="1600" spc="0" dirty="0" smtClean="0">
                <a:latin typeface="Arial"/>
                <a:cs typeface="Arial"/>
              </a:rPr>
              <a:t>a</a:t>
            </a:r>
            <a:r>
              <a:rPr sz="1600" spc="86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pe</a:t>
            </a:r>
            <a:r>
              <a:rPr sz="1600" spc="4" dirty="0" smtClean="0">
                <a:latin typeface="Arial"/>
                <a:cs typeface="Arial"/>
              </a:rPr>
              <a:t>l</a:t>
            </a:r>
            <a:r>
              <a:rPr sz="1600" spc="0" dirty="0" smtClean="0">
                <a:latin typeface="Arial"/>
                <a:cs typeface="Arial"/>
              </a:rPr>
              <a:t>o</a:t>
            </a:r>
            <a:r>
              <a:rPr sz="1600" spc="149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p</a:t>
            </a:r>
            <a:r>
              <a:rPr sz="1600" spc="-9" dirty="0" smtClean="0">
                <a:latin typeface="Arial"/>
                <a:cs typeface="Arial"/>
              </a:rPr>
              <a:t>e</a:t>
            </a:r>
            <a:r>
              <a:rPr sz="1600" spc="4" dirty="0" smtClean="0">
                <a:latin typeface="Arial"/>
                <a:cs typeface="Arial"/>
              </a:rPr>
              <a:t>s</a:t>
            </a:r>
            <a:r>
              <a:rPr sz="1600" spc="0" dirty="0" smtClean="0">
                <a:latin typeface="Arial"/>
                <a:cs typeface="Arial"/>
              </a:rPr>
              <a:t>o</a:t>
            </a:r>
            <a:r>
              <a:rPr sz="1600" spc="145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do</a:t>
            </a:r>
            <a:r>
              <a:rPr sz="1600" spc="147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f</a:t>
            </a:r>
            <a:r>
              <a:rPr sz="1600" spc="4" dirty="0" smtClean="0">
                <a:latin typeface="Arial"/>
                <a:cs typeface="Arial"/>
              </a:rPr>
              <a:t>l</a:t>
            </a:r>
            <a:r>
              <a:rPr sz="1600" spc="0" dirty="0" smtClean="0">
                <a:latin typeface="Arial"/>
                <a:cs typeface="Arial"/>
              </a:rPr>
              <a:t>u</a:t>
            </a:r>
            <a:r>
              <a:rPr sz="1600" spc="4" dirty="0" smtClean="0">
                <a:latin typeface="Arial"/>
                <a:cs typeface="Arial"/>
              </a:rPr>
              <a:t>i</a:t>
            </a:r>
            <a:r>
              <a:rPr sz="1600" spc="0" dirty="0" smtClean="0">
                <a:latin typeface="Arial"/>
                <a:cs typeface="Arial"/>
              </a:rPr>
              <a:t>do</a:t>
            </a:r>
            <a:r>
              <a:rPr sz="1600" spc="146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que</a:t>
            </a:r>
            <a:r>
              <a:rPr sz="1600" spc="153" dirty="0" smtClean="0">
                <a:latin typeface="Arial"/>
                <a:cs typeface="Arial"/>
              </a:rPr>
              <a:t> </a:t>
            </a:r>
            <a:r>
              <a:rPr sz="1600" spc="-9" dirty="0" smtClean="0">
                <a:latin typeface="Arial"/>
                <a:cs typeface="Arial"/>
              </a:rPr>
              <a:t>e</a:t>
            </a:r>
            <a:r>
              <a:rPr sz="1600" spc="4" dirty="0" smtClean="0">
                <a:latin typeface="Arial"/>
                <a:cs typeface="Arial"/>
              </a:rPr>
              <a:t>sc</a:t>
            </a:r>
            <a:r>
              <a:rPr sz="1600" spc="-9" dirty="0" smtClean="0">
                <a:latin typeface="Arial"/>
                <a:cs typeface="Arial"/>
              </a:rPr>
              <a:t>o</a:t>
            </a:r>
            <a:r>
              <a:rPr sz="1600" spc="0" dirty="0" smtClean="0">
                <a:latin typeface="Arial"/>
                <a:cs typeface="Arial"/>
              </a:rPr>
              <a:t>a um</a:t>
            </a:r>
            <a:r>
              <a:rPr sz="1600" spc="-22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det</a:t>
            </a:r>
            <a:r>
              <a:rPr sz="1600" spc="9" dirty="0" smtClean="0">
                <a:latin typeface="Arial"/>
                <a:cs typeface="Arial"/>
              </a:rPr>
              <a:t>er</a:t>
            </a:r>
            <a:r>
              <a:rPr sz="1600" spc="0" dirty="0" smtClean="0">
                <a:latin typeface="Arial"/>
                <a:cs typeface="Arial"/>
              </a:rPr>
              <a:t>m</a:t>
            </a:r>
            <a:r>
              <a:rPr sz="1600" spc="4" dirty="0" smtClean="0">
                <a:latin typeface="Arial"/>
                <a:cs typeface="Arial"/>
              </a:rPr>
              <a:t>i</a:t>
            </a:r>
            <a:r>
              <a:rPr sz="1600" spc="0" dirty="0" smtClean="0">
                <a:latin typeface="Arial"/>
                <a:cs typeface="Arial"/>
              </a:rPr>
              <a:t>nado</a:t>
            </a:r>
            <a:r>
              <a:rPr sz="1600" spc="-88" dirty="0" smtClean="0">
                <a:latin typeface="Arial"/>
                <a:cs typeface="Arial"/>
              </a:rPr>
              <a:t> </a:t>
            </a:r>
            <a:r>
              <a:rPr sz="1600" spc="4" dirty="0" smtClean="0">
                <a:latin typeface="Arial"/>
                <a:cs typeface="Arial"/>
              </a:rPr>
              <a:t>i</a:t>
            </a:r>
            <a:r>
              <a:rPr sz="1600" spc="0" dirty="0" smtClean="0">
                <a:latin typeface="Arial"/>
                <a:cs typeface="Arial"/>
              </a:rPr>
              <a:t>nte</a:t>
            </a:r>
            <a:r>
              <a:rPr sz="1600" spc="-4" dirty="0" smtClean="0">
                <a:latin typeface="Arial"/>
                <a:cs typeface="Arial"/>
              </a:rPr>
              <a:t>r</a:t>
            </a:r>
            <a:r>
              <a:rPr sz="1600" spc="4" dirty="0" smtClean="0">
                <a:latin typeface="Arial"/>
                <a:cs typeface="Arial"/>
              </a:rPr>
              <a:t>v</a:t>
            </a:r>
            <a:r>
              <a:rPr sz="1600" spc="0" dirty="0" smtClean="0">
                <a:latin typeface="Arial"/>
                <a:cs typeface="Arial"/>
              </a:rPr>
              <a:t>a</a:t>
            </a:r>
            <a:r>
              <a:rPr sz="1600" spc="4" dirty="0" smtClean="0">
                <a:latin typeface="Arial"/>
                <a:cs typeface="Arial"/>
              </a:rPr>
              <a:t>l</a:t>
            </a:r>
            <a:r>
              <a:rPr sz="1600" spc="0" dirty="0" smtClean="0">
                <a:latin typeface="Arial"/>
                <a:cs typeface="Arial"/>
              </a:rPr>
              <a:t>o</a:t>
            </a:r>
            <a:r>
              <a:rPr sz="1600" spc="-60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de</a:t>
            </a:r>
            <a:r>
              <a:rPr sz="1600" spc="-17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tem</a:t>
            </a:r>
            <a:r>
              <a:rPr sz="1600" spc="9" dirty="0" smtClean="0">
                <a:latin typeface="Arial"/>
                <a:cs typeface="Arial"/>
              </a:rPr>
              <a:t>p</a:t>
            </a:r>
            <a:r>
              <a:rPr sz="1600" spc="0" dirty="0" smtClean="0">
                <a:latin typeface="Arial"/>
                <a:cs typeface="Arial"/>
              </a:rPr>
              <a:t>o,</a:t>
            </a:r>
            <a:r>
              <a:rPr sz="1600" spc="-48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a</a:t>
            </a:r>
            <a:r>
              <a:rPr sz="1600" spc="4" dirty="0" smtClean="0">
                <a:latin typeface="Arial"/>
                <a:cs typeface="Arial"/>
              </a:rPr>
              <a:t>ssi</a:t>
            </a:r>
            <a:r>
              <a:rPr sz="1600" spc="0" dirty="0" smtClean="0">
                <a:latin typeface="Arial"/>
                <a:cs typeface="Arial"/>
              </a:rPr>
              <a:t>m,</a:t>
            </a:r>
            <a:r>
              <a:rPr sz="1600" spc="-46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t</a:t>
            </a:r>
            <a:r>
              <a:rPr sz="1600" spc="9" dirty="0" smtClean="0">
                <a:latin typeface="Arial"/>
                <a:cs typeface="Arial"/>
              </a:rPr>
              <a:t>e</a:t>
            </a:r>
            <a:r>
              <a:rPr sz="1600" spc="14" dirty="0" smtClean="0">
                <a:latin typeface="Arial"/>
                <a:cs typeface="Arial"/>
              </a:rPr>
              <a:t>m</a:t>
            </a:r>
            <a:r>
              <a:rPr sz="1600" spc="-4" dirty="0" smtClean="0">
                <a:latin typeface="Arial"/>
                <a:cs typeface="Arial"/>
              </a:rPr>
              <a:t>-</a:t>
            </a:r>
            <a:r>
              <a:rPr sz="1600" spc="4" dirty="0" smtClean="0">
                <a:latin typeface="Arial"/>
                <a:cs typeface="Arial"/>
              </a:rPr>
              <a:t>s</a:t>
            </a:r>
            <a:r>
              <a:rPr sz="1600" spc="0" dirty="0" smtClean="0">
                <a:latin typeface="Arial"/>
                <a:cs typeface="Arial"/>
              </a:rPr>
              <a:t>e</a:t>
            </a:r>
            <a:r>
              <a:rPr sz="1600" spc="-38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q</a:t>
            </a:r>
            <a:r>
              <a:rPr sz="1600" spc="4" dirty="0" smtClean="0">
                <a:latin typeface="Arial"/>
                <a:cs typeface="Arial"/>
              </a:rPr>
              <a:t>u</a:t>
            </a:r>
            <a:r>
              <a:rPr sz="1600" spc="0" dirty="0" smtClean="0">
                <a:latin typeface="Arial"/>
                <a:cs typeface="Arial"/>
              </a:rPr>
              <a:t>e:</a:t>
            </a:r>
            <a:endParaRPr sz="16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9207287" y="1502503"/>
            <a:ext cx="350187" cy="2280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730"/>
              </a:lnSpc>
              <a:spcBef>
                <a:spcPts val="86"/>
              </a:spcBef>
            </a:pPr>
            <a:r>
              <a:rPr sz="1600" spc="0" dirty="0" smtClean="0">
                <a:latin typeface="Arial"/>
                <a:cs typeface="Arial"/>
              </a:rPr>
              <a:t>em</a:t>
            </a:r>
            <a:endParaRPr sz="16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238384" y="1543312"/>
            <a:ext cx="174801" cy="1777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25"/>
              </a:lnSpc>
              <a:spcBef>
                <a:spcPts val="66"/>
              </a:spcBef>
            </a:pPr>
            <a:r>
              <a:rPr sz="1200" spc="166" dirty="0" smtClean="0">
                <a:solidFill>
                  <a:srgbClr val="65FF32"/>
                </a:solidFill>
                <a:latin typeface="Arial"/>
                <a:cs typeface="Arial"/>
              </a:rPr>
              <a:t>□</a:t>
            </a:r>
            <a:endParaRPr sz="12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944755" y="2343057"/>
            <a:ext cx="167043" cy="15651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145"/>
              </a:lnSpc>
              <a:spcBef>
                <a:spcPts val="57"/>
              </a:spcBef>
            </a:pPr>
            <a:r>
              <a:rPr sz="1000" spc="0" dirty="0" smtClean="0">
                <a:latin typeface="Times New Roman"/>
                <a:cs typeface="Times New Roman"/>
              </a:rPr>
              <a:t>W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423291" y="2389621"/>
            <a:ext cx="134295" cy="25015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905"/>
              </a:lnSpc>
              <a:spcBef>
                <a:spcPts val="95"/>
              </a:spcBef>
            </a:pPr>
            <a:r>
              <a:rPr sz="1750" spc="4" dirty="0" smtClean="0">
                <a:latin typeface="Times New Roman"/>
                <a:cs typeface="Times New Roman"/>
              </a:rPr>
              <a:t>t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8320416" y="2624192"/>
            <a:ext cx="897883" cy="26954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20"/>
              </a:lnSpc>
              <a:spcBef>
                <a:spcPts val="106"/>
              </a:spcBef>
            </a:pPr>
            <a:r>
              <a:rPr sz="2700" spc="0" baseline="1610" dirty="0" smtClean="0">
                <a:latin typeface="Times New Roman"/>
                <a:cs typeface="Times New Roman"/>
              </a:rPr>
              <a:t>m</a:t>
            </a:r>
            <a:r>
              <a:rPr sz="2700" spc="-92" baseline="1610" dirty="0" smtClean="0">
                <a:latin typeface="Times New Roman"/>
                <a:cs typeface="Times New Roman"/>
              </a:rPr>
              <a:t> </a:t>
            </a:r>
            <a:r>
              <a:rPr sz="1800" spc="-347" dirty="0" smtClean="0">
                <a:latin typeface="Meiryo"/>
                <a:cs typeface="Meiryo"/>
              </a:rPr>
              <a:t>=</a:t>
            </a:r>
            <a:r>
              <a:rPr sz="1800" spc="-230" dirty="0" smtClean="0">
                <a:latin typeface="Meiryo"/>
                <a:cs typeface="Meiryo"/>
              </a:rPr>
              <a:t> </a:t>
            </a:r>
            <a:r>
              <a:rPr sz="1900" spc="-276" dirty="0" smtClean="0">
                <a:latin typeface="Meiryo"/>
                <a:cs typeface="Meiryo"/>
              </a:rPr>
              <a:t>ρ</a:t>
            </a:r>
            <a:r>
              <a:rPr sz="1900" spc="-24" dirty="0" smtClean="0">
                <a:latin typeface="Meiryo"/>
                <a:cs typeface="Meiryo"/>
              </a:rPr>
              <a:t> </a:t>
            </a:r>
            <a:r>
              <a:rPr sz="1800" spc="-175" dirty="0" smtClean="0">
                <a:latin typeface="Meiryo"/>
                <a:cs typeface="Meiryo"/>
              </a:rPr>
              <a:t>⋅</a:t>
            </a:r>
            <a:r>
              <a:rPr sz="1800" spc="-439" dirty="0" smtClean="0">
                <a:latin typeface="Meiryo"/>
                <a:cs typeface="Meiryo"/>
              </a:rPr>
              <a:t> </a:t>
            </a:r>
            <a:r>
              <a:rPr sz="2700" spc="0" baseline="1610" dirty="0" smtClean="0">
                <a:latin typeface="Times New Roman"/>
                <a:cs typeface="Times New Roman"/>
              </a:rPr>
              <a:t>V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491874" y="2639172"/>
            <a:ext cx="270788" cy="262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000"/>
              </a:lnSpc>
              <a:spcBef>
                <a:spcPts val="100"/>
              </a:spcBef>
            </a:pPr>
            <a:r>
              <a:rPr sz="1850" spc="0" dirty="0" smtClean="0">
                <a:latin typeface="Times New Roman"/>
                <a:cs typeface="Times New Roman"/>
              </a:rPr>
              <a:t>W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782955" y="2635393"/>
            <a:ext cx="2420187" cy="26868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15"/>
              </a:lnSpc>
              <a:spcBef>
                <a:spcPts val="105"/>
              </a:spcBef>
            </a:pPr>
            <a:r>
              <a:rPr sz="1850" spc="-475" dirty="0" smtClean="0">
                <a:latin typeface="Meiryo"/>
                <a:cs typeface="Meiryo"/>
              </a:rPr>
              <a:t>=</a:t>
            </a:r>
            <a:r>
              <a:rPr sz="1850" spc="-164" dirty="0" smtClean="0">
                <a:latin typeface="Meiryo"/>
                <a:cs typeface="Meiryo"/>
              </a:rPr>
              <a:t> </a:t>
            </a:r>
            <a:r>
              <a:rPr sz="2775" spc="-258" baseline="1566" dirty="0" smtClean="0">
                <a:latin typeface="Times New Roman"/>
                <a:cs typeface="Times New Roman"/>
              </a:rPr>
              <a:t>m</a:t>
            </a:r>
            <a:r>
              <a:rPr sz="2775" spc="63" baseline="1566" dirty="0" smtClean="0">
                <a:latin typeface="Times New Roman"/>
                <a:cs typeface="Times New Roman"/>
              </a:rPr>
              <a:t> </a:t>
            </a:r>
            <a:r>
              <a:rPr sz="1850" spc="-116" dirty="0" smtClean="0">
                <a:latin typeface="Meiryo"/>
                <a:cs typeface="Meiryo"/>
              </a:rPr>
              <a:t>⋅</a:t>
            </a:r>
            <a:r>
              <a:rPr sz="1850" spc="-249" dirty="0" smtClean="0">
                <a:latin typeface="Meiryo"/>
                <a:cs typeface="Meiryo"/>
              </a:rPr>
              <a:t> </a:t>
            </a:r>
            <a:r>
              <a:rPr sz="2775" spc="0" baseline="1566" dirty="0" smtClean="0">
                <a:latin typeface="Times New Roman"/>
                <a:cs typeface="Times New Roman"/>
              </a:rPr>
              <a:t>g</a:t>
            </a:r>
            <a:r>
              <a:rPr sz="2775" spc="-39" baseline="1566" dirty="0" smtClean="0">
                <a:latin typeface="Times New Roman"/>
                <a:cs typeface="Times New Roman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,</a:t>
            </a:r>
            <a:r>
              <a:rPr sz="1600" spc="80" dirty="0" smtClean="0">
                <a:latin typeface="Arial"/>
                <a:cs typeface="Arial"/>
              </a:rPr>
              <a:t> </a:t>
            </a:r>
            <a:r>
              <a:rPr sz="1600" spc="4" dirty="0" smtClean="0">
                <a:latin typeface="Arial"/>
                <a:cs typeface="Arial"/>
              </a:rPr>
              <a:t>c</a:t>
            </a:r>
            <a:r>
              <a:rPr sz="1600" spc="9" dirty="0" smtClean="0">
                <a:latin typeface="Arial"/>
                <a:cs typeface="Arial"/>
              </a:rPr>
              <a:t>o</a:t>
            </a:r>
            <a:r>
              <a:rPr sz="1600" spc="0" dirty="0" smtClean="0">
                <a:latin typeface="Arial"/>
                <a:cs typeface="Arial"/>
              </a:rPr>
              <a:t>mo</a:t>
            </a:r>
            <a:r>
              <a:rPr sz="1600" spc="45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a</a:t>
            </a:r>
            <a:r>
              <a:rPr sz="1600" spc="85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ma</a:t>
            </a:r>
            <a:r>
              <a:rPr sz="1600" spc="19" dirty="0" smtClean="0">
                <a:latin typeface="Arial"/>
                <a:cs typeface="Arial"/>
              </a:rPr>
              <a:t>s</a:t>
            </a:r>
            <a:r>
              <a:rPr sz="1600" spc="4" dirty="0" smtClean="0">
                <a:latin typeface="Arial"/>
                <a:cs typeface="Arial"/>
              </a:rPr>
              <a:t>s</a:t>
            </a:r>
            <a:r>
              <a:rPr sz="1600" spc="0" dirty="0" smtClean="0">
                <a:latin typeface="Arial"/>
                <a:cs typeface="Arial"/>
              </a:rPr>
              <a:t>a</a:t>
            </a:r>
            <a:r>
              <a:rPr sz="1600" spc="37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é</a:t>
            </a:r>
            <a:endParaRPr sz="16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581289" y="2675982"/>
            <a:ext cx="3796777" cy="42316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indent="0">
              <a:lnSpc>
                <a:spcPts val="1540"/>
              </a:lnSpc>
              <a:spcBef>
                <a:spcPts val="237"/>
              </a:spcBef>
            </a:pPr>
            <a:r>
              <a:rPr sz="1600" spc="4" dirty="0" smtClean="0">
                <a:latin typeface="Arial"/>
                <a:cs typeface="Arial"/>
              </a:rPr>
              <a:t>S</a:t>
            </a:r>
            <a:r>
              <a:rPr sz="1600" spc="0" dirty="0" smtClean="0">
                <a:latin typeface="Arial"/>
                <a:cs typeface="Arial"/>
              </a:rPr>
              <a:t>abe</a:t>
            </a:r>
            <a:r>
              <a:rPr sz="1600" spc="-4" dirty="0" smtClean="0">
                <a:latin typeface="Arial"/>
                <a:cs typeface="Arial"/>
              </a:rPr>
              <a:t>-</a:t>
            </a:r>
            <a:r>
              <a:rPr sz="1600" spc="4" dirty="0" smtClean="0">
                <a:latin typeface="Arial"/>
                <a:cs typeface="Arial"/>
              </a:rPr>
              <a:t>s</a:t>
            </a:r>
            <a:r>
              <a:rPr sz="1600" spc="0" dirty="0" smtClean="0">
                <a:latin typeface="Arial"/>
                <a:cs typeface="Arial"/>
              </a:rPr>
              <a:t>e</a:t>
            </a:r>
            <a:r>
              <a:rPr sz="1600" spc="25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que</a:t>
            </a:r>
            <a:r>
              <a:rPr sz="1600" spc="58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o</a:t>
            </a:r>
            <a:r>
              <a:rPr sz="1600" spc="85" dirty="0" smtClean="0">
                <a:latin typeface="Arial"/>
                <a:cs typeface="Arial"/>
              </a:rPr>
              <a:t> </a:t>
            </a:r>
            <a:r>
              <a:rPr sz="1600" spc="9" dirty="0" smtClean="0">
                <a:latin typeface="Arial"/>
                <a:cs typeface="Arial"/>
              </a:rPr>
              <a:t>p</a:t>
            </a:r>
            <a:r>
              <a:rPr sz="1600" spc="0" dirty="0" smtClean="0">
                <a:latin typeface="Arial"/>
                <a:cs typeface="Arial"/>
              </a:rPr>
              <a:t>e</a:t>
            </a:r>
            <a:r>
              <a:rPr sz="1600" spc="4" dirty="0" smtClean="0">
                <a:latin typeface="Arial"/>
                <a:cs typeface="Arial"/>
              </a:rPr>
              <a:t>s</a:t>
            </a:r>
            <a:r>
              <a:rPr sz="1600" spc="0" dirty="0" smtClean="0">
                <a:latin typeface="Arial"/>
                <a:cs typeface="Arial"/>
              </a:rPr>
              <a:t>o</a:t>
            </a:r>
            <a:r>
              <a:rPr sz="1600" spc="50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é</a:t>
            </a:r>
            <a:r>
              <a:rPr sz="1600" spc="75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dado</a:t>
            </a:r>
            <a:r>
              <a:rPr sz="1600" spc="59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pe</a:t>
            </a:r>
            <a:r>
              <a:rPr sz="1600" spc="4" dirty="0" smtClean="0">
                <a:latin typeface="Arial"/>
                <a:cs typeface="Arial"/>
              </a:rPr>
              <a:t>l</a:t>
            </a:r>
            <a:r>
              <a:rPr sz="1600" spc="0" dirty="0" smtClean="0">
                <a:latin typeface="Arial"/>
                <a:cs typeface="Arial"/>
              </a:rPr>
              <a:t>a</a:t>
            </a:r>
            <a:r>
              <a:rPr sz="1600" spc="64" dirty="0" smtClean="0">
                <a:latin typeface="Arial"/>
                <a:cs typeface="Arial"/>
              </a:rPr>
              <a:t> </a:t>
            </a:r>
            <a:r>
              <a:rPr sz="1600" spc="-4" dirty="0" smtClean="0">
                <a:latin typeface="Arial"/>
                <a:cs typeface="Arial"/>
              </a:rPr>
              <a:t>r</a:t>
            </a:r>
            <a:r>
              <a:rPr sz="1600" spc="0" dirty="0" smtClean="0">
                <a:latin typeface="Arial"/>
                <a:cs typeface="Arial"/>
              </a:rPr>
              <a:t>e</a:t>
            </a:r>
            <a:r>
              <a:rPr sz="1600" spc="4" dirty="0" smtClean="0">
                <a:latin typeface="Arial"/>
                <a:cs typeface="Arial"/>
              </a:rPr>
              <a:t>l</a:t>
            </a:r>
            <a:r>
              <a:rPr sz="1600" spc="0" dirty="0" smtClean="0">
                <a:latin typeface="Arial"/>
                <a:cs typeface="Arial"/>
              </a:rPr>
              <a:t>a</a:t>
            </a:r>
            <a:r>
              <a:rPr sz="1600" spc="4" dirty="0" smtClean="0">
                <a:latin typeface="Arial"/>
                <a:cs typeface="Arial"/>
              </a:rPr>
              <a:t>ç</a:t>
            </a:r>
            <a:r>
              <a:rPr sz="1600" spc="0" dirty="0" smtClean="0">
                <a:latin typeface="Arial"/>
                <a:cs typeface="Arial"/>
              </a:rPr>
              <a:t>ão pode</a:t>
            </a:r>
            <a:r>
              <a:rPr sz="1600" spc="-4" dirty="0" smtClean="0">
                <a:latin typeface="Arial"/>
                <a:cs typeface="Arial"/>
              </a:rPr>
              <a:t>-</a:t>
            </a:r>
            <a:r>
              <a:rPr sz="1600" spc="4" dirty="0" smtClean="0">
                <a:latin typeface="Arial"/>
                <a:cs typeface="Arial"/>
              </a:rPr>
              <a:t>s</a:t>
            </a:r>
            <a:r>
              <a:rPr sz="1600" spc="0" dirty="0" smtClean="0">
                <a:latin typeface="Arial"/>
                <a:cs typeface="Arial"/>
              </a:rPr>
              <a:t>e</a:t>
            </a:r>
            <a:r>
              <a:rPr sz="1600" spc="-57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e</a:t>
            </a:r>
            <a:r>
              <a:rPr sz="1600" spc="4" dirty="0" smtClean="0">
                <a:latin typeface="Arial"/>
                <a:cs typeface="Arial"/>
              </a:rPr>
              <a:t>sc</a:t>
            </a:r>
            <a:r>
              <a:rPr sz="1600" spc="-4" dirty="0" smtClean="0">
                <a:latin typeface="Arial"/>
                <a:cs typeface="Arial"/>
              </a:rPr>
              <a:t>r</a:t>
            </a:r>
            <a:r>
              <a:rPr sz="1600" spc="0" dirty="0" smtClean="0">
                <a:latin typeface="Arial"/>
                <a:cs typeface="Arial"/>
              </a:rPr>
              <a:t>e</a:t>
            </a:r>
            <a:r>
              <a:rPr sz="1600" spc="4" dirty="0" smtClean="0">
                <a:latin typeface="Arial"/>
                <a:cs typeface="Arial"/>
              </a:rPr>
              <a:t>v</a:t>
            </a:r>
            <a:r>
              <a:rPr sz="1600" spc="0" dirty="0" smtClean="0">
                <a:latin typeface="Arial"/>
                <a:cs typeface="Arial"/>
              </a:rPr>
              <a:t>er</a:t>
            </a:r>
            <a:r>
              <a:rPr sz="1600" spc="-61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qu</a:t>
            </a:r>
            <a:r>
              <a:rPr sz="1600" spc="9" dirty="0" smtClean="0">
                <a:latin typeface="Arial"/>
                <a:cs typeface="Arial"/>
              </a:rPr>
              <a:t>e</a:t>
            </a:r>
            <a:r>
              <a:rPr sz="1600" spc="0" dirty="0" smtClean="0">
                <a:latin typeface="Arial"/>
                <a:cs typeface="Arial"/>
              </a:rPr>
              <a:t>:</a:t>
            </a:r>
            <a:endParaRPr sz="16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9433053" y="2675982"/>
            <a:ext cx="124849" cy="2280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730"/>
              </a:lnSpc>
              <a:spcBef>
                <a:spcPts val="86"/>
              </a:spcBef>
            </a:pPr>
            <a:r>
              <a:rPr sz="1600" spc="0" dirty="0" smtClean="0">
                <a:latin typeface="Arial"/>
                <a:cs typeface="Arial"/>
              </a:rPr>
              <a:t>,</a:t>
            </a:r>
            <a:endParaRPr sz="16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238384" y="2716791"/>
            <a:ext cx="174801" cy="1777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25"/>
              </a:lnSpc>
              <a:spcBef>
                <a:spcPts val="66"/>
              </a:spcBef>
            </a:pPr>
            <a:r>
              <a:rPr sz="1200" spc="166" dirty="0" smtClean="0">
                <a:solidFill>
                  <a:srgbClr val="65FF32"/>
                </a:solidFill>
                <a:latin typeface="Arial"/>
                <a:cs typeface="Arial"/>
              </a:rPr>
              <a:t>□</a:t>
            </a:r>
            <a:endParaRPr sz="120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581187" y="3604098"/>
            <a:ext cx="2755137" cy="2280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730"/>
              </a:lnSpc>
              <a:spcBef>
                <a:spcPts val="86"/>
              </a:spcBef>
            </a:pPr>
            <a:r>
              <a:rPr sz="1600" spc="4" dirty="0" smtClean="0">
                <a:latin typeface="Arial"/>
                <a:cs typeface="Arial"/>
              </a:rPr>
              <a:t>As</a:t>
            </a:r>
            <a:r>
              <a:rPr sz="1600" spc="-4" dirty="0" smtClean="0">
                <a:latin typeface="Arial"/>
                <a:cs typeface="Arial"/>
              </a:rPr>
              <a:t>s</a:t>
            </a:r>
            <a:r>
              <a:rPr sz="1600" spc="4" dirty="0" smtClean="0">
                <a:latin typeface="Arial"/>
                <a:cs typeface="Arial"/>
              </a:rPr>
              <a:t>i</a:t>
            </a:r>
            <a:r>
              <a:rPr sz="1600" spc="0" dirty="0" smtClean="0">
                <a:latin typeface="Arial"/>
                <a:cs typeface="Arial"/>
              </a:rPr>
              <a:t>m,</a:t>
            </a:r>
            <a:r>
              <a:rPr sz="1600" spc="-47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pode</a:t>
            </a:r>
            <a:r>
              <a:rPr sz="1600" spc="-4" dirty="0" smtClean="0">
                <a:latin typeface="Arial"/>
                <a:cs typeface="Arial"/>
              </a:rPr>
              <a:t>-</a:t>
            </a:r>
            <a:r>
              <a:rPr sz="1600" spc="4" dirty="0" smtClean="0">
                <a:latin typeface="Arial"/>
                <a:cs typeface="Arial"/>
              </a:rPr>
              <a:t>s</a:t>
            </a:r>
            <a:r>
              <a:rPr sz="1600" spc="0" dirty="0" smtClean="0">
                <a:latin typeface="Arial"/>
                <a:cs typeface="Arial"/>
              </a:rPr>
              <a:t>e</a:t>
            </a:r>
            <a:r>
              <a:rPr sz="1600" spc="-47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e</a:t>
            </a:r>
            <a:r>
              <a:rPr sz="1600" spc="4" dirty="0" smtClean="0">
                <a:latin typeface="Arial"/>
                <a:cs typeface="Arial"/>
              </a:rPr>
              <a:t>sc</a:t>
            </a:r>
            <a:r>
              <a:rPr sz="1600" spc="-4" dirty="0" smtClean="0">
                <a:latin typeface="Arial"/>
                <a:cs typeface="Arial"/>
              </a:rPr>
              <a:t>r</a:t>
            </a:r>
            <a:r>
              <a:rPr sz="1600" spc="0" dirty="0" smtClean="0">
                <a:latin typeface="Arial"/>
                <a:cs typeface="Arial"/>
              </a:rPr>
              <a:t>e</a:t>
            </a:r>
            <a:r>
              <a:rPr sz="1600" spc="4" dirty="0" smtClean="0">
                <a:latin typeface="Arial"/>
                <a:cs typeface="Arial"/>
              </a:rPr>
              <a:t>v</a:t>
            </a:r>
            <a:r>
              <a:rPr sz="1600" spc="0" dirty="0" smtClean="0">
                <a:latin typeface="Arial"/>
                <a:cs typeface="Arial"/>
              </a:rPr>
              <a:t>er</a:t>
            </a:r>
            <a:r>
              <a:rPr sz="1600" spc="-61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que:</a:t>
            </a:r>
            <a:endParaRPr sz="160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238384" y="3644907"/>
            <a:ext cx="174801" cy="1777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25"/>
              </a:lnSpc>
              <a:spcBef>
                <a:spcPts val="66"/>
              </a:spcBef>
            </a:pPr>
            <a:r>
              <a:rPr sz="1200" spc="166" dirty="0" smtClean="0">
                <a:solidFill>
                  <a:srgbClr val="65FF32"/>
                </a:solidFill>
                <a:latin typeface="Arial"/>
                <a:cs typeface="Arial"/>
              </a:rPr>
              <a:t>□</a:t>
            </a:r>
            <a:endParaRPr sz="120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5804291" y="4164627"/>
            <a:ext cx="172156" cy="1617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190"/>
              </a:lnSpc>
              <a:spcBef>
                <a:spcPts val="59"/>
              </a:spcBef>
            </a:pPr>
            <a:r>
              <a:rPr sz="1050" spc="0" dirty="0" smtClean="0">
                <a:latin typeface="Times New Roman"/>
                <a:cs typeface="Times New Roman"/>
              </a:rPr>
              <a:t>W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6607439" y="4164627"/>
            <a:ext cx="119080" cy="1617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190"/>
              </a:lnSpc>
              <a:spcBef>
                <a:spcPts val="59"/>
              </a:spcBef>
            </a:pPr>
            <a:r>
              <a:rPr sz="1050" spc="0" dirty="0" smtClean="0">
                <a:latin typeface="Times New Roman"/>
                <a:cs typeface="Times New Roman"/>
              </a:rPr>
              <a:t>v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3637164" y="4200253"/>
            <a:ext cx="160274" cy="14963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ct val="95825"/>
              </a:lnSpc>
            </a:pPr>
            <a:r>
              <a:rPr sz="950" spc="0" dirty="0" smtClean="0">
                <a:latin typeface="Times New Roman"/>
                <a:cs typeface="Times New Roman"/>
              </a:rPr>
              <a:t>W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4185804" y="4243154"/>
            <a:ext cx="129246" cy="23836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805"/>
              </a:lnSpc>
              <a:spcBef>
                <a:spcPts val="90"/>
              </a:spcBef>
            </a:pPr>
            <a:r>
              <a:rPr sz="1650" spc="4" dirty="0" smtClean="0">
                <a:latin typeface="Times New Roman"/>
                <a:cs typeface="Times New Roman"/>
              </a:rPr>
              <a:t>t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1581289" y="4582505"/>
            <a:ext cx="2394079" cy="2280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730"/>
              </a:lnSpc>
              <a:spcBef>
                <a:spcPts val="86"/>
              </a:spcBef>
            </a:pPr>
            <a:r>
              <a:rPr sz="1600" spc="4" dirty="0" smtClean="0">
                <a:latin typeface="Arial"/>
                <a:cs typeface="Arial"/>
              </a:rPr>
              <a:t>P</a:t>
            </a:r>
            <a:r>
              <a:rPr sz="1600" spc="0" dirty="0" smtClean="0">
                <a:latin typeface="Arial"/>
                <a:cs typeface="Arial"/>
              </a:rPr>
              <a:t>o</a:t>
            </a:r>
            <a:r>
              <a:rPr sz="1600" spc="-4" dirty="0" smtClean="0">
                <a:latin typeface="Arial"/>
                <a:cs typeface="Arial"/>
              </a:rPr>
              <a:t>r</a:t>
            </a:r>
            <a:r>
              <a:rPr sz="1600" spc="0" dirty="0" smtClean="0">
                <a:latin typeface="Arial"/>
                <a:cs typeface="Arial"/>
              </a:rPr>
              <a:t>tant</a:t>
            </a:r>
            <a:r>
              <a:rPr sz="1600" spc="9" dirty="0" smtClean="0">
                <a:latin typeface="Arial"/>
                <a:cs typeface="Arial"/>
              </a:rPr>
              <a:t>o</a:t>
            </a:r>
            <a:r>
              <a:rPr sz="1600" spc="0" dirty="0" smtClean="0">
                <a:latin typeface="Arial"/>
                <a:cs typeface="Arial"/>
              </a:rPr>
              <a:t>,</a:t>
            </a:r>
            <a:r>
              <a:rPr sz="1600" spc="90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pa</a:t>
            </a:r>
            <a:r>
              <a:rPr sz="1600" spc="-4" dirty="0" smtClean="0">
                <a:latin typeface="Arial"/>
                <a:cs typeface="Arial"/>
              </a:rPr>
              <a:t>r</a:t>
            </a:r>
            <a:r>
              <a:rPr sz="1600" spc="0" dirty="0" smtClean="0">
                <a:latin typeface="Arial"/>
                <a:cs typeface="Arial"/>
              </a:rPr>
              <a:t>a</a:t>
            </a:r>
            <a:r>
              <a:rPr sz="1600" spc="122" dirty="0" smtClean="0">
                <a:latin typeface="Arial"/>
                <a:cs typeface="Arial"/>
              </a:rPr>
              <a:t> </a:t>
            </a:r>
            <a:r>
              <a:rPr sz="1600" spc="19" dirty="0" smtClean="0">
                <a:latin typeface="Arial"/>
                <a:cs typeface="Arial"/>
              </a:rPr>
              <a:t>s</a:t>
            </a:r>
            <a:r>
              <a:rPr sz="1600" spc="0" dirty="0" smtClean="0">
                <a:latin typeface="Arial"/>
                <a:cs typeface="Arial"/>
              </a:rPr>
              <a:t>e</a:t>
            </a:r>
            <a:r>
              <a:rPr sz="1600" spc="127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obt</a:t>
            </a:r>
            <a:r>
              <a:rPr sz="1600" spc="9" dirty="0" smtClean="0">
                <a:latin typeface="Arial"/>
                <a:cs typeface="Arial"/>
              </a:rPr>
              <a:t>e</a:t>
            </a:r>
            <a:r>
              <a:rPr sz="1600" spc="0" dirty="0" smtClean="0">
                <a:latin typeface="Arial"/>
                <a:cs typeface="Arial"/>
              </a:rPr>
              <a:t>r</a:t>
            </a:r>
            <a:r>
              <a:rPr sz="1600" spc="113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a</a:t>
            </a:r>
            <a:endParaRPr sz="1600">
              <a:latin typeface="Arial"/>
              <a:cs typeface="Aria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3983053" y="4582505"/>
            <a:ext cx="5575961" cy="2280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730"/>
              </a:lnSpc>
              <a:spcBef>
                <a:spcPts val="86"/>
              </a:spcBef>
            </a:pPr>
            <a:r>
              <a:rPr sz="1600" spc="4" dirty="0" smtClean="0">
                <a:latin typeface="Arial"/>
                <a:cs typeface="Arial"/>
              </a:rPr>
              <a:t>v</a:t>
            </a:r>
            <a:r>
              <a:rPr sz="1600" spc="0" dirty="0" smtClean="0">
                <a:latin typeface="Arial"/>
                <a:cs typeface="Arial"/>
              </a:rPr>
              <a:t>a</a:t>
            </a:r>
            <a:r>
              <a:rPr sz="1600" spc="4" dirty="0" smtClean="0">
                <a:latin typeface="Arial"/>
                <a:cs typeface="Arial"/>
              </a:rPr>
              <a:t>z</a:t>
            </a:r>
            <a:r>
              <a:rPr sz="1600" spc="0" dirty="0" smtClean="0">
                <a:latin typeface="Arial"/>
                <a:cs typeface="Arial"/>
              </a:rPr>
              <a:t>ão</a:t>
            </a:r>
            <a:r>
              <a:rPr sz="1600" spc="122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em</a:t>
            </a:r>
            <a:r>
              <a:rPr sz="1600" spc="147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ma</a:t>
            </a:r>
            <a:r>
              <a:rPr sz="1600" spc="4" dirty="0" smtClean="0">
                <a:latin typeface="Arial"/>
                <a:cs typeface="Arial"/>
              </a:rPr>
              <a:t>ss</a:t>
            </a:r>
            <a:r>
              <a:rPr sz="1600" spc="0" dirty="0" smtClean="0">
                <a:latin typeface="Arial"/>
                <a:cs typeface="Arial"/>
              </a:rPr>
              <a:t>a</a:t>
            </a:r>
            <a:r>
              <a:rPr sz="1600" spc="117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ba</a:t>
            </a:r>
            <a:r>
              <a:rPr sz="1600" spc="4" dirty="0" smtClean="0">
                <a:latin typeface="Arial"/>
                <a:cs typeface="Arial"/>
              </a:rPr>
              <a:t>s</a:t>
            </a:r>
            <a:r>
              <a:rPr sz="1600" spc="0" dirty="0" smtClean="0">
                <a:latin typeface="Arial"/>
                <a:cs typeface="Arial"/>
              </a:rPr>
              <a:t>ta</a:t>
            </a:r>
            <a:r>
              <a:rPr sz="1600" spc="125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mu</a:t>
            </a:r>
            <a:r>
              <a:rPr sz="1600" spc="4" dirty="0" smtClean="0">
                <a:latin typeface="Arial"/>
                <a:cs typeface="Arial"/>
              </a:rPr>
              <a:t>l</a:t>
            </a:r>
            <a:r>
              <a:rPr sz="1600" spc="0" dirty="0" smtClean="0">
                <a:latin typeface="Arial"/>
                <a:cs typeface="Arial"/>
              </a:rPr>
              <a:t>t</a:t>
            </a:r>
            <a:r>
              <a:rPr sz="1600" spc="4" dirty="0" smtClean="0">
                <a:latin typeface="Arial"/>
                <a:cs typeface="Arial"/>
              </a:rPr>
              <a:t>i</a:t>
            </a:r>
            <a:r>
              <a:rPr sz="1600" spc="-9" dirty="0" smtClean="0">
                <a:latin typeface="Arial"/>
                <a:cs typeface="Arial"/>
              </a:rPr>
              <a:t>p</a:t>
            </a:r>
            <a:r>
              <a:rPr sz="1600" spc="4" dirty="0" smtClean="0">
                <a:latin typeface="Arial"/>
                <a:cs typeface="Arial"/>
              </a:rPr>
              <a:t>l</a:t>
            </a:r>
            <a:r>
              <a:rPr sz="1600" spc="-4" dirty="0" smtClean="0">
                <a:latin typeface="Arial"/>
                <a:cs typeface="Arial"/>
              </a:rPr>
              <a:t>i</a:t>
            </a:r>
            <a:r>
              <a:rPr sz="1600" spc="4" dirty="0" smtClean="0">
                <a:latin typeface="Arial"/>
                <a:cs typeface="Arial"/>
              </a:rPr>
              <a:t>c</a:t>
            </a:r>
            <a:r>
              <a:rPr sz="1600" spc="0" dirty="0" smtClean="0">
                <a:latin typeface="Arial"/>
                <a:cs typeface="Arial"/>
              </a:rPr>
              <a:t>ar</a:t>
            </a:r>
            <a:r>
              <a:rPr sz="1600" spc="92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a</a:t>
            </a:r>
            <a:r>
              <a:rPr sz="1600" spc="155" dirty="0" smtClean="0">
                <a:latin typeface="Arial"/>
                <a:cs typeface="Arial"/>
              </a:rPr>
              <a:t> </a:t>
            </a:r>
            <a:r>
              <a:rPr sz="1600" spc="4" dirty="0" smtClean="0">
                <a:latin typeface="Arial"/>
                <a:cs typeface="Arial"/>
              </a:rPr>
              <a:t>v</a:t>
            </a:r>
            <a:r>
              <a:rPr sz="1600" spc="0" dirty="0" smtClean="0">
                <a:latin typeface="Arial"/>
                <a:cs typeface="Arial"/>
              </a:rPr>
              <a:t>a</a:t>
            </a:r>
            <a:r>
              <a:rPr sz="1600" spc="4" dirty="0" smtClean="0">
                <a:latin typeface="Arial"/>
                <a:cs typeface="Arial"/>
              </a:rPr>
              <a:t>z</a:t>
            </a:r>
            <a:r>
              <a:rPr sz="1600" spc="0" dirty="0" smtClean="0">
                <a:latin typeface="Arial"/>
                <a:cs typeface="Arial"/>
              </a:rPr>
              <a:t>ão</a:t>
            </a:r>
            <a:r>
              <a:rPr sz="1600" spc="122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em</a:t>
            </a:r>
            <a:r>
              <a:rPr sz="1600" spc="147" dirty="0" smtClean="0">
                <a:latin typeface="Arial"/>
                <a:cs typeface="Arial"/>
              </a:rPr>
              <a:t> </a:t>
            </a:r>
            <a:r>
              <a:rPr sz="1600" spc="4" dirty="0" smtClean="0">
                <a:latin typeface="Arial"/>
                <a:cs typeface="Arial"/>
              </a:rPr>
              <a:t>v</a:t>
            </a:r>
            <a:r>
              <a:rPr sz="1600" spc="0" dirty="0" smtClean="0">
                <a:latin typeface="Arial"/>
                <a:cs typeface="Arial"/>
              </a:rPr>
              <a:t>o</a:t>
            </a:r>
            <a:r>
              <a:rPr sz="1600" spc="4" dirty="0" smtClean="0">
                <a:latin typeface="Arial"/>
                <a:cs typeface="Arial"/>
              </a:rPr>
              <a:t>l</a:t>
            </a:r>
            <a:r>
              <a:rPr sz="1600" spc="0" dirty="0" smtClean="0">
                <a:latin typeface="Arial"/>
                <a:cs typeface="Arial"/>
              </a:rPr>
              <a:t>ume</a:t>
            </a:r>
            <a:r>
              <a:rPr sz="1600" spc="103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pe</a:t>
            </a:r>
            <a:r>
              <a:rPr sz="1600" spc="4" dirty="0" smtClean="0">
                <a:latin typeface="Arial"/>
                <a:cs typeface="Arial"/>
              </a:rPr>
              <a:t>l</a:t>
            </a:r>
            <a:r>
              <a:rPr sz="1600" spc="0" dirty="0" smtClean="0">
                <a:latin typeface="Arial"/>
                <a:cs typeface="Arial"/>
              </a:rPr>
              <a:t>o</a:t>
            </a:r>
            <a:endParaRPr sz="1600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1238384" y="4623314"/>
            <a:ext cx="174801" cy="1777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25"/>
              </a:lnSpc>
              <a:spcBef>
                <a:spcPts val="66"/>
              </a:spcBef>
            </a:pPr>
            <a:r>
              <a:rPr sz="1200" spc="166" dirty="0" smtClean="0">
                <a:solidFill>
                  <a:srgbClr val="65FF32"/>
                </a:solidFill>
                <a:latin typeface="Arial"/>
                <a:cs typeface="Arial"/>
              </a:rPr>
              <a:t>□</a:t>
            </a:r>
            <a:endParaRPr sz="1200">
              <a:latin typeface="Arial"/>
              <a:cs typeface="Aria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1581289" y="4777577"/>
            <a:ext cx="7968291" cy="42316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540"/>
              </a:lnSpc>
              <a:spcBef>
                <a:spcPts val="237"/>
              </a:spcBef>
            </a:pPr>
            <a:r>
              <a:rPr sz="1600" spc="0" dirty="0" smtClean="0">
                <a:latin typeface="Arial"/>
                <a:cs typeface="Arial"/>
              </a:rPr>
              <a:t>pe</a:t>
            </a:r>
            <a:r>
              <a:rPr sz="1600" spc="4" dirty="0" smtClean="0">
                <a:latin typeface="Arial"/>
                <a:cs typeface="Arial"/>
              </a:rPr>
              <a:t>s</a:t>
            </a:r>
            <a:r>
              <a:rPr sz="1600" spc="0" dirty="0" smtClean="0">
                <a:latin typeface="Arial"/>
                <a:cs typeface="Arial"/>
              </a:rPr>
              <a:t>o</a:t>
            </a:r>
            <a:r>
              <a:rPr sz="1600" spc="85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e</a:t>
            </a:r>
            <a:r>
              <a:rPr sz="1600" spc="4" dirty="0" smtClean="0">
                <a:latin typeface="Arial"/>
                <a:cs typeface="Arial"/>
              </a:rPr>
              <a:t>s</a:t>
            </a:r>
            <a:r>
              <a:rPr sz="1600" spc="0" dirty="0" smtClean="0">
                <a:latin typeface="Arial"/>
                <a:cs typeface="Arial"/>
              </a:rPr>
              <a:t>pe</a:t>
            </a:r>
            <a:r>
              <a:rPr sz="1600" spc="4" dirty="0" smtClean="0">
                <a:latin typeface="Arial"/>
                <a:cs typeface="Arial"/>
              </a:rPr>
              <a:t>c</a:t>
            </a:r>
            <a:r>
              <a:rPr sz="1600" spc="0" dirty="0" smtClean="0">
                <a:latin typeface="Arial"/>
                <a:cs typeface="Arial"/>
              </a:rPr>
              <a:t>íf</a:t>
            </a:r>
            <a:r>
              <a:rPr sz="1600" spc="4" dirty="0" smtClean="0">
                <a:latin typeface="Arial"/>
                <a:cs typeface="Arial"/>
              </a:rPr>
              <a:t>ic</a:t>
            </a:r>
            <a:r>
              <a:rPr sz="1600" spc="0" dirty="0" smtClean="0">
                <a:latin typeface="Arial"/>
                <a:cs typeface="Arial"/>
              </a:rPr>
              <a:t>o</a:t>
            </a:r>
            <a:r>
              <a:rPr sz="1600" spc="47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do</a:t>
            </a:r>
            <a:r>
              <a:rPr sz="1600" spc="102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f</a:t>
            </a:r>
            <a:r>
              <a:rPr sz="1600" spc="4" dirty="0" smtClean="0">
                <a:latin typeface="Arial"/>
                <a:cs typeface="Arial"/>
              </a:rPr>
              <a:t>l</a:t>
            </a:r>
            <a:r>
              <a:rPr sz="1600" spc="0" dirty="0" smtClean="0">
                <a:latin typeface="Arial"/>
                <a:cs typeface="Arial"/>
              </a:rPr>
              <a:t>u</a:t>
            </a:r>
            <a:r>
              <a:rPr sz="1600" spc="4" dirty="0" smtClean="0">
                <a:latin typeface="Arial"/>
                <a:cs typeface="Arial"/>
              </a:rPr>
              <a:t>i</a:t>
            </a:r>
            <a:r>
              <a:rPr sz="1600" spc="0" dirty="0" smtClean="0">
                <a:latin typeface="Arial"/>
                <a:cs typeface="Arial"/>
              </a:rPr>
              <a:t>do</a:t>
            </a:r>
            <a:r>
              <a:rPr sz="1600" spc="81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em</a:t>
            </a:r>
            <a:r>
              <a:rPr sz="1600" spc="112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e</a:t>
            </a:r>
            <a:r>
              <a:rPr sz="1600" spc="4" dirty="0" smtClean="0">
                <a:latin typeface="Arial"/>
                <a:cs typeface="Arial"/>
              </a:rPr>
              <a:t>s</a:t>
            </a:r>
            <a:r>
              <a:rPr sz="1600" spc="14" dirty="0" smtClean="0">
                <a:latin typeface="Arial"/>
                <a:cs typeface="Arial"/>
              </a:rPr>
              <a:t>t</a:t>
            </a:r>
            <a:r>
              <a:rPr sz="1600" spc="0" dirty="0" smtClean="0">
                <a:latin typeface="Arial"/>
                <a:cs typeface="Arial"/>
              </a:rPr>
              <a:t>udo,</a:t>
            </a:r>
            <a:r>
              <a:rPr sz="1600" spc="67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o</a:t>
            </a:r>
            <a:r>
              <a:rPr sz="1600" spc="135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que</a:t>
            </a:r>
            <a:r>
              <a:rPr sz="1600" spc="128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tam</a:t>
            </a:r>
            <a:r>
              <a:rPr sz="1600" spc="9" dirty="0" smtClean="0">
                <a:latin typeface="Arial"/>
                <a:cs typeface="Arial"/>
              </a:rPr>
              <a:t>b</a:t>
            </a:r>
            <a:r>
              <a:rPr sz="1600" spc="0" dirty="0" smtClean="0">
                <a:latin typeface="Arial"/>
                <a:cs typeface="Arial"/>
              </a:rPr>
              <a:t>ém</a:t>
            </a:r>
            <a:r>
              <a:rPr sz="1600" spc="77" dirty="0" smtClean="0">
                <a:latin typeface="Arial"/>
                <a:cs typeface="Arial"/>
              </a:rPr>
              <a:t> </a:t>
            </a:r>
            <a:r>
              <a:rPr sz="1600" spc="4" dirty="0" smtClean="0">
                <a:latin typeface="Arial"/>
                <a:cs typeface="Arial"/>
              </a:rPr>
              <a:t>p</a:t>
            </a:r>
            <a:r>
              <a:rPr sz="1600" spc="0" dirty="0" smtClean="0">
                <a:latin typeface="Arial"/>
                <a:cs typeface="Arial"/>
              </a:rPr>
              <a:t>ode</a:t>
            </a:r>
            <a:r>
              <a:rPr sz="1600" spc="109" dirty="0" smtClean="0">
                <a:latin typeface="Arial"/>
                <a:cs typeface="Arial"/>
              </a:rPr>
              <a:t> </a:t>
            </a:r>
            <a:r>
              <a:rPr sz="1600" spc="4" dirty="0" smtClean="0">
                <a:latin typeface="Arial"/>
                <a:cs typeface="Arial"/>
              </a:rPr>
              <a:t>s</a:t>
            </a:r>
            <a:r>
              <a:rPr sz="1600" spc="9" dirty="0" smtClean="0">
                <a:latin typeface="Arial"/>
                <a:cs typeface="Arial"/>
              </a:rPr>
              <a:t>e</a:t>
            </a:r>
            <a:r>
              <a:rPr sz="1600" spc="0" dirty="0" smtClean="0">
                <a:latin typeface="Arial"/>
                <a:cs typeface="Arial"/>
              </a:rPr>
              <a:t>r</a:t>
            </a:r>
            <a:r>
              <a:rPr sz="1600" spc="117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e</a:t>
            </a:r>
            <a:r>
              <a:rPr sz="1600" spc="4" dirty="0" smtClean="0">
                <a:latin typeface="Arial"/>
                <a:cs typeface="Arial"/>
              </a:rPr>
              <a:t>x</a:t>
            </a:r>
            <a:r>
              <a:rPr sz="1600" spc="0" dirty="0" smtClean="0">
                <a:latin typeface="Arial"/>
                <a:cs typeface="Arial"/>
              </a:rPr>
              <a:t>p</a:t>
            </a:r>
            <a:r>
              <a:rPr sz="1600" spc="-4" dirty="0" smtClean="0">
                <a:latin typeface="Arial"/>
                <a:cs typeface="Arial"/>
              </a:rPr>
              <a:t>r</a:t>
            </a:r>
            <a:r>
              <a:rPr sz="1600" spc="0" dirty="0" smtClean="0">
                <a:latin typeface="Arial"/>
                <a:cs typeface="Arial"/>
              </a:rPr>
              <a:t>e</a:t>
            </a:r>
            <a:r>
              <a:rPr sz="1600" spc="4" dirty="0" smtClean="0">
                <a:latin typeface="Arial"/>
                <a:cs typeface="Arial"/>
              </a:rPr>
              <a:t>ss</a:t>
            </a:r>
            <a:r>
              <a:rPr sz="1600" spc="0" dirty="0" smtClean="0">
                <a:latin typeface="Arial"/>
                <a:cs typeface="Arial"/>
              </a:rPr>
              <a:t>o</a:t>
            </a:r>
            <a:r>
              <a:rPr sz="1600" spc="65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em</a:t>
            </a:r>
            <a:r>
              <a:rPr sz="1600" spc="132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fun</a:t>
            </a:r>
            <a:r>
              <a:rPr sz="1600" spc="4" dirty="0" smtClean="0">
                <a:latin typeface="Arial"/>
                <a:cs typeface="Arial"/>
              </a:rPr>
              <a:t>ç</a:t>
            </a:r>
            <a:r>
              <a:rPr sz="1600" spc="0" dirty="0" smtClean="0">
                <a:latin typeface="Arial"/>
                <a:cs typeface="Arial"/>
              </a:rPr>
              <a:t>ão</a:t>
            </a:r>
            <a:r>
              <a:rPr sz="1600" spc="81" dirty="0" smtClean="0">
                <a:latin typeface="Arial"/>
                <a:cs typeface="Arial"/>
              </a:rPr>
              <a:t> </a:t>
            </a:r>
            <a:r>
              <a:rPr sz="1600" spc="9" dirty="0" smtClean="0">
                <a:latin typeface="Arial"/>
                <a:cs typeface="Arial"/>
              </a:rPr>
              <a:t>d</a:t>
            </a:r>
            <a:r>
              <a:rPr sz="1600" spc="0" dirty="0" smtClean="0">
                <a:latin typeface="Arial"/>
                <a:cs typeface="Arial"/>
              </a:rPr>
              <a:t>a </a:t>
            </a:r>
            <a:r>
              <a:rPr sz="1600" spc="4" dirty="0" smtClean="0">
                <a:latin typeface="Arial"/>
                <a:cs typeface="Arial"/>
              </a:rPr>
              <a:t>v</a:t>
            </a:r>
            <a:r>
              <a:rPr sz="1600" spc="0" dirty="0" smtClean="0">
                <a:latin typeface="Arial"/>
                <a:cs typeface="Arial"/>
              </a:rPr>
              <a:t>e</a:t>
            </a:r>
            <a:r>
              <a:rPr sz="1600" spc="4" dirty="0" smtClean="0">
                <a:latin typeface="Arial"/>
                <a:cs typeface="Arial"/>
              </a:rPr>
              <a:t>l</a:t>
            </a:r>
            <a:r>
              <a:rPr sz="1600" spc="-9" dirty="0" smtClean="0">
                <a:latin typeface="Arial"/>
                <a:cs typeface="Arial"/>
              </a:rPr>
              <a:t>o</a:t>
            </a:r>
            <a:r>
              <a:rPr sz="1600" spc="4" dirty="0" smtClean="0">
                <a:latin typeface="Arial"/>
                <a:cs typeface="Arial"/>
              </a:rPr>
              <a:t>ci</a:t>
            </a:r>
            <a:r>
              <a:rPr sz="1600" spc="-9" dirty="0" smtClean="0">
                <a:latin typeface="Arial"/>
                <a:cs typeface="Arial"/>
              </a:rPr>
              <a:t>d</a:t>
            </a:r>
            <a:r>
              <a:rPr sz="1600" spc="0" dirty="0" smtClean="0">
                <a:latin typeface="Arial"/>
                <a:cs typeface="Arial"/>
              </a:rPr>
              <a:t>ade</a:t>
            </a:r>
            <a:r>
              <a:rPr sz="1600" spc="-76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do</a:t>
            </a:r>
            <a:r>
              <a:rPr sz="1600" spc="-17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e</a:t>
            </a:r>
            <a:r>
              <a:rPr sz="1600" spc="4" dirty="0" smtClean="0">
                <a:latin typeface="Arial"/>
                <a:cs typeface="Arial"/>
              </a:rPr>
              <a:t>sc</a:t>
            </a:r>
            <a:r>
              <a:rPr sz="1600" spc="0" dirty="0" smtClean="0">
                <a:latin typeface="Arial"/>
                <a:cs typeface="Arial"/>
              </a:rPr>
              <a:t>oamento</a:t>
            </a:r>
            <a:r>
              <a:rPr sz="1600" spc="-87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e</a:t>
            </a:r>
            <a:r>
              <a:rPr sz="1600" spc="-8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da</a:t>
            </a:r>
            <a:r>
              <a:rPr sz="1600" spc="-7" dirty="0" smtClean="0">
                <a:latin typeface="Arial"/>
                <a:cs typeface="Arial"/>
              </a:rPr>
              <a:t> </a:t>
            </a:r>
            <a:r>
              <a:rPr sz="1600" spc="9" dirty="0" smtClean="0">
                <a:latin typeface="Arial"/>
                <a:cs typeface="Arial"/>
              </a:rPr>
              <a:t>á</a:t>
            </a:r>
            <a:r>
              <a:rPr sz="1600" spc="-4" dirty="0" smtClean="0">
                <a:latin typeface="Arial"/>
                <a:cs typeface="Arial"/>
              </a:rPr>
              <a:t>r</a:t>
            </a:r>
            <a:r>
              <a:rPr sz="1600" spc="0" dirty="0" smtClean="0">
                <a:latin typeface="Arial"/>
                <a:cs typeface="Arial"/>
              </a:rPr>
              <a:t>ea</a:t>
            </a:r>
            <a:r>
              <a:rPr sz="1600" spc="-31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da</a:t>
            </a:r>
            <a:r>
              <a:rPr sz="1600" spc="-7" dirty="0" smtClean="0">
                <a:latin typeface="Arial"/>
                <a:cs typeface="Arial"/>
              </a:rPr>
              <a:t> </a:t>
            </a:r>
            <a:r>
              <a:rPr sz="1600" spc="4" dirty="0" smtClean="0">
                <a:latin typeface="Arial"/>
                <a:cs typeface="Arial"/>
              </a:rPr>
              <a:t>s</a:t>
            </a:r>
            <a:r>
              <a:rPr sz="1600" spc="0" dirty="0" smtClean="0">
                <a:latin typeface="Arial"/>
                <a:cs typeface="Arial"/>
              </a:rPr>
              <a:t>e</a:t>
            </a:r>
            <a:r>
              <a:rPr sz="1600" spc="4" dirty="0" smtClean="0">
                <a:latin typeface="Arial"/>
                <a:cs typeface="Arial"/>
              </a:rPr>
              <a:t>ç</a:t>
            </a:r>
            <a:r>
              <a:rPr sz="1600" spc="0" dirty="0" smtClean="0">
                <a:latin typeface="Arial"/>
                <a:cs typeface="Arial"/>
              </a:rPr>
              <a:t>ão</a:t>
            </a:r>
            <a:r>
              <a:rPr sz="1600" spc="-42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do</a:t>
            </a:r>
            <a:r>
              <a:rPr sz="1600" spc="-7" dirty="0" smtClean="0">
                <a:latin typeface="Arial"/>
                <a:cs typeface="Arial"/>
              </a:rPr>
              <a:t> </a:t>
            </a:r>
            <a:r>
              <a:rPr sz="1600" spc="4" dirty="0" smtClean="0">
                <a:latin typeface="Arial"/>
                <a:cs typeface="Arial"/>
              </a:rPr>
              <a:t>s</a:t>
            </a:r>
            <a:r>
              <a:rPr sz="1600" spc="0" dirty="0" smtClean="0">
                <a:latin typeface="Arial"/>
                <a:cs typeface="Arial"/>
              </a:rPr>
              <a:t>eg</a:t>
            </a:r>
            <a:r>
              <a:rPr sz="1600" spc="4" dirty="0" smtClean="0">
                <a:latin typeface="Arial"/>
                <a:cs typeface="Arial"/>
              </a:rPr>
              <a:t>ui</a:t>
            </a:r>
            <a:r>
              <a:rPr sz="1600" spc="0" dirty="0" smtClean="0">
                <a:latin typeface="Arial"/>
                <a:cs typeface="Arial"/>
              </a:rPr>
              <a:t>nte</a:t>
            </a:r>
            <a:r>
              <a:rPr sz="1600" spc="-60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modo:</a:t>
            </a:r>
            <a:endParaRPr sz="1600">
              <a:latin typeface="Arial"/>
              <a:cs typeface="Aria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1581186" y="5849952"/>
            <a:ext cx="7123099" cy="35719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730"/>
              </a:lnSpc>
              <a:spcBef>
                <a:spcPts val="86"/>
              </a:spcBef>
            </a:pPr>
            <a:r>
              <a:rPr sz="1600" spc="4" dirty="0" smtClean="0">
                <a:latin typeface="Arial"/>
                <a:cs typeface="Arial"/>
              </a:rPr>
              <a:t>A</a:t>
            </a:r>
            <a:r>
              <a:rPr sz="1600" spc="0" dirty="0" smtClean="0">
                <a:latin typeface="Arial"/>
                <a:cs typeface="Arial"/>
              </a:rPr>
              <a:t>s</a:t>
            </a:r>
            <a:r>
              <a:rPr sz="1600" spc="-13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un</a:t>
            </a:r>
            <a:r>
              <a:rPr sz="1600" spc="4" dirty="0" smtClean="0">
                <a:latin typeface="Arial"/>
                <a:cs typeface="Arial"/>
              </a:rPr>
              <a:t>i</a:t>
            </a:r>
            <a:r>
              <a:rPr sz="1600" spc="0" dirty="0" smtClean="0">
                <a:latin typeface="Arial"/>
                <a:cs typeface="Arial"/>
              </a:rPr>
              <a:t>dad</a:t>
            </a:r>
            <a:r>
              <a:rPr sz="1600" spc="-9" dirty="0" smtClean="0">
                <a:latin typeface="Arial"/>
                <a:cs typeface="Arial"/>
              </a:rPr>
              <a:t>e</a:t>
            </a:r>
            <a:r>
              <a:rPr sz="1600" spc="0" dirty="0" smtClean="0">
                <a:latin typeface="Arial"/>
                <a:cs typeface="Arial"/>
              </a:rPr>
              <a:t>s</a:t>
            </a:r>
            <a:r>
              <a:rPr sz="1600" spc="-59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u</a:t>
            </a:r>
            <a:r>
              <a:rPr sz="1600" spc="4" dirty="0" smtClean="0">
                <a:latin typeface="Arial"/>
                <a:cs typeface="Arial"/>
              </a:rPr>
              <a:t>s</a:t>
            </a:r>
            <a:r>
              <a:rPr sz="1600" spc="-9" dirty="0" smtClean="0">
                <a:latin typeface="Arial"/>
                <a:cs typeface="Arial"/>
              </a:rPr>
              <a:t>u</a:t>
            </a:r>
            <a:r>
              <a:rPr sz="1600" spc="0" dirty="0" smtClean="0">
                <a:latin typeface="Arial"/>
                <a:cs typeface="Arial"/>
              </a:rPr>
              <a:t>a</a:t>
            </a:r>
            <a:r>
              <a:rPr sz="1600" spc="4" dirty="0" smtClean="0">
                <a:latin typeface="Arial"/>
                <a:cs typeface="Arial"/>
              </a:rPr>
              <a:t>i</a:t>
            </a:r>
            <a:r>
              <a:rPr sz="1600" spc="0" dirty="0" smtClean="0">
                <a:latin typeface="Arial"/>
                <a:cs typeface="Arial"/>
              </a:rPr>
              <a:t>s</a:t>
            </a:r>
            <a:r>
              <a:rPr sz="1600" spc="-41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pa</a:t>
            </a:r>
            <a:r>
              <a:rPr sz="1600" spc="-4" dirty="0" smtClean="0">
                <a:latin typeface="Arial"/>
                <a:cs typeface="Arial"/>
              </a:rPr>
              <a:t>r</a:t>
            </a:r>
            <a:r>
              <a:rPr sz="1600" spc="0" dirty="0" smtClean="0">
                <a:latin typeface="Arial"/>
                <a:cs typeface="Arial"/>
              </a:rPr>
              <a:t>a</a:t>
            </a:r>
            <a:r>
              <a:rPr sz="1600" spc="-31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a</a:t>
            </a:r>
            <a:r>
              <a:rPr sz="1600" spc="-8" dirty="0" smtClean="0">
                <a:latin typeface="Arial"/>
                <a:cs typeface="Arial"/>
              </a:rPr>
              <a:t> </a:t>
            </a:r>
            <a:r>
              <a:rPr sz="1600" spc="4" dirty="0" smtClean="0">
                <a:latin typeface="Arial"/>
                <a:cs typeface="Arial"/>
              </a:rPr>
              <a:t>v</a:t>
            </a:r>
            <a:r>
              <a:rPr sz="1600" spc="0" dirty="0" smtClean="0">
                <a:latin typeface="Arial"/>
                <a:cs typeface="Arial"/>
              </a:rPr>
              <a:t>a</a:t>
            </a:r>
            <a:r>
              <a:rPr sz="1600" spc="4" dirty="0" smtClean="0">
                <a:latin typeface="Arial"/>
                <a:cs typeface="Arial"/>
              </a:rPr>
              <a:t>z</a:t>
            </a:r>
            <a:r>
              <a:rPr sz="1600" spc="0" dirty="0" smtClean="0">
                <a:latin typeface="Arial"/>
                <a:cs typeface="Arial"/>
              </a:rPr>
              <a:t>ão</a:t>
            </a:r>
            <a:r>
              <a:rPr sz="1600" spc="-32" dirty="0" smtClean="0">
                <a:latin typeface="Arial"/>
                <a:cs typeface="Arial"/>
              </a:rPr>
              <a:t> </a:t>
            </a:r>
            <a:r>
              <a:rPr sz="1600" spc="0" smtClean="0">
                <a:latin typeface="Arial"/>
                <a:cs typeface="Arial"/>
              </a:rPr>
              <a:t>em</a:t>
            </a:r>
            <a:r>
              <a:rPr sz="1600" spc="-22" smtClean="0">
                <a:latin typeface="Arial"/>
                <a:cs typeface="Arial"/>
              </a:rPr>
              <a:t> </a:t>
            </a:r>
            <a:r>
              <a:rPr lang="pt-BR" sz="1600" spc="-22" dirty="0" smtClean="0">
                <a:latin typeface="Arial"/>
                <a:cs typeface="Arial"/>
              </a:rPr>
              <a:t>peso</a:t>
            </a:r>
            <a:r>
              <a:rPr sz="1600" spc="-47" smtClean="0">
                <a:latin typeface="Arial"/>
                <a:cs typeface="Arial"/>
              </a:rPr>
              <a:t> </a:t>
            </a:r>
            <a:r>
              <a:rPr sz="1600" spc="4" dirty="0" smtClean="0">
                <a:latin typeface="Arial"/>
                <a:cs typeface="Arial"/>
              </a:rPr>
              <a:t>s</a:t>
            </a:r>
            <a:r>
              <a:rPr sz="1600" spc="0" dirty="0" smtClean="0">
                <a:latin typeface="Arial"/>
                <a:cs typeface="Arial"/>
              </a:rPr>
              <a:t>ão</a:t>
            </a:r>
            <a:r>
              <a:rPr sz="1600" spc="-25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o</a:t>
            </a:r>
            <a:r>
              <a:rPr sz="1600" spc="16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N/s</a:t>
            </a:r>
            <a:r>
              <a:rPr sz="1600" spc="-13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ou</a:t>
            </a:r>
            <a:r>
              <a:rPr sz="1600" spc="-17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então</a:t>
            </a:r>
            <a:r>
              <a:rPr sz="1600" spc="-29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o</a:t>
            </a:r>
            <a:r>
              <a:rPr sz="1600" spc="-8" dirty="0" smtClean="0">
                <a:latin typeface="Arial"/>
                <a:cs typeface="Arial"/>
              </a:rPr>
              <a:t> </a:t>
            </a:r>
            <a:r>
              <a:rPr sz="1600" spc="9" dirty="0" smtClean="0">
                <a:latin typeface="Arial"/>
                <a:cs typeface="Arial"/>
              </a:rPr>
              <a:t>N</a:t>
            </a:r>
            <a:r>
              <a:rPr sz="1600" spc="0" dirty="0" smtClean="0">
                <a:latin typeface="Arial"/>
                <a:cs typeface="Arial"/>
              </a:rPr>
              <a:t>/h.</a:t>
            </a:r>
            <a:endParaRPr sz="1600">
              <a:latin typeface="Arial"/>
              <a:cs typeface="Arial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1238384" y="5991866"/>
            <a:ext cx="174801" cy="1777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25"/>
              </a:lnSpc>
              <a:spcBef>
                <a:spcPts val="66"/>
              </a:spcBef>
            </a:pPr>
            <a:r>
              <a:rPr sz="1200" spc="166" dirty="0" smtClean="0">
                <a:solidFill>
                  <a:srgbClr val="65FF32"/>
                </a:solidFill>
                <a:latin typeface="Arial"/>
                <a:cs typeface="Arial"/>
              </a:rPr>
              <a:t>□</a:t>
            </a:r>
            <a:endParaRPr sz="1200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4338706" y="5362955"/>
            <a:ext cx="1556925" cy="4190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33529">
              <a:lnSpc>
                <a:spcPts val="3210"/>
              </a:lnSpc>
              <a:spcBef>
                <a:spcPts val="160"/>
              </a:spcBef>
            </a:pPr>
            <a:r>
              <a:rPr sz="3300" spc="-114" baseline="9223" dirty="0" smtClean="0">
                <a:latin typeface="Times New Roman"/>
                <a:cs typeface="Times New Roman"/>
              </a:rPr>
              <a:t>Q</a:t>
            </a:r>
            <a:r>
              <a:rPr sz="1875" spc="0" baseline="-9276" dirty="0" smtClean="0">
                <a:latin typeface="Times New Roman"/>
                <a:cs typeface="Times New Roman"/>
              </a:rPr>
              <a:t>W </a:t>
            </a:r>
            <a:r>
              <a:rPr sz="1875" spc="204" baseline="-9276" dirty="0" smtClean="0">
                <a:latin typeface="Times New Roman"/>
                <a:cs typeface="Times New Roman"/>
              </a:rPr>
              <a:t> </a:t>
            </a:r>
            <a:r>
              <a:rPr sz="3300" spc="-566" baseline="5468" dirty="0" smtClean="0">
                <a:latin typeface="Meiryo"/>
                <a:cs typeface="Meiryo"/>
              </a:rPr>
              <a:t>=</a:t>
            </a:r>
            <a:r>
              <a:rPr sz="3300" spc="-394" baseline="5468" dirty="0" smtClean="0">
                <a:latin typeface="Meiryo"/>
                <a:cs typeface="Meiryo"/>
              </a:rPr>
              <a:t> </a:t>
            </a:r>
            <a:r>
              <a:rPr sz="3450" spc="-402" baseline="5230" dirty="0" smtClean="0">
                <a:latin typeface="Meiryo"/>
                <a:cs typeface="Meiryo"/>
              </a:rPr>
              <a:t>γ</a:t>
            </a:r>
            <a:r>
              <a:rPr sz="3450" spc="-54" baseline="5230" dirty="0" smtClean="0">
                <a:latin typeface="Meiryo"/>
                <a:cs typeface="Meiryo"/>
              </a:rPr>
              <a:t> </a:t>
            </a:r>
            <a:r>
              <a:rPr sz="3300" spc="-222" baseline="5468" dirty="0" smtClean="0">
                <a:latin typeface="Meiryo"/>
                <a:cs typeface="Meiryo"/>
              </a:rPr>
              <a:t>⋅</a:t>
            </a:r>
            <a:r>
              <a:rPr sz="3300" spc="-400" baseline="5468" dirty="0" smtClean="0">
                <a:latin typeface="Meiryo"/>
                <a:cs typeface="Meiryo"/>
              </a:rPr>
              <a:t> </a:t>
            </a:r>
            <a:r>
              <a:rPr sz="3300" spc="-230" baseline="9223" dirty="0" smtClean="0">
                <a:latin typeface="Times New Roman"/>
                <a:cs typeface="Times New Roman"/>
              </a:rPr>
              <a:t>v</a:t>
            </a:r>
            <a:r>
              <a:rPr sz="3300" spc="-70" baseline="9223" dirty="0" smtClean="0">
                <a:latin typeface="Times New Roman"/>
                <a:cs typeface="Times New Roman"/>
              </a:rPr>
              <a:t> </a:t>
            </a:r>
            <a:r>
              <a:rPr sz="3300" spc="-161" baseline="5468" dirty="0" smtClean="0">
                <a:latin typeface="Meiryo"/>
                <a:cs typeface="Meiryo"/>
              </a:rPr>
              <a:t>⋅</a:t>
            </a:r>
            <a:r>
              <a:rPr sz="3300" spc="0" baseline="9223" dirty="0" smtClean="0">
                <a:latin typeface="Times New Roman"/>
                <a:cs typeface="Times New Roman"/>
              </a:rPr>
              <a:t>A</a:t>
            </a:r>
            <a:endParaRPr sz="2200" dirty="0">
              <a:latin typeface="Times New Roman"/>
              <a:cs typeface="Times New Roman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5634106" y="3994403"/>
            <a:ext cx="1093215" cy="35051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7438">
              <a:lnSpc>
                <a:spcPts val="2695"/>
              </a:lnSpc>
              <a:spcBef>
                <a:spcPts val="134"/>
              </a:spcBef>
              <a:tabLst>
                <a:tab pos="393700" algn="l"/>
              </a:tabLst>
            </a:pPr>
            <a:r>
              <a:rPr sz="2700" spc="0" baseline="9662" dirty="0" smtClean="0">
                <a:latin typeface="Times New Roman"/>
                <a:cs typeface="Times New Roman"/>
              </a:rPr>
              <a:t>Q</a:t>
            </a:r>
            <a:r>
              <a:rPr sz="2700" spc="-423" baseline="9662" dirty="0" smtClean="0">
                <a:latin typeface="Times New Roman"/>
                <a:cs typeface="Times New Roman"/>
              </a:rPr>
              <a:t> </a:t>
            </a:r>
            <a:r>
              <a:rPr sz="2700" spc="0" baseline="9662" dirty="0" smtClean="0">
                <a:latin typeface="Times New Roman"/>
                <a:cs typeface="Times New Roman"/>
              </a:rPr>
              <a:t>	</a:t>
            </a:r>
            <a:r>
              <a:rPr sz="2700" spc="-448" baseline="5728" dirty="0" smtClean="0">
                <a:latin typeface="Meiryo"/>
                <a:cs typeface="Meiryo"/>
              </a:rPr>
              <a:t>=</a:t>
            </a:r>
            <a:r>
              <a:rPr sz="2700" spc="-339" baseline="5728" dirty="0" smtClean="0">
                <a:latin typeface="Meiryo"/>
                <a:cs typeface="Meiryo"/>
              </a:rPr>
              <a:t> </a:t>
            </a:r>
            <a:r>
              <a:rPr sz="2925" spc="-351" baseline="5288" dirty="0" smtClean="0">
                <a:latin typeface="Meiryo"/>
                <a:cs typeface="Meiryo"/>
              </a:rPr>
              <a:t>γ</a:t>
            </a:r>
            <a:r>
              <a:rPr sz="2925" spc="-64" baseline="5288" dirty="0" smtClean="0">
                <a:latin typeface="Meiryo"/>
                <a:cs typeface="Meiryo"/>
              </a:rPr>
              <a:t> </a:t>
            </a:r>
            <a:r>
              <a:rPr sz="2700" spc="-169" baseline="5728" dirty="0" smtClean="0">
                <a:latin typeface="Meiryo"/>
                <a:cs typeface="Meiryo"/>
              </a:rPr>
              <a:t>⋅</a:t>
            </a:r>
            <a:r>
              <a:rPr sz="2700" spc="-350" baseline="5728" dirty="0" smtClean="0">
                <a:latin typeface="Meiryo"/>
                <a:cs typeface="Meiryo"/>
              </a:rPr>
              <a:t> </a:t>
            </a:r>
            <a:r>
              <a:rPr sz="2700" spc="25" baseline="9662" dirty="0" smtClean="0">
                <a:latin typeface="Times New Roman"/>
                <a:cs typeface="Times New Roman"/>
              </a:rPr>
              <a:t>Q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3474597" y="3922776"/>
            <a:ext cx="1020063" cy="55016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911">
              <a:lnSpc>
                <a:spcPts val="3370"/>
              </a:lnSpc>
              <a:spcBef>
                <a:spcPts val="168"/>
              </a:spcBef>
              <a:tabLst>
                <a:tab pos="381000" algn="l"/>
              </a:tabLst>
            </a:pPr>
            <a:r>
              <a:rPr sz="2475" spc="0" baseline="1756" dirty="0" smtClean="0">
                <a:latin typeface="Times New Roman"/>
                <a:cs typeface="Times New Roman"/>
              </a:rPr>
              <a:t>Q</a:t>
            </a:r>
            <a:r>
              <a:rPr sz="2475" spc="-400" baseline="1756" dirty="0" smtClean="0">
                <a:latin typeface="Times New Roman"/>
                <a:cs typeface="Times New Roman"/>
              </a:rPr>
              <a:t> </a:t>
            </a:r>
            <a:r>
              <a:rPr sz="2475" spc="0" baseline="1756" dirty="0" smtClean="0">
                <a:latin typeface="Times New Roman"/>
                <a:cs typeface="Times New Roman"/>
              </a:rPr>
              <a:t>	</a:t>
            </a:r>
            <a:r>
              <a:rPr sz="2475" spc="-411" baseline="1041" dirty="0" smtClean="0">
                <a:latin typeface="Meiryo"/>
                <a:cs typeface="Meiryo"/>
              </a:rPr>
              <a:t>=</a:t>
            </a:r>
            <a:r>
              <a:rPr sz="2475" spc="-89" baseline="1041" dirty="0" smtClean="0">
                <a:latin typeface="Meiryo"/>
                <a:cs typeface="Meiryo"/>
              </a:rPr>
              <a:t> </a:t>
            </a:r>
            <a:r>
              <a:rPr sz="2625" spc="-305" baseline="21606" dirty="0" smtClean="0">
                <a:latin typeface="Meiryo"/>
                <a:cs typeface="Meiryo"/>
              </a:rPr>
              <a:t>γ</a:t>
            </a:r>
            <a:r>
              <a:rPr sz="2625" spc="9" baseline="21606" dirty="0" smtClean="0">
                <a:latin typeface="Meiryo"/>
                <a:cs typeface="Meiryo"/>
              </a:rPr>
              <a:t> </a:t>
            </a:r>
            <a:r>
              <a:rPr sz="2475" spc="-161" baseline="22915" dirty="0" smtClean="0">
                <a:latin typeface="Meiryo"/>
                <a:cs typeface="Meiryo"/>
              </a:rPr>
              <a:t>⋅</a:t>
            </a:r>
            <a:r>
              <a:rPr sz="2475" spc="-389" baseline="22915" dirty="0" smtClean="0">
                <a:latin typeface="Meiryo"/>
                <a:cs typeface="Meiryo"/>
              </a:rPr>
              <a:t> </a:t>
            </a:r>
            <a:r>
              <a:rPr sz="2475" spc="0" baseline="38650" dirty="0" smtClean="0">
                <a:latin typeface="Times New Roman"/>
                <a:cs typeface="Times New Roman"/>
              </a:rPr>
              <a:t>V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4553589" y="3201923"/>
            <a:ext cx="1236471" cy="29565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3726">
              <a:lnSpc>
                <a:spcPts val="2330"/>
              </a:lnSpc>
              <a:spcBef>
                <a:spcPts val="116"/>
              </a:spcBef>
            </a:pPr>
            <a:r>
              <a:rPr sz="2625" spc="0" baseline="8282" dirty="0" smtClean="0">
                <a:latin typeface="Times New Roman"/>
                <a:cs typeface="Times New Roman"/>
              </a:rPr>
              <a:t>W</a:t>
            </a:r>
            <a:r>
              <a:rPr sz="2625" spc="34" baseline="8282" dirty="0" smtClean="0">
                <a:latin typeface="Times New Roman"/>
                <a:cs typeface="Times New Roman"/>
              </a:rPr>
              <a:t> </a:t>
            </a:r>
            <a:r>
              <a:rPr sz="2625" spc="-337" baseline="4910" dirty="0" smtClean="0">
                <a:latin typeface="Meiryo"/>
                <a:cs typeface="Meiryo"/>
              </a:rPr>
              <a:t>=</a:t>
            </a:r>
            <a:r>
              <a:rPr sz="2625" spc="-212" baseline="4910" dirty="0" smtClean="0">
                <a:latin typeface="Meiryo"/>
                <a:cs typeface="Meiryo"/>
              </a:rPr>
              <a:t> </a:t>
            </a:r>
            <a:r>
              <a:rPr sz="2775" spc="-269" baseline="4645" dirty="0" smtClean="0">
                <a:latin typeface="Meiryo"/>
                <a:cs typeface="Meiryo"/>
              </a:rPr>
              <a:t>ρ</a:t>
            </a:r>
            <a:r>
              <a:rPr sz="2775" spc="-49" baseline="4645" dirty="0" smtClean="0">
                <a:latin typeface="Meiryo"/>
                <a:cs typeface="Meiryo"/>
              </a:rPr>
              <a:t> </a:t>
            </a:r>
            <a:r>
              <a:rPr sz="2625" spc="-177" baseline="4910" dirty="0" smtClean="0">
                <a:latin typeface="Meiryo"/>
                <a:cs typeface="Meiryo"/>
              </a:rPr>
              <a:t>⋅</a:t>
            </a:r>
            <a:r>
              <a:rPr sz="2625" spc="-419" baseline="4910" dirty="0" smtClean="0">
                <a:latin typeface="Meiryo"/>
                <a:cs typeface="Meiryo"/>
              </a:rPr>
              <a:t> </a:t>
            </a:r>
            <a:r>
              <a:rPr sz="2625" spc="0" baseline="8282" dirty="0" smtClean="0">
                <a:latin typeface="Times New Roman"/>
                <a:cs typeface="Times New Roman"/>
              </a:rPr>
              <a:t>V</a:t>
            </a:r>
            <a:r>
              <a:rPr sz="2625" spc="-37" baseline="8282" dirty="0" smtClean="0">
                <a:latin typeface="Times New Roman"/>
                <a:cs typeface="Times New Roman"/>
              </a:rPr>
              <a:t> </a:t>
            </a:r>
            <a:r>
              <a:rPr sz="2625" spc="-177" baseline="4910" dirty="0" smtClean="0">
                <a:latin typeface="Meiryo"/>
                <a:cs typeface="Meiryo"/>
              </a:rPr>
              <a:t>⋅</a:t>
            </a:r>
            <a:r>
              <a:rPr sz="2625" spc="-169" baseline="4910" dirty="0" smtClean="0">
                <a:latin typeface="Meiryo"/>
                <a:cs typeface="Meiryo"/>
              </a:rPr>
              <a:t> </a:t>
            </a:r>
            <a:r>
              <a:rPr sz="2625" spc="0" baseline="8282" dirty="0" smtClean="0">
                <a:latin typeface="Times New Roman"/>
                <a:cs typeface="Times New Roman"/>
              </a:rPr>
              <a:t>g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4769997" y="2049779"/>
            <a:ext cx="876807" cy="58064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7439">
              <a:lnSpc>
                <a:spcPts val="3687"/>
              </a:lnSpc>
              <a:spcBef>
                <a:spcPts val="25"/>
              </a:spcBef>
              <a:tabLst>
                <a:tab pos="406400" algn="l"/>
              </a:tabLst>
            </a:pPr>
            <a:r>
              <a:rPr sz="1750" spc="0" dirty="0" smtClean="0">
                <a:latin typeface="Times New Roman"/>
                <a:cs typeface="Times New Roman"/>
              </a:rPr>
              <a:t>Q</a:t>
            </a:r>
            <a:r>
              <a:rPr sz="1750" spc="-424" dirty="0" smtClean="0">
                <a:latin typeface="Times New Roman"/>
                <a:cs typeface="Times New Roman"/>
              </a:rPr>
              <a:t> </a:t>
            </a:r>
            <a:r>
              <a:rPr sz="1750" spc="0" dirty="0" smtClean="0">
                <a:latin typeface="Times New Roman"/>
                <a:cs typeface="Times New Roman"/>
              </a:rPr>
              <a:t>	</a:t>
            </a:r>
            <a:r>
              <a:rPr sz="1750" spc="-436" dirty="0" smtClean="0">
                <a:latin typeface="Meiryo"/>
                <a:cs typeface="Meiryo"/>
              </a:rPr>
              <a:t>=</a:t>
            </a:r>
            <a:r>
              <a:rPr sz="1750" spc="-164" dirty="0" smtClean="0">
                <a:latin typeface="Meiryo"/>
                <a:cs typeface="Meiryo"/>
              </a:rPr>
              <a:t> </a:t>
            </a:r>
            <a:r>
              <a:rPr sz="2625" spc="0" baseline="38098" dirty="0" smtClean="0">
                <a:latin typeface="Times New Roman"/>
                <a:cs typeface="Times New Roman"/>
              </a:rPr>
              <a:t>W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5359805" y="2208777"/>
            <a:ext cx="230132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61" name="object 61"/>
          <p:cNvSpPr txBox="1"/>
          <p:nvPr/>
        </p:nvSpPr>
        <p:spPr>
          <a:xfrm>
            <a:off x="4026284" y="4066547"/>
            <a:ext cx="417581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12"/>
          <p:cNvSpPr txBox="1"/>
          <p:nvPr/>
        </p:nvSpPr>
        <p:spPr>
          <a:xfrm>
            <a:off x="1310017" y="1034143"/>
            <a:ext cx="2519034" cy="4825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779"/>
              </a:lnSpc>
              <a:spcBef>
                <a:spcPts val="189"/>
              </a:spcBef>
            </a:pPr>
            <a:r>
              <a:rPr sz="3600" spc="0" dirty="0" smtClean="0">
                <a:solidFill>
                  <a:srgbClr val="00CC65"/>
                </a:solidFill>
                <a:latin typeface="Arial"/>
                <a:cs typeface="Arial"/>
              </a:rPr>
              <a:t>Exerc</a:t>
            </a:r>
            <a:r>
              <a:rPr sz="3600" spc="-14" dirty="0" smtClean="0">
                <a:solidFill>
                  <a:srgbClr val="00CC65"/>
                </a:solidFill>
                <a:latin typeface="Arial"/>
                <a:cs typeface="Arial"/>
              </a:rPr>
              <a:t>í</a:t>
            </a:r>
            <a:r>
              <a:rPr sz="3600" spc="0" dirty="0" smtClean="0">
                <a:solidFill>
                  <a:srgbClr val="00CC65"/>
                </a:solidFill>
                <a:latin typeface="Arial"/>
                <a:cs typeface="Arial"/>
              </a:rPr>
              <a:t>c</a:t>
            </a:r>
            <a:r>
              <a:rPr sz="3600" spc="-4" dirty="0" smtClean="0">
                <a:solidFill>
                  <a:srgbClr val="00CC65"/>
                </a:solidFill>
                <a:latin typeface="Arial"/>
                <a:cs typeface="Arial"/>
              </a:rPr>
              <a:t>i</a:t>
            </a:r>
            <a:r>
              <a:rPr sz="3600" spc="0" dirty="0" smtClean="0">
                <a:solidFill>
                  <a:srgbClr val="00CC65"/>
                </a:solidFill>
                <a:latin typeface="Arial"/>
                <a:cs typeface="Arial"/>
              </a:rPr>
              <a:t>o </a:t>
            </a:r>
            <a:r>
              <a:rPr sz="3600" spc="154" dirty="0" smtClean="0">
                <a:solidFill>
                  <a:srgbClr val="00CC65"/>
                </a:solidFill>
                <a:latin typeface="Arial"/>
                <a:cs typeface="Arial"/>
              </a:rPr>
              <a:t> </a:t>
            </a:r>
            <a:r>
              <a:rPr sz="3600" spc="0" dirty="0" smtClean="0">
                <a:solidFill>
                  <a:srgbClr val="00CC65"/>
                </a:solidFill>
                <a:latin typeface="Arial"/>
                <a:cs typeface="Arial"/>
              </a:rPr>
              <a:t>1</a:t>
            </a:r>
            <a:endParaRPr sz="36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581289" y="1637251"/>
            <a:ext cx="8005372" cy="121259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algn="just">
              <a:lnSpc>
                <a:spcPts val="3070"/>
              </a:lnSpc>
              <a:spcBef>
                <a:spcPts val="393"/>
              </a:spcBef>
            </a:pPr>
            <a:r>
              <a:rPr sz="3200" spc="-4" dirty="0" smtClean="0">
                <a:latin typeface="Arial"/>
                <a:cs typeface="Arial"/>
              </a:rPr>
              <a:t>1</a:t>
            </a:r>
            <a:r>
              <a:rPr sz="3200" spc="0" dirty="0" smtClean="0">
                <a:latin typeface="Arial"/>
                <a:cs typeface="Arial"/>
              </a:rPr>
              <a:t>)</a:t>
            </a:r>
            <a:r>
              <a:rPr sz="3200" spc="9" dirty="0" smtClean="0">
                <a:latin typeface="Arial"/>
                <a:cs typeface="Arial"/>
              </a:rPr>
              <a:t> </a:t>
            </a:r>
            <a:r>
              <a:rPr sz="3200" spc="0" dirty="0" smtClean="0">
                <a:latin typeface="Arial"/>
                <a:cs typeface="Arial"/>
              </a:rPr>
              <a:t>C</a:t>
            </a:r>
            <a:r>
              <a:rPr sz="3200" spc="-4" dirty="0" smtClean="0">
                <a:latin typeface="Arial"/>
                <a:cs typeface="Arial"/>
              </a:rPr>
              <a:t>al</a:t>
            </a:r>
            <a:r>
              <a:rPr sz="3200" spc="4" dirty="0" smtClean="0">
                <a:latin typeface="Arial"/>
                <a:cs typeface="Arial"/>
              </a:rPr>
              <a:t>c</a:t>
            </a:r>
            <a:r>
              <a:rPr sz="3200" spc="-19" dirty="0" smtClean="0">
                <a:latin typeface="Arial"/>
                <a:cs typeface="Arial"/>
              </a:rPr>
              <a:t>u</a:t>
            </a:r>
            <a:r>
              <a:rPr sz="3200" spc="-4" dirty="0" smtClean="0">
                <a:latin typeface="Arial"/>
                <a:cs typeface="Arial"/>
              </a:rPr>
              <a:t>la</a:t>
            </a:r>
            <a:r>
              <a:rPr sz="3200" spc="0" dirty="0" smtClean="0">
                <a:latin typeface="Arial"/>
                <a:cs typeface="Arial"/>
              </a:rPr>
              <a:t>r</a:t>
            </a:r>
            <a:r>
              <a:rPr sz="3200" spc="9" dirty="0" smtClean="0">
                <a:latin typeface="Arial"/>
                <a:cs typeface="Arial"/>
              </a:rPr>
              <a:t> </a:t>
            </a:r>
            <a:r>
              <a:rPr sz="3200" spc="0" dirty="0" smtClean="0">
                <a:latin typeface="Arial"/>
                <a:cs typeface="Arial"/>
              </a:rPr>
              <a:t>o</a:t>
            </a:r>
            <a:r>
              <a:rPr sz="3200" spc="14" dirty="0" smtClean="0">
                <a:latin typeface="Arial"/>
                <a:cs typeface="Arial"/>
              </a:rPr>
              <a:t> </a:t>
            </a:r>
            <a:r>
              <a:rPr sz="3200" spc="0" dirty="0" smtClean="0">
                <a:latin typeface="Arial"/>
                <a:cs typeface="Arial"/>
              </a:rPr>
              <a:t>t</a:t>
            </a:r>
            <a:r>
              <a:rPr sz="3200" spc="-4" dirty="0" smtClean="0">
                <a:latin typeface="Arial"/>
                <a:cs typeface="Arial"/>
              </a:rPr>
              <a:t>emp</a:t>
            </a:r>
            <a:r>
              <a:rPr sz="3200" spc="0" dirty="0" smtClean="0">
                <a:latin typeface="Arial"/>
                <a:cs typeface="Arial"/>
              </a:rPr>
              <a:t>o</a:t>
            </a:r>
            <a:r>
              <a:rPr sz="3200" spc="14" dirty="0" smtClean="0">
                <a:latin typeface="Arial"/>
                <a:cs typeface="Arial"/>
              </a:rPr>
              <a:t> </a:t>
            </a:r>
            <a:r>
              <a:rPr sz="3200" spc="-4" dirty="0" smtClean="0">
                <a:latin typeface="Arial"/>
                <a:cs typeface="Arial"/>
              </a:rPr>
              <a:t>qu</a:t>
            </a:r>
            <a:r>
              <a:rPr sz="3200" spc="0" dirty="0" smtClean="0">
                <a:latin typeface="Arial"/>
                <a:cs typeface="Arial"/>
              </a:rPr>
              <a:t>e</a:t>
            </a:r>
            <a:r>
              <a:rPr sz="3200" spc="14" dirty="0" smtClean="0">
                <a:latin typeface="Arial"/>
                <a:cs typeface="Arial"/>
              </a:rPr>
              <a:t> </a:t>
            </a:r>
            <a:r>
              <a:rPr sz="3200" spc="-4" dirty="0" smtClean="0">
                <a:latin typeface="Arial"/>
                <a:cs typeface="Arial"/>
              </a:rPr>
              <a:t>le</a:t>
            </a:r>
            <a:r>
              <a:rPr sz="3200" spc="4" dirty="0" smtClean="0">
                <a:latin typeface="Arial"/>
                <a:cs typeface="Arial"/>
              </a:rPr>
              <a:t>v</a:t>
            </a:r>
            <a:r>
              <a:rPr sz="3200" spc="-4" dirty="0" smtClean="0">
                <a:latin typeface="Arial"/>
                <a:cs typeface="Arial"/>
              </a:rPr>
              <a:t>a</a:t>
            </a:r>
            <a:r>
              <a:rPr sz="3200" spc="0" dirty="0" smtClean="0">
                <a:latin typeface="Arial"/>
                <a:cs typeface="Arial"/>
              </a:rPr>
              <a:t>rá </a:t>
            </a:r>
            <a:r>
              <a:rPr sz="3200" spc="-4" dirty="0" smtClean="0">
                <a:latin typeface="Arial"/>
                <a:cs typeface="Arial"/>
              </a:rPr>
              <a:t>pa</a:t>
            </a:r>
            <a:r>
              <a:rPr sz="3200" spc="0" dirty="0" smtClean="0">
                <a:latin typeface="Arial"/>
                <a:cs typeface="Arial"/>
              </a:rPr>
              <a:t>ra</a:t>
            </a:r>
            <a:r>
              <a:rPr sz="3200" spc="14" dirty="0" smtClean="0">
                <a:latin typeface="Arial"/>
                <a:cs typeface="Arial"/>
              </a:rPr>
              <a:t> </a:t>
            </a:r>
            <a:r>
              <a:rPr sz="3200" spc="-4" dirty="0" smtClean="0">
                <a:latin typeface="Arial"/>
                <a:cs typeface="Arial"/>
              </a:rPr>
              <a:t>en</a:t>
            </a:r>
            <a:r>
              <a:rPr sz="3200" spc="4" dirty="0" smtClean="0">
                <a:latin typeface="Arial"/>
                <a:cs typeface="Arial"/>
              </a:rPr>
              <a:t>c</a:t>
            </a:r>
            <a:r>
              <a:rPr sz="3200" spc="-4" dirty="0" smtClean="0">
                <a:latin typeface="Arial"/>
                <a:cs typeface="Arial"/>
              </a:rPr>
              <a:t>he</a:t>
            </a:r>
            <a:r>
              <a:rPr sz="3200" spc="0" dirty="0" smtClean="0">
                <a:latin typeface="Arial"/>
                <a:cs typeface="Arial"/>
              </a:rPr>
              <a:t>r </a:t>
            </a:r>
            <a:r>
              <a:rPr sz="3200" spc="-4" dirty="0" smtClean="0">
                <a:latin typeface="Arial"/>
                <a:cs typeface="Arial"/>
              </a:rPr>
              <a:t>u</a:t>
            </a:r>
            <a:r>
              <a:rPr sz="3200" spc="0" dirty="0" smtClean="0">
                <a:latin typeface="Arial"/>
                <a:cs typeface="Arial"/>
              </a:rPr>
              <a:t>m t</a:t>
            </a:r>
            <a:r>
              <a:rPr sz="3200" spc="-4" dirty="0" smtClean="0">
                <a:latin typeface="Arial"/>
                <a:cs typeface="Arial"/>
              </a:rPr>
              <a:t>a</a:t>
            </a:r>
            <a:r>
              <a:rPr sz="3200" spc="-19" dirty="0" smtClean="0">
                <a:latin typeface="Arial"/>
                <a:cs typeface="Arial"/>
              </a:rPr>
              <a:t>m</a:t>
            </a:r>
            <a:r>
              <a:rPr sz="3200" spc="-4" dirty="0" smtClean="0">
                <a:latin typeface="Arial"/>
                <a:cs typeface="Arial"/>
              </a:rPr>
              <a:t>bo</a:t>
            </a:r>
            <a:r>
              <a:rPr sz="3200" spc="0" dirty="0" smtClean="0">
                <a:latin typeface="Arial"/>
                <a:cs typeface="Arial"/>
              </a:rPr>
              <a:t>r</a:t>
            </a:r>
            <a:r>
              <a:rPr sz="3200" spc="20" dirty="0" smtClean="0">
                <a:latin typeface="Arial"/>
                <a:cs typeface="Arial"/>
              </a:rPr>
              <a:t> </a:t>
            </a:r>
            <a:r>
              <a:rPr sz="3200" spc="-4" dirty="0" smtClean="0">
                <a:latin typeface="Arial"/>
                <a:cs typeface="Arial"/>
              </a:rPr>
              <a:t>d</a:t>
            </a:r>
            <a:r>
              <a:rPr sz="3200" spc="0" dirty="0" smtClean="0">
                <a:latin typeface="Arial"/>
                <a:cs typeface="Arial"/>
              </a:rPr>
              <a:t>e </a:t>
            </a:r>
            <a:r>
              <a:rPr sz="3200" spc="-19" dirty="0" smtClean="0">
                <a:latin typeface="Arial"/>
                <a:cs typeface="Arial"/>
              </a:rPr>
              <a:t>2</a:t>
            </a:r>
            <a:r>
              <a:rPr sz="3200" spc="-4" dirty="0" smtClean="0">
                <a:latin typeface="Arial"/>
                <a:cs typeface="Arial"/>
              </a:rPr>
              <a:t>1</a:t>
            </a:r>
            <a:r>
              <a:rPr sz="3200" spc="0" dirty="0" smtClean="0">
                <a:latin typeface="Arial"/>
                <a:cs typeface="Arial"/>
              </a:rPr>
              <a:t>4</a:t>
            </a:r>
            <a:r>
              <a:rPr sz="3200" spc="9" dirty="0" smtClean="0">
                <a:latin typeface="Arial"/>
                <a:cs typeface="Arial"/>
              </a:rPr>
              <a:t> </a:t>
            </a:r>
            <a:r>
              <a:rPr sz="3200" spc="-4" dirty="0" smtClean="0">
                <a:latin typeface="Arial"/>
                <a:cs typeface="Arial"/>
              </a:rPr>
              <a:t>li</a:t>
            </a:r>
            <a:r>
              <a:rPr sz="3200" spc="0" dirty="0" smtClean="0">
                <a:latin typeface="Arial"/>
                <a:cs typeface="Arial"/>
              </a:rPr>
              <a:t>tr</a:t>
            </a:r>
            <a:r>
              <a:rPr sz="3200" spc="-4" dirty="0" smtClean="0">
                <a:latin typeface="Arial"/>
                <a:cs typeface="Arial"/>
              </a:rPr>
              <a:t>o</a:t>
            </a:r>
            <a:r>
              <a:rPr sz="3200" spc="4" dirty="0" smtClean="0">
                <a:latin typeface="Arial"/>
                <a:cs typeface="Arial"/>
              </a:rPr>
              <a:t>s</a:t>
            </a:r>
            <a:r>
              <a:rPr sz="3200" spc="0" dirty="0" smtClean="0">
                <a:latin typeface="Arial"/>
                <a:cs typeface="Arial"/>
              </a:rPr>
              <a:t>,</a:t>
            </a:r>
            <a:r>
              <a:rPr sz="3200" spc="4" dirty="0" smtClean="0">
                <a:latin typeface="Arial"/>
                <a:cs typeface="Arial"/>
              </a:rPr>
              <a:t> s</a:t>
            </a:r>
            <a:r>
              <a:rPr sz="3200" spc="-4" dirty="0" smtClean="0">
                <a:latin typeface="Arial"/>
                <a:cs typeface="Arial"/>
              </a:rPr>
              <a:t>aben</a:t>
            </a:r>
            <a:r>
              <a:rPr sz="3200" spc="-19" dirty="0" smtClean="0">
                <a:latin typeface="Arial"/>
                <a:cs typeface="Arial"/>
              </a:rPr>
              <a:t>d</a:t>
            </a:r>
            <a:r>
              <a:rPr sz="3200" spc="-4" dirty="0" smtClean="0">
                <a:latin typeface="Arial"/>
                <a:cs typeface="Arial"/>
              </a:rPr>
              <a:t>o</a:t>
            </a:r>
            <a:r>
              <a:rPr sz="3200" spc="0" dirty="0" smtClean="0">
                <a:latin typeface="Arial"/>
                <a:cs typeface="Arial"/>
              </a:rPr>
              <a:t>-</a:t>
            </a:r>
            <a:r>
              <a:rPr sz="3200" spc="4" dirty="0" smtClean="0">
                <a:latin typeface="Arial"/>
                <a:cs typeface="Arial"/>
              </a:rPr>
              <a:t>s</a:t>
            </a:r>
            <a:r>
              <a:rPr sz="3200" spc="0" dirty="0" smtClean="0">
                <a:latin typeface="Arial"/>
                <a:cs typeface="Arial"/>
              </a:rPr>
              <a:t>e </a:t>
            </a:r>
            <a:r>
              <a:rPr sz="3200" spc="-4" dirty="0" smtClean="0">
                <a:latin typeface="Arial"/>
                <a:cs typeface="Arial"/>
              </a:rPr>
              <a:t>q</a:t>
            </a:r>
            <a:r>
              <a:rPr sz="3200" spc="-19" dirty="0" smtClean="0">
                <a:latin typeface="Arial"/>
                <a:cs typeface="Arial"/>
              </a:rPr>
              <a:t>u</a:t>
            </a:r>
            <a:r>
              <a:rPr sz="3200" spc="0" dirty="0" smtClean="0">
                <a:latin typeface="Arial"/>
                <a:cs typeface="Arial"/>
              </a:rPr>
              <a:t>e</a:t>
            </a:r>
            <a:r>
              <a:rPr sz="3200" spc="9" dirty="0" smtClean="0">
                <a:latin typeface="Arial"/>
                <a:cs typeface="Arial"/>
              </a:rPr>
              <a:t> </a:t>
            </a:r>
            <a:r>
              <a:rPr sz="3200" spc="0" dirty="0" smtClean="0">
                <a:latin typeface="Arial"/>
                <a:cs typeface="Arial"/>
              </a:rPr>
              <a:t>a </a:t>
            </a:r>
            <a:r>
              <a:rPr sz="3200" spc="4" dirty="0" smtClean="0">
                <a:latin typeface="Arial"/>
                <a:cs typeface="Arial"/>
              </a:rPr>
              <a:t>v</a:t>
            </a:r>
            <a:r>
              <a:rPr sz="3200" spc="-4" dirty="0" smtClean="0">
                <a:latin typeface="Arial"/>
                <a:cs typeface="Arial"/>
              </a:rPr>
              <a:t>elo</a:t>
            </a:r>
            <a:r>
              <a:rPr sz="3200" spc="4" dirty="0" smtClean="0">
                <a:latin typeface="Arial"/>
                <a:cs typeface="Arial"/>
              </a:rPr>
              <a:t>c</a:t>
            </a:r>
            <a:r>
              <a:rPr sz="3200" spc="-4" dirty="0" smtClean="0">
                <a:latin typeface="Arial"/>
                <a:cs typeface="Arial"/>
              </a:rPr>
              <a:t>id</a:t>
            </a:r>
            <a:r>
              <a:rPr sz="3200" spc="-19" dirty="0" smtClean="0">
                <a:latin typeface="Arial"/>
                <a:cs typeface="Arial"/>
              </a:rPr>
              <a:t>a</a:t>
            </a:r>
            <a:r>
              <a:rPr sz="3200" spc="-4" dirty="0" smtClean="0">
                <a:latin typeface="Arial"/>
                <a:cs typeface="Arial"/>
              </a:rPr>
              <a:t>d</a:t>
            </a:r>
            <a:r>
              <a:rPr sz="3200" spc="0" dirty="0" smtClean="0">
                <a:latin typeface="Arial"/>
                <a:cs typeface="Arial"/>
              </a:rPr>
              <a:t>e</a:t>
            </a:r>
            <a:r>
              <a:rPr sz="3200" spc="389" dirty="0" smtClean="0">
                <a:latin typeface="Arial"/>
                <a:cs typeface="Arial"/>
              </a:rPr>
              <a:t> </a:t>
            </a:r>
            <a:r>
              <a:rPr sz="3200" spc="-4" dirty="0" smtClean="0">
                <a:latin typeface="Arial"/>
                <a:cs typeface="Arial"/>
              </a:rPr>
              <a:t>d</a:t>
            </a:r>
            <a:r>
              <a:rPr sz="3200" spc="0" dirty="0" smtClean="0">
                <a:latin typeface="Arial"/>
                <a:cs typeface="Arial"/>
              </a:rPr>
              <a:t>e</a:t>
            </a:r>
            <a:r>
              <a:rPr sz="3200" spc="389" dirty="0" smtClean="0">
                <a:latin typeface="Arial"/>
                <a:cs typeface="Arial"/>
              </a:rPr>
              <a:t> </a:t>
            </a:r>
            <a:r>
              <a:rPr sz="3200" spc="-4" dirty="0" smtClean="0">
                <a:latin typeface="Arial"/>
                <a:cs typeface="Arial"/>
              </a:rPr>
              <a:t>e</a:t>
            </a:r>
            <a:r>
              <a:rPr sz="3200" spc="4" dirty="0" smtClean="0">
                <a:latin typeface="Arial"/>
                <a:cs typeface="Arial"/>
              </a:rPr>
              <a:t>sc</a:t>
            </a:r>
            <a:r>
              <a:rPr sz="3200" spc="-19" dirty="0" smtClean="0">
                <a:latin typeface="Arial"/>
                <a:cs typeface="Arial"/>
              </a:rPr>
              <a:t>o</a:t>
            </a:r>
            <a:r>
              <a:rPr sz="3200" spc="-4" dirty="0" smtClean="0">
                <a:latin typeface="Arial"/>
                <a:cs typeface="Arial"/>
              </a:rPr>
              <a:t>am</a:t>
            </a:r>
            <a:r>
              <a:rPr sz="3200" spc="-19" dirty="0" smtClean="0">
                <a:latin typeface="Arial"/>
                <a:cs typeface="Arial"/>
              </a:rPr>
              <a:t>e</a:t>
            </a:r>
            <a:r>
              <a:rPr sz="3200" spc="-4" dirty="0" smtClean="0">
                <a:latin typeface="Arial"/>
                <a:cs typeface="Arial"/>
              </a:rPr>
              <a:t>n</a:t>
            </a:r>
            <a:r>
              <a:rPr sz="3200" spc="0" dirty="0" smtClean="0">
                <a:latin typeface="Arial"/>
                <a:cs typeface="Arial"/>
              </a:rPr>
              <a:t>to</a:t>
            </a:r>
            <a:r>
              <a:rPr sz="3200" spc="389" dirty="0" smtClean="0">
                <a:latin typeface="Arial"/>
                <a:cs typeface="Arial"/>
              </a:rPr>
              <a:t> </a:t>
            </a:r>
            <a:r>
              <a:rPr sz="3200" spc="-4" dirty="0" smtClean="0">
                <a:latin typeface="Arial"/>
                <a:cs typeface="Arial"/>
              </a:rPr>
              <a:t>d</a:t>
            </a:r>
            <a:r>
              <a:rPr sz="3200" spc="0" dirty="0" smtClean="0">
                <a:latin typeface="Arial"/>
                <a:cs typeface="Arial"/>
              </a:rPr>
              <a:t>o</a:t>
            </a:r>
            <a:r>
              <a:rPr sz="3200" spc="400" dirty="0" smtClean="0">
                <a:latin typeface="Arial"/>
                <a:cs typeface="Arial"/>
              </a:rPr>
              <a:t> </a:t>
            </a:r>
            <a:r>
              <a:rPr sz="3200" spc="-4" dirty="0" smtClean="0">
                <a:latin typeface="Arial"/>
                <a:cs typeface="Arial"/>
              </a:rPr>
              <a:t>l</a:t>
            </a:r>
            <a:r>
              <a:rPr sz="3200" spc="9" dirty="0" smtClean="0">
                <a:latin typeface="Arial"/>
                <a:cs typeface="Arial"/>
              </a:rPr>
              <a:t>í</a:t>
            </a:r>
            <a:r>
              <a:rPr sz="3200" spc="-4" dirty="0" smtClean="0">
                <a:latin typeface="Arial"/>
                <a:cs typeface="Arial"/>
              </a:rPr>
              <a:t>quid</a:t>
            </a:r>
            <a:r>
              <a:rPr sz="3200" spc="0" dirty="0" smtClean="0">
                <a:latin typeface="Arial"/>
                <a:cs typeface="Arial"/>
              </a:rPr>
              <a:t>o</a:t>
            </a:r>
            <a:r>
              <a:rPr sz="3200" spc="399" dirty="0" smtClean="0">
                <a:latin typeface="Arial"/>
                <a:cs typeface="Arial"/>
              </a:rPr>
              <a:t> </a:t>
            </a:r>
            <a:r>
              <a:rPr sz="3200" spc="0" dirty="0" smtClean="0">
                <a:latin typeface="Arial"/>
                <a:cs typeface="Arial"/>
              </a:rPr>
              <a:t>é</a:t>
            </a:r>
            <a:r>
              <a:rPr sz="3200" spc="409" dirty="0" smtClean="0">
                <a:latin typeface="Arial"/>
                <a:cs typeface="Arial"/>
              </a:rPr>
              <a:t> </a:t>
            </a:r>
            <a:r>
              <a:rPr sz="3200" spc="-4" dirty="0" smtClean="0">
                <a:latin typeface="Arial"/>
                <a:cs typeface="Arial"/>
              </a:rPr>
              <a:t>d</a:t>
            </a:r>
            <a:r>
              <a:rPr sz="3200" spc="0" dirty="0" smtClean="0">
                <a:latin typeface="Arial"/>
                <a:cs typeface="Arial"/>
              </a:rPr>
              <a:t>e</a:t>
            </a:r>
            <a:endParaRPr sz="32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238384" y="1720104"/>
            <a:ext cx="311500" cy="3301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50"/>
              </a:lnSpc>
              <a:spcBef>
                <a:spcPts val="127"/>
              </a:spcBef>
            </a:pPr>
            <a:r>
              <a:rPr sz="2400" spc="333" dirty="0" smtClean="0">
                <a:solidFill>
                  <a:srgbClr val="65FF32"/>
                </a:solidFill>
                <a:latin typeface="Arial"/>
                <a:cs typeface="Arial"/>
              </a:rPr>
              <a:t>□</a:t>
            </a:r>
            <a:endParaRPr sz="24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581289" y="2809207"/>
            <a:ext cx="7399493" cy="4323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375"/>
              </a:lnSpc>
              <a:spcBef>
                <a:spcPts val="168"/>
              </a:spcBef>
            </a:pPr>
            <a:r>
              <a:rPr sz="3200" spc="-4" dirty="0" smtClean="0">
                <a:latin typeface="Arial"/>
                <a:cs typeface="Arial"/>
              </a:rPr>
              <a:t>0</a:t>
            </a:r>
            <a:r>
              <a:rPr sz="3200" spc="0" dirty="0" smtClean="0">
                <a:latin typeface="Arial"/>
                <a:cs typeface="Arial"/>
              </a:rPr>
              <a:t>,</a:t>
            </a:r>
            <a:r>
              <a:rPr sz="3200" spc="-4" dirty="0" smtClean="0">
                <a:latin typeface="Arial"/>
                <a:cs typeface="Arial"/>
              </a:rPr>
              <a:t>3m</a:t>
            </a:r>
            <a:r>
              <a:rPr sz="3200" spc="0" dirty="0" smtClean="0">
                <a:latin typeface="Arial"/>
                <a:cs typeface="Arial"/>
              </a:rPr>
              <a:t>/s</a:t>
            </a:r>
            <a:r>
              <a:rPr sz="3200" spc="339" dirty="0" smtClean="0">
                <a:latin typeface="Arial"/>
                <a:cs typeface="Arial"/>
              </a:rPr>
              <a:t> </a:t>
            </a:r>
            <a:r>
              <a:rPr sz="3200" spc="0" dirty="0" smtClean="0">
                <a:latin typeface="Arial"/>
                <a:cs typeface="Arial"/>
              </a:rPr>
              <a:t>e</a:t>
            </a:r>
            <a:r>
              <a:rPr sz="3200" spc="339" dirty="0" smtClean="0">
                <a:latin typeface="Arial"/>
                <a:cs typeface="Arial"/>
              </a:rPr>
              <a:t> </a:t>
            </a:r>
            <a:r>
              <a:rPr sz="3200" spc="0" dirty="0" smtClean="0">
                <a:latin typeface="Arial"/>
                <a:cs typeface="Arial"/>
              </a:rPr>
              <a:t>o</a:t>
            </a:r>
            <a:r>
              <a:rPr sz="3200" spc="339" dirty="0" smtClean="0">
                <a:latin typeface="Arial"/>
                <a:cs typeface="Arial"/>
              </a:rPr>
              <a:t> </a:t>
            </a:r>
            <a:r>
              <a:rPr sz="3200" spc="-4" dirty="0" smtClean="0">
                <a:latin typeface="Arial"/>
                <a:cs typeface="Arial"/>
              </a:rPr>
              <a:t>diâme</a:t>
            </a:r>
            <a:r>
              <a:rPr sz="3200" spc="0" dirty="0" smtClean="0">
                <a:latin typeface="Arial"/>
                <a:cs typeface="Arial"/>
              </a:rPr>
              <a:t>tro</a:t>
            </a:r>
            <a:r>
              <a:rPr sz="3200" spc="339" dirty="0" smtClean="0">
                <a:latin typeface="Arial"/>
                <a:cs typeface="Arial"/>
              </a:rPr>
              <a:t> </a:t>
            </a:r>
            <a:r>
              <a:rPr sz="3200" spc="-19" dirty="0" smtClean="0">
                <a:latin typeface="Arial"/>
                <a:cs typeface="Arial"/>
              </a:rPr>
              <a:t>d</a:t>
            </a:r>
            <a:r>
              <a:rPr sz="3200" spc="0" dirty="0" smtClean="0">
                <a:latin typeface="Arial"/>
                <a:cs typeface="Arial"/>
              </a:rPr>
              <a:t>o</a:t>
            </a:r>
            <a:r>
              <a:rPr sz="3200" spc="339" dirty="0" smtClean="0">
                <a:latin typeface="Arial"/>
                <a:cs typeface="Arial"/>
              </a:rPr>
              <a:t> </a:t>
            </a:r>
            <a:r>
              <a:rPr sz="3200" spc="0" dirty="0" smtClean="0">
                <a:latin typeface="Arial"/>
                <a:cs typeface="Arial"/>
              </a:rPr>
              <a:t>t</a:t>
            </a:r>
            <a:r>
              <a:rPr sz="3200" spc="-4" dirty="0" smtClean="0">
                <a:latin typeface="Arial"/>
                <a:cs typeface="Arial"/>
              </a:rPr>
              <a:t>ub</a:t>
            </a:r>
            <a:r>
              <a:rPr sz="3200" spc="0" dirty="0" smtClean="0">
                <a:latin typeface="Arial"/>
                <a:cs typeface="Arial"/>
              </a:rPr>
              <a:t>o</a:t>
            </a:r>
            <a:r>
              <a:rPr sz="3200" spc="339" dirty="0" smtClean="0">
                <a:latin typeface="Arial"/>
                <a:cs typeface="Arial"/>
              </a:rPr>
              <a:t> </a:t>
            </a:r>
            <a:r>
              <a:rPr sz="3200" spc="-4" dirty="0" smtClean="0">
                <a:latin typeface="Arial"/>
                <a:cs typeface="Arial"/>
              </a:rPr>
              <a:t>cone</a:t>
            </a:r>
            <a:r>
              <a:rPr sz="3200" spc="4" dirty="0" smtClean="0">
                <a:latin typeface="Arial"/>
                <a:cs typeface="Arial"/>
              </a:rPr>
              <a:t>c</a:t>
            </a:r>
            <a:r>
              <a:rPr sz="3200" spc="0" dirty="0" smtClean="0">
                <a:latin typeface="Arial"/>
                <a:cs typeface="Arial"/>
              </a:rPr>
              <a:t>t</a:t>
            </a:r>
            <a:r>
              <a:rPr sz="3200" spc="-4" dirty="0" smtClean="0">
                <a:latin typeface="Arial"/>
                <a:cs typeface="Arial"/>
              </a:rPr>
              <a:t>a</a:t>
            </a:r>
            <a:r>
              <a:rPr sz="3200" spc="-19" dirty="0" smtClean="0">
                <a:latin typeface="Arial"/>
                <a:cs typeface="Arial"/>
              </a:rPr>
              <a:t>d</a:t>
            </a:r>
            <a:r>
              <a:rPr sz="3200" spc="0" dirty="0" smtClean="0">
                <a:latin typeface="Arial"/>
                <a:cs typeface="Arial"/>
              </a:rPr>
              <a:t>o</a:t>
            </a:r>
            <a:endParaRPr sz="32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037747" y="2809207"/>
            <a:ext cx="551052" cy="4323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375"/>
              </a:lnSpc>
              <a:spcBef>
                <a:spcPts val="168"/>
              </a:spcBef>
            </a:pPr>
            <a:r>
              <a:rPr sz="3200" spc="-4" dirty="0" smtClean="0">
                <a:latin typeface="Arial"/>
                <a:cs typeface="Arial"/>
              </a:rPr>
              <a:t>a</a:t>
            </a:r>
            <a:r>
              <a:rPr sz="3200" spc="0" dirty="0" smtClean="0">
                <a:latin typeface="Arial"/>
                <a:cs typeface="Arial"/>
              </a:rPr>
              <a:t>o</a:t>
            </a:r>
            <a:endParaRPr sz="32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581289" y="3199351"/>
            <a:ext cx="1362348" cy="4323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375"/>
              </a:lnSpc>
              <a:spcBef>
                <a:spcPts val="168"/>
              </a:spcBef>
            </a:pPr>
            <a:r>
              <a:rPr sz="3200" spc="0" dirty="0" smtClean="0">
                <a:latin typeface="Arial"/>
                <a:cs typeface="Arial"/>
              </a:rPr>
              <a:t>t</a:t>
            </a:r>
            <a:r>
              <a:rPr sz="3200" spc="-4" dirty="0" smtClean="0">
                <a:latin typeface="Arial"/>
                <a:cs typeface="Arial"/>
              </a:rPr>
              <a:t>ambo</a:t>
            </a:r>
            <a:r>
              <a:rPr sz="3200" spc="0" dirty="0" smtClean="0">
                <a:latin typeface="Arial"/>
                <a:cs typeface="Arial"/>
              </a:rPr>
              <a:t>r</a:t>
            </a:r>
            <a:endParaRPr sz="32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955875" y="3199351"/>
            <a:ext cx="325563" cy="4323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375"/>
              </a:lnSpc>
              <a:spcBef>
                <a:spcPts val="168"/>
              </a:spcBef>
            </a:pPr>
            <a:r>
              <a:rPr sz="3200" spc="0" dirty="0" smtClean="0">
                <a:latin typeface="Arial"/>
                <a:cs typeface="Arial"/>
              </a:rPr>
              <a:t>é</a:t>
            </a:r>
            <a:endParaRPr sz="32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294139" y="3199351"/>
            <a:ext cx="2647212" cy="4323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375"/>
              </a:lnSpc>
              <a:spcBef>
                <a:spcPts val="168"/>
              </a:spcBef>
            </a:pPr>
            <a:r>
              <a:rPr sz="3200" spc="-4" dirty="0" smtClean="0">
                <a:latin typeface="Arial"/>
                <a:cs typeface="Arial"/>
              </a:rPr>
              <a:t>igua</a:t>
            </a:r>
            <a:r>
              <a:rPr sz="3200" spc="0" dirty="0" smtClean="0">
                <a:latin typeface="Arial"/>
                <a:cs typeface="Arial"/>
              </a:rPr>
              <a:t>l a </a:t>
            </a:r>
            <a:r>
              <a:rPr sz="3200" spc="-4" dirty="0" smtClean="0">
                <a:latin typeface="Arial"/>
                <a:cs typeface="Arial"/>
              </a:rPr>
              <a:t>30mm</a:t>
            </a:r>
            <a:r>
              <a:rPr sz="3200" spc="0" dirty="0" smtClean="0">
                <a:latin typeface="Arial"/>
                <a:cs typeface="Arial"/>
              </a:rPr>
              <a:t>.</a:t>
            </a:r>
            <a:endParaRPr sz="32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10"/>
          <p:cNvSpPr/>
          <p:nvPr/>
        </p:nvSpPr>
        <p:spPr>
          <a:xfrm>
            <a:off x="5449702" y="1616963"/>
            <a:ext cx="0" cy="5113019"/>
          </a:xfrm>
          <a:custGeom>
            <a:avLst/>
            <a:gdLst/>
            <a:ahLst/>
            <a:cxnLst/>
            <a:rect l="l" t="t" r="r" b="b"/>
            <a:pathLst>
              <a:path h="5113019">
                <a:moveTo>
                  <a:pt x="0" y="0"/>
                </a:moveTo>
                <a:lnTo>
                  <a:pt x="0" y="5113019"/>
                </a:lnTo>
              </a:path>
            </a:pathLst>
          </a:custGeom>
          <a:ln w="13461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417698" y="1616963"/>
            <a:ext cx="0" cy="5113019"/>
          </a:xfrm>
          <a:custGeom>
            <a:avLst/>
            <a:gdLst/>
            <a:ahLst/>
            <a:cxnLst/>
            <a:rect l="l" t="t" r="r" b="b"/>
            <a:pathLst>
              <a:path h="5113019">
                <a:moveTo>
                  <a:pt x="0" y="0"/>
                </a:moveTo>
                <a:lnTo>
                  <a:pt x="0" y="5113019"/>
                </a:lnTo>
              </a:path>
            </a:pathLst>
          </a:custGeom>
          <a:ln w="2565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5385694" y="1616963"/>
            <a:ext cx="0" cy="5113019"/>
          </a:xfrm>
          <a:custGeom>
            <a:avLst/>
            <a:gdLst/>
            <a:ahLst/>
            <a:cxnLst/>
            <a:rect l="l" t="t" r="r" b="b"/>
            <a:pathLst>
              <a:path h="5113019">
                <a:moveTo>
                  <a:pt x="0" y="0"/>
                </a:moveTo>
                <a:lnTo>
                  <a:pt x="0" y="5113019"/>
                </a:lnTo>
              </a:path>
            </a:pathLst>
          </a:custGeom>
          <a:ln w="13461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709563" y="3384809"/>
            <a:ext cx="644656" cy="0"/>
          </a:xfrm>
          <a:custGeom>
            <a:avLst/>
            <a:gdLst/>
            <a:ahLst/>
            <a:cxnLst/>
            <a:rect l="l" t="t" r="r" b="b"/>
            <a:pathLst>
              <a:path w="644656">
                <a:moveTo>
                  <a:pt x="0" y="0"/>
                </a:moveTo>
                <a:lnTo>
                  <a:pt x="644656" y="0"/>
                </a:lnTo>
              </a:path>
            </a:pathLst>
          </a:custGeom>
          <a:ln w="1104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7629018" y="2653282"/>
            <a:ext cx="184413" cy="0"/>
          </a:xfrm>
          <a:custGeom>
            <a:avLst/>
            <a:gdLst/>
            <a:ahLst/>
            <a:cxnLst/>
            <a:rect l="l" t="t" r="r" b="b"/>
            <a:pathLst>
              <a:path w="184413">
                <a:moveTo>
                  <a:pt x="0" y="0"/>
                </a:moveTo>
                <a:lnTo>
                  <a:pt x="184413" y="0"/>
                </a:lnTo>
              </a:path>
            </a:pathLst>
          </a:custGeom>
          <a:ln w="9802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310017" y="1034143"/>
            <a:ext cx="4729776" cy="4825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779"/>
              </a:lnSpc>
              <a:spcBef>
                <a:spcPts val="189"/>
              </a:spcBef>
              <a:tabLst>
                <a:tab pos="2590800" algn="l"/>
              </a:tabLst>
            </a:pPr>
            <a:r>
              <a:rPr sz="3600" spc="0" dirty="0" smtClean="0">
                <a:solidFill>
                  <a:srgbClr val="00CC65"/>
                </a:solidFill>
                <a:latin typeface="Arial"/>
                <a:cs typeface="Arial"/>
              </a:rPr>
              <a:t>S</a:t>
            </a:r>
            <a:r>
              <a:rPr sz="3600" spc="-4" dirty="0" smtClean="0">
                <a:solidFill>
                  <a:srgbClr val="00CC65"/>
                </a:solidFill>
                <a:latin typeface="Arial"/>
                <a:cs typeface="Arial"/>
              </a:rPr>
              <a:t>olu</a:t>
            </a:r>
            <a:r>
              <a:rPr sz="3600" spc="0" dirty="0" smtClean="0">
                <a:solidFill>
                  <a:srgbClr val="00CC65"/>
                </a:solidFill>
                <a:latin typeface="Arial"/>
                <a:cs typeface="Arial"/>
              </a:rPr>
              <a:t>ção</a:t>
            </a:r>
            <a:r>
              <a:rPr sz="3600" spc="938" dirty="0" smtClean="0">
                <a:solidFill>
                  <a:srgbClr val="00CC65"/>
                </a:solidFill>
                <a:latin typeface="Arial"/>
                <a:cs typeface="Arial"/>
              </a:rPr>
              <a:t> </a:t>
            </a:r>
            <a:r>
              <a:rPr sz="3600" spc="-4" dirty="0" smtClean="0">
                <a:solidFill>
                  <a:srgbClr val="00CC65"/>
                </a:solidFill>
                <a:latin typeface="Arial"/>
                <a:cs typeface="Arial"/>
              </a:rPr>
              <a:t>d</a:t>
            </a:r>
            <a:r>
              <a:rPr sz="3600" spc="0" dirty="0" smtClean="0">
                <a:solidFill>
                  <a:srgbClr val="00CC65"/>
                </a:solidFill>
                <a:latin typeface="Arial"/>
                <a:cs typeface="Arial"/>
              </a:rPr>
              <a:t>o</a:t>
            </a:r>
            <a:r>
              <a:rPr sz="3600" spc="-640" dirty="0" smtClean="0">
                <a:solidFill>
                  <a:srgbClr val="00CC65"/>
                </a:solidFill>
                <a:latin typeface="Arial"/>
                <a:cs typeface="Arial"/>
              </a:rPr>
              <a:t> </a:t>
            </a:r>
            <a:r>
              <a:rPr sz="3600" spc="0" dirty="0" smtClean="0">
                <a:solidFill>
                  <a:srgbClr val="00CC65"/>
                </a:solidFill>
                <a:latin typeface="Arial"/>
                <a:cs typeface="Arial"/>
              </a:rPr>
              <a:t>	</a:t>
            </a:r>
            <a:r>
              <a:rPr sz="3600" spc="9" dirty="0" smtClean="0">
                <a:solidFill>
                  <a:srgbClr val="00CC65"/>
                </a:solidFill>
                <a:latin typeface="Arial"/>
                <a:cs typeface="Arial"/>
              </a:rPr>
              <a:t>E</a:t>
            </a:r>
            <a:r>
              <a:rPr sz="3600" spc="197" dirty="0" smtClean="0">
                <a:solidFill>
                  <a:srgbClr val="00CC65"/>
                </a:solidFill>
                <a:latin typeface="Arial"/>
                <a:cs typeface="Arial"/>
              </a:rPr>
              <a:t>xe</a:t>
            </a:r>
            <a:r>
              <a:rPr sz="3600" spc="191" dirty="0" smtClean="0">
                <a:solidFill>
                  <a:srgbClr val="00CC65"/>
                </a:solidFill>
                <a:latin typeface="Arial"/>
                <a:cs typeface="Arial"/>
              </a:rPr>
              <a:t>r</a:t>
            </a:r>
            <a:r>
              <a:rPr sz="3600" spc="197" dirty="0" smtClean="0">
                <a:solidFill>
                  <a:srgbClr val="00CC65"/>
                </a:solidFill>
                <a:latin typeface="Arial"/>
                <a:cs typeface="Arial"/>
              </a:rPr>
              <a:t>c</a:t>
            </a:r>
            <a:r>
              <a:rPr sz="3600" spc="-14" dirty="0" smtClean="0">
                <a:solidFill>
                  <a:srgbClr val="00CC65"/>
                </a:solidFill>
                <a:latin typeface="Arial"/>
                <a:cs typeface="Arial"/>
              </a:rPr>
              <a:t>í</a:t>
            </a:r>
            <a:r>
              <a:rPr sz="3600" spc="197" dirty="0" smtClean="0">
                <a:solidFill>
                  <a:srgbClr val="00CC65"/>
                </a:solidFill>
                <a:latin typeface="Arial"/>
                <a:cs typeface="Arial"/>
              </a:rPr>
              <a:t>c</a:t>
            </a:r>
            <a:r>
              <a:rPr sz="3600" spc="184" dirty="0" smtClean="0">
                <a:solidFill>
                  <a:srgbClr val="00CC65"/>
                </a:solidFill>
                <a:latin typeface="Arial"/>
                <a:cs typeface="Arial"/>
              </a:rPr>
              <a:t>i</a:t>
            </a:r>
            <a:r>
              <a:rPr sz="3600" spc="180" dirty="0" smtClean="0">
                <a:solidFill>
                  <a:srgbClr val="00CC65"/>
                </a:solidFill>
                <a:latin typeface="Arial"/>
                <a:cs typeface="Arial"/>
              </a:rPr>
              <a:t>o</a:t>
            </a:r>
            <a:endParaRPr sz="36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059216" y="1034143"/>
            <a:ext cx="361095" cy="4825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779"/>
              </a:lnSpc>
              <a:spcBef>
                <a:spcPts val="189"/>
              </a:spcBef>
            </a:pPr>
            <a:r>
              <a:rPr sz="3600" spc="0" dirty="0" smtClean="0">
                <a:solidFill>
                  <a:srgbClr val="00CC65"/>
                </a:solidFill>
                <a:latin typeface="Arial"/>
                <a:cs typeface="Arial"/>
              </a:rPr>
              <a:t>1</a:t>
            </a:r>
            <a:endParaRPr sz="36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104272" y="1903657"/>
            <a:ext cx="3117952" cy="2539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939"/>
              </a:lnSpc>
              <a:spcBef>
                <a:spcPts val="97"/>
              </a:spcBef>
            </a:pPr>
            <a:r>
              <a:rPr sz="1800" spc="-4" dirty="0" smtClean="0">
                <a:latin typeface="Arial"/>
                <a:cs typeface="Arial"/>
              </a:rPr>
              <a:t>Cál</a:t>
            </a:r>
            <a:r>
              <a:rPr sz="1800" spc="0" dirty="0" smtClean="0">
                <a:latin typeface="Arial"/>
                <a:cs typeface="Arial"/>
              </a:rPr>
              <a:t>c</a:t>
            </a:r>
            <a:r>
              <a:rPr sz="1800" spc="4" dirty="0" smtClean="0">
                <a:latin typeface="Arial"/>
                <a:cs typeface="Arial"/>
              </a:rPr>
              <a:t>u</a:t>
            </a:r>
            <a:r>
              <a:rPr sz="1800" spc="-4" dirty="0" smtClean="0">
                <a:latin typeface="Arial"/>
                <a:cs typeface="Arial"/>
              </a:rPr>
              <a:t>l</a:t>
            </a:r>
            <a:r>
              <a:rPr sz="1800" spc="0" dirty="0" smtClean="0">
                <a:latin typeface="Arial"/>
                <a:cs typeface="Arial"/>
              </a:rPr>
              <a:t>o </a:t>
            </a:r>
            <a:r>
              <a:rPr sz="1800" spc="-4" dirty="0" smtClean="0">
                <a:latin typeface="Arial"/>
                <a:cs typeface="Arial"/>
              </a:rPr>
              <a:t>d</a:t>
            </a:r>
            <a:r>
              <a:rPr sz="1800" spc="0" dirty="0" smtClean="0">
                <a:latin typeface="Arial"/>
                <a:cs typeface="Arial"/>
              </a:rPr>
              <a:t>a v</a:t>
            </a:r>
            <a:r>
              <a:rPr sz="1800" spc="-4" dirty="0" smtClean="0">
                <a:latin typeface="Arial"/>
                <a:cs typeface="Arial"/>
              </a:rPr>
              <a:t>a</a:t>
            </a:r>
            <a:r>
              <a:rPr sz="1800" spc="9" dirty="0" smtClean="0">
                <a:latin typeface="Arial"/>
                <a:cs typeface="Arial"/>
              </a:rPr>
              <a:t>z</a:t>
            </a:r>
            <a:r>
              <a:rPr sz="1800" spc="-4" dirty="0" smtClean="0">
                <a:latin typeface="Arial"/>
                <a:cs typeface="Arial"/>
              </a:rPr>
              <a:t>ã</a:t>
            </a:r>
            <a:r>
              <a:rPr sz="1800" spc="0" dirty="0" smtClean="0">
                <a:latin typeface="Arial"/>
                <a:cs typeface="Arial"/>
              </a:rPr>
              <a:t>o v</a:t>
            </a:r>
            <a:r>
              <a:rPr sz="1800" spc="-4" dirty="0" smtClean="0">
                <a:latin typeface="Arial"/>
                <a:cs typeface="Arial"/>
              </a:rPr>
              <a:t>olu</a:t>
            </a:r>
            <a:r>
              <a:rPr sz="1800" spc="9" dirty="0" smtClean="0">
                <a:latin typeface="Arial"/>
                <a:cs typeface="Arial"/>
              </a:rPr>
              <a:t>m</a:t>
            </a:r>
            <a:r>
              <a:rPr sz="1800" spc="-4" dirty="0" smtClean="0">
                <a:latin typeface="Arial"/>
                <a:cs typeface="Arial"/>
              </a:rPr>
              <a:t>é</a:t>
            </a:r>
            <a:r>
              <a:rPr sz="1800" spc="4" dirty="0" smtClean="0">
                <a:latin typeface="Arial"/>
                <a:cs typeface="Arial"/>
              </a:rPr>
              <a:t>t</a:t>
            </a:r>
            <a:r>
              <a:rPr sz="1800" spc="0" dirty="0" smtClean="0">
                <a:latin typeface="Arial"/>
                <a:cs typeface="Arial"/>
              </a:rPr>
              <a:t>r</a:t>
            </a:r>
            <a:r>
              <a:rPr sz="1800" spc="-4" dirty="0" smtClean="0">
                <a:latin typeface="Arial"/>
                <a:cs typeface="Arial"/>
              </a:rPr>
              <a:t>i</a:t>
            </a:r>
            <a:r>
              <a:rPr sz="1800" spc="0" dirty="0" smtClean="0">
                <a:latin typeface="Arial"/>
                <a:cs typeface="Arial"/>
              </a:rPr>
              <a:t>c</a:t>
            </a:r>
            <a:r>
              <a:rPr sz="1800" spc="-4" dirty="0" smtClean="0">
                <a:latin typeface="Arial"/>
                <a:cs typeface="Arial"/>
              </a:rPr>
              <a:t>a</a:t>
            </a:r>
            <a:r>
              <a:rPr sz="1800" spc="0" dirty="0" smtClean="0">
                <a:latin typeface="Arial"/>
                <a:cs typeface="Arial"/>
              </a:rPr>
              <a:t>:</a:t>
            </a:r>
            <a:endParaRPr sz="18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433294" y="1903657"/>
            <a:ext cx="1912648" cy="2539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939"/>
              </a:lnSpc>
              <a:spcBef>
                <a:spcPts val="97"/>
              </a:spcBef>
            </a:pPr>
            <a:r>
              <a:rPr sz="1800" spc="-4" dirty="0" smtClean="0">
                <a:latin typeface="Arial"/>
                <a:cs typeface="Arial"/>
              </a:rPr>
              <a:t>Cál</a:t>
            </a:r>
            <a:r>
              <a:rPr sz="1800" spc="0" dirty="0" smtClean="0">
                <a:latin typeface="Arial"/>
                <a:cs typeface="Arial"/>
              </a:rPr>
              <a:t>c</a:t>
            </a:r>
            <a:r>
              <a:rPr sz="1800" spc="4" dirty="0" smtClean="0">
                <a:latin typeface="Arial"/>
                <a:cs typeface="Arial"/>
              </a:rPr>
              <a:t>u</a:t>
            </a:r>
            <a:r>
              <a:rPr sz="1800" spc="-4" dirty="0" smtClean="0">
                <a:latin typeface="Arial"/>
                <a:cs typeface="Arial"/>
              </a:rPr>
              <a:t>l</a:t>
            </a:r>
            <a:r>
              <a:rPr sz="1800" spc="0" dirty="0" smtClean="0">
                <a:latin typeface="Arial"/>
                <a:cs typeface="Arial"/>
              </a:rPr>
              <a:t>o </a:t>
            </a:r>
            <a:r>
              <a:rPr sz="1800" spc="-4" dirty="0" smtClean="0">
                <a:latin typeface="Arial"/>
                <a:cs typeface="Arial"/>
              </a:rPr>
              <a:t>d</a:t>
            </a:r>
            <a:r>
              <a:rPr sz="1800" spc="0" dirty="0" smtClean="0">
                <a:latin typeface="Arial"/>
                <a:cs typeface="Arial"/>
              </a:rPr>
              <a:t>o </a:t>
            </a:r>
            <a:r>
              <a:rPr sz="1800" spc="4" dirty="0" smtClean="0">
                <a:latin typeface="Arial"/>
                <a:cs typeface="Arial"/>
              </a:rPr>
              <a:t>t</a:t>
            </a:r>
            <a:r>
              <a:rPr sz="1800" spc="-4" dirty="0" smtClean="0">
                <a:latin typeface="Arial"/>
                <a:cs typeface="Arial"/>
              </a:rPr>
              <a:t>e</a:t>
            </a:r>
            <a:r>
              <a:rPr sz="1800" spc="9" dirty="0" smtClean="0">
                <a:latin typeface="Arial"/>
                <a:cs typeface="Arial"/>
              </a:rPr>
              <a:t>m</a:t>
            </a:r>
            <a:r>
              <a:rPr sz="1800" spc="-4" dirty="0" smtClean="0">
                <a:latin typeface="Arial"/>
                <a:cs typeface="Arial"/>
              </a:rPr>
              <a:t>po</a:t>
            </a:r>
            <a:r>
              <a:rPr sz="1800" spc="0" dirty="0" smtClean="0">
                <a:latin typeface="Arial"/>
                <a:cs typeface="Arial"/>
              </a:rPr>
              <a:t>:</a:t>
            </a:r>
            <a:endParaRPr sz="18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421254" y="2359840"/>
            <a:ext cx="430950" cy="40811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215"/>
              </a:lnSpc>
              <a:spcBef>
                <a:spcPts val="160"/>
              </a:spcBef>
            </a:pPr>
            <a:r>
              <a:rPr sz="2775" spc="-475" baseline="-3716" dirty="0" smtClean="0">
                <a:latin typeface="Meiryo"/>
                <a:cs typeface="Meiryo"/>
              </a:rPr>
              <a:t>=</a:t>
            </a:r>
            <a:r>
              <a:rPr sz="2775" spc="-154" baseline="-3716" dirty="0" smtClean="0">
                <a:latin typeface="Meiryo"/>
                <a:cs typeface="Meiryo"/>
              </a:rPr>
              <a:t> </a:t>
            </a:r>
            <a:r>
              <a:rPr sz="2775" spc="0" baseline="29771" dirty="0" smtClean="0">
                <a:latin typeface="Times New Roman"/>
                <a:cs typeface="Times New Roman"/>
              </a:rPr>
              <a:t>V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983622" y="2377595"/>
            <a:ext cx="1232097" cy="37201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30"/>
              </a:lnSpc>
              <a:spcBef>
                <a:spcPts val="146"/>
              </a:spcBef>
            </a:pPr>
            <a:r>
              <a:rPr sz="3450" spc="14" baseline="8822" dirty="0" smtClean="0">
                <a:latin typeface="Times New Roman"/>
                <a:cs typeface="Times New Roman"/>
              </a:rPr>
              <a:t>Q</a:t>
            </a:r>
            <a:r>
              <a:rPr sz="2025" spc="0" baseline="-8589" dirty="0" smtClean="0">
                <a:latin typeface="Times New Roman"/>
                <a:cs typeface="Times New Roman"/>
              </a:rPr>
              <a:t>v </a:t>
            </a:r>
            <a:r>
              <a:rPr sz="2025" spc="181" baseline="-8589" dirty="0" smtClean="0">
                <a:latin typeface="Times New Roman"/>
                <a:cs typeface="Times New Roman"/>
              </a:rPr>
              <a:t> </a:t>
            </a:r>
            <a:r>
              <a:rPr sz="3450" spc="-480" baseline="5230" dirty="0" smtClean="0">
                <a:latin typeface="Meiryo"/>
                <a:cs typeface="Meiryo"/>
              </a:rPr>
              <a:t>=</a:t>
            </a:r>
            <a:r>
              <a:rPr sz="3450" spc="-310" baseline="5230" dirty="0" smtClean="0">
                <a:latin typeface="Meiryo"/>
                <a:cs typeface="Meiryo"/>
              </a:rPr>
              <a:t> </a:t>
            </a:r>
            <a:r>
              <a:rPr sz="3450" spc="-298" baseline="8822" dirty="0" smtClean="0">
                <a:latin typeface="Times New Roman"/>
                <a:cs typeface="Times New Roman"/>
              </a:rPr>
              <a:t>v</a:t>
            </a:r>
            <a:r>
              <a:rPr sz="3450" spc="-33" baseline="8822" dirty="0" smtClean="0">
                <a:latin typeface="Times New Roman"/>
                <a:cs typeface="Times New Roman"/>
              </a:rPr>
              <a:t> </a:t>
            </a:r>
            <a:r>
              <a:rPr sz="3450" spc="-208" baseline="5230" dirty="0" smtClean="0">
                <a:latin typeface="Meiryo"/>
                <a:cs typeface="Meiryo"/>
              </a:rPr>
              <a:t>⋅</a:t>
            </a:r>
            <a:r>
              <a:rPr sz="3450" spc="0" baseline="8822" dirty="0" smtClean="0">
                <a:latin typeface="Times New Roman"/>
                <a:cs typeface="Times New Roman"/>
              </a:rPr>
              <a:t>A</a:t>
            </a:r>
            <a:endParaRPr sz="2300" dirty="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090545" y="2509191"/>
            <a:ext cx="245032" cy="26254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005"/>
              </a:lnSpc>
              <a:spcBef>
                <a:spcPts val="100"/>
              </a:spcBef>
            </a:pPr>
            <a:r>
              <a:rPr sz="1850" spc="13" dirty="0" smtClean="0">
                <a:latin typeface="Times New Roman"/>
                <a:cs typeface="Times New Roman"/>
              </a:rPr>
              <a:t>Q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262759" y="2648137"/>
            <a:ext cx="120286" cy="16373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205"/>
              </a:lnSpc>
              <a:spcBef>
                <a:spcPts val="60"/>
              </a:spcBef>
            </a:pPr>
            <a:r>
              <a:rPr sz="1050" spc="0" dirty="0" smtClean="0">
                <a:latin typeface="Times New Roman"/>
                <a:cs typeface="Times New Roman"/>
              </a:rPr>
              <a:t>v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7669666" y="2695119"/>
            <a:ext cx="139597" cy="26254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005"/>
              </a:lnSpc>
              <a:spcBef>
                <a:spcPts val="100"/>
              </a:spcBef>
            </a:pPr>
            <a:r>
              <a:rPr sz="1850" spc="0" dirty="0" smtClean="0">
                <a:latin typeface="Times New Roman"/>
                <a:cs typeface="Times New Roman"/>
              </a:rPr>
              <a:t>t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699904" y="3027265"/>
            <a:ext cx="677150" cy="32182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35"/>
              </a:lnSpc>
              <a:spcBef>
                <a:spcPts val="126"/>
              </a:spcBef>
            </a:pPr>
            <a:r>
              <a:rPr sz="2200" spc="-219" dirty="0" smtClean="0">
                <a:latin typeface="Meiryo"/>
                <a:cs typeface="Meiryo"/>
              </a:rPr>
              <a:t>π</a:t>
            </a:r>
            <a:r>
              <a:rPr sz="2200" spc="-124" dirty="0" smtClean="0">
                <a:latin typeface="Meiryo"/>
                <a:cs typeface="Meiryo"/>
              </a:rPr>
              <a:t> </a:t>
            </a:r>
            <a:r>
              <a:rPr sz="2100" spc="-212" dirty="0" smtClean="0">
                <a:latin typeface="Meiryo"/>
                <a:cs typeface="Meiryo"/>
              </a:rPr>
              <a:t>⋅</a:t>
            </a:r>
            <a:r>
              <a:rPr sz="2100" spc="-389" dirty="0" smtClean="0">
                <a:latin typeface="Meiryo"/>
                <a:cs typeface="Meiryo"/>
              </a:rPr>
              <a:t> </a:t>
            </a:r>
            <a:r>
              <a:rPr sz="2100" spc="0" dirty="0" smtClean="0">
                <a:latin typeface="Times New Roman"/>
                <a:cs typeface="Times New Roman"/>
              </a:rPr>
              <a:t>d</a:t>
            </a:r>
            <a:r>
              <a:rPr sz="2100" spc="-134" dirty="0" smtClean="0">
                <a:latin typeface="Times New Roman"/>
                <a:cs typeface="Times New Roman"/>
              </a:rPr>
              <a:t> </a:t>
            </a:r>
            <a:r>
              <a:rPr sz="1800" spc="11" baseline="45897" dirty="0" smtClean="0">
                <a:latin typeface="Times New Roman"/>
                <a:cs typeface="Times New Roman"/>
              </a:rPr>
              <a:t>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835792" y="3221478"/>
            <a:ext cx="902231" cy="34209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695"/>
              </a:lnSpc>
              <a:spcBef>
                <a:spcPts val="134"/>
              </a:spcBef>
            </a:pPr>
            <a:r>
              <a:rPr sz="3150" spc="4" baseline="9662" dirty="0" smtClean="0">
                <a:latin typeface="Times New Roman"/>
                <a:cs typeface="Times New Roman"/>
              </a:rPr>
              <a:t>Q</a:t>
            </a:r>
            <a:r>
              <a:rPr sz="1800" spc="0" baseline="-9662" dirty="0" smtClean="0">
                <a:latin typeface="Times New Roman"/>
                <a:cs typeface="Times New Roman"/>
              </a:rPr>
              <a:t>v </a:t>
            </a:r>
            <a:r>
              <a:rPr sz="1800" spc="209" baseline="-9662" dirty="0" smtClean="0">
                <a:latin typeface="Times New Roman"/>
                <a:cs typeface="Times New Roman"/>
              </a:rPr>
              <a:t> </a:t>
            </a:r>
            <a:r>
              <a:rPr sz="3150" spc="-455" baseline="5728" dirty="0" smtClean="0">
                <a:latin typeface="Meiryo"/>
                <a:cs typeface="Meiryo"/>
              </a:rPr>
              <a:t>=</a:t>
            </a:r>
            <a:r>
              <a:rPr sz="3150" spc="-274" baseline="5728" dirty="0" smtClean="0">
                <a:latin typeface="Meiryo"/>
                <a:cs typeface="Meiryo"/>
              </a:rPr>
              <a:t> </a:t>
            </a:r>
            <a:r>
              <a:rPr sz="3150" spc="-283" baseline="9662" dirty="0" smtClean="0">
                <a:latin typeface="Times New Roman"/>
                <a:cs typeface="Times New Roman"/>
              </a:rPr>
              <a:t>v</a:t>
            </a:r>
            <a:r>
              <a:rPr sz="3150" spc="-17" baseline="9662" dirty="0" smtClean="0">
                <a:latin typeface="Times New Roman"/>
                <a:cs typeface="Times New Roman"/>
              </a:rPr>
              <a:t> </a:t>
            </a:r>
            <a:r>
              <a:rPr sz="3150" spc="-197" baseline="5728" dirty="0" smtClean="0">
                <a:latin typeface="Meiryo"/>
                <a:cs typeface="Meiryo"/>
              </a:rPr>
              <a:t>⋅</a:t>
            </a:r>
            <a:endParaRPr sz="2100">
              <a:latin typeface="Meiryo"/>
              <a:cs typeface="Meiryo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7479166" y="3227944"/>
            <a:ext cx="342597" cy="70238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53848" marR="45998">
              <a:lnSpc>
                <a:spcPts val="2205"/>
              </a:lnSpc>
              <a:spcBef>
                <a:spcPts val="110"/>
              </a:spcBef>
            </a:pPr>
            <a:r>
              <a:rPr sz="2050" u="sng" spc="0" dirty="0" smtClean="0">
                <a:latin typeface="Times New Roman"/>
                <a:cs typeface="Times New Roman"/>
              </a:rPr>
              <a:t>V</a:t>
            </a:r>
            <a:endParaRPr sz="2050">
              <a:latin typeface="Times New Roman"/>
              <a:cs typeface="Times New Roman"/>
            </a:endParaRPr>
          </a:p>
          <a:p>
            <a:pPr marL="12700">
              <a:lnSpc>
                <a:spcPts val="2357"/>
              </a:lnSpc>
              <a:spcBef>
                <a:spcPts val="448"/>
              </a:spcBef>
            </a:pPr>
            <a:r>
              <a:rPr sz="2050" spc="4" dirty="0" smtClean="0">
                <a:latin typeface="Times New Roman"/>
                <a:cs typeface="Times New Roman"/>
              </a:rPr>
              <a:t>Q</a:t>
            </a:r>
            <a:r>
              <a:rPr sz="1800" spc="0" baseline="-24156" dirty="0" smtClean="0">
                <a:latin typeface="Times New Roman"/>
                <a:cs typeface="Times New Roman"/>
              </a:rPr>
              <a:t>v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7093594" y="3394059"/>
            <a:ext cx="150440" cy="28788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205"/>
              </a:lnSpc>
              <a:spcBef>
                <a:spcPts val="110"/>
              </a:spcBef>
            </a:pPr>
            <a:r>
              <a:rPr sz="2050" spc="0" dirty="0" smtClean="0">
                <a:latin typeface="Times New Roman"/>
                <a:cs typeface="Times New Roman"/>
              </a:rPr>
              <a:t>t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7250566" y="3389867"/>
            <a:ext cx="221613" cy="28788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265"/>
              </a:lnSpc>
              <a:spcBef>
                <a:spcPts val="113"/>
              </a:spcBef>
            </a:pPr>
            <a:r>
              <a:rPr sz="2050" spc="-527" dirty="0" smtClean="0">
                <a:latin typeface="Meiryo"/>
                <a:cs typeface="Meiryo"/>
              </a:rPr>
              <a:t>=</a:t>
            </a:r>
            <a:endParaRPr sz="2050">
              <a:latin typeface="Meiryo"/>
              <a:cs typeface="Meiryo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2957460" y="3434532"/>
            <a:ext cx="211799" cy="29251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245"/>
              </a:lnSpc>
              <a:spcBef>
                <a:spcPts val="112"/>
              </a:spcBef>
            </a:pPr>
            <a:r>
              <a:rPr sz="2100" spc="0" dirty="0" smtClean="0">
                <a:latin typeface="Times New Roman"/>
                <a:cs typeface="Times New Roman"/>
              </a:rPr>
              <a:t>4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3446474" y="3965676"/>
            <a:ext cx="126178" cy="16084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185"/>
              </a:lnSpc>
              <a:spcBef>
                <a:spcPts val="59"/>
              </a:spcBef>
            </a:pPr>
            <a:r>
              <a:rPr sz="1050" spc="5" dirty="0" smtClean="0">
                <a:latin typeface="Times New Roman"/>
                <a:cs typeface="Times New Roman"/>
              </a:rPr>
              <a:t>2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2084211" y="3978418"/>
            <a:ext cx="1497605" cy="41846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295"/>
              </a:lnSpc>
            </a:pPr>
            <a:r>
              <a:rPr sz="2700" spc="-448" baseline="-3819" dirty="0" smtClean="0">
                <a:latin typeface="Meiryo"/>
                <a:cs typeface="Meiryo"/>
              </a:rPr>
              <a:t>=</a:t>
            </a:r>
            <a:r>
              <a:rPr sz="2700" spc="-150" baseline="-3819" dirty="0" smtClean="0">
                <a:latin typeface="Meiryo"/>
                <a:cs typeface="Meiryo"/>
              </a:rPr>
              <a:t> </a:t>
            </a:r>
            <a:r>
              <a:rPr sz="2700" spc="-30" baseline="-6441" dirty="0" smtClean="0">
                <a:latin typeface="Times New Roman"/>
                <a:cs typeface="Times New Roman"/>
              </a:rPr>
              <a:t>0</a:t>
            </a:r>
            <a:r>
              <a:rPr sz="2700" spc="-20" baseline="-6441" dirty="0" smtClean="0">
                <a:latin typeface="Times New Roman"/>
                <a:cs typeface="Times New Roman"/>
              </a:rPr>
              <a:t>,</a:t>
            </a:r>
            <a:r>
              <a:rPr sz="2700" spc="8" baseline="-6441" dirty="0" smtClean="0">
                <a:latin typeface="Times New Roman"/>
                <a:cs typeface="Times New Roman"/>
              </a:rPr>
              <a:t>3</a:t>
            </a:r>
            <a:r>
              <a:rPr sz="2700" spc="-250" baseline="-6441" dirty="0" smtClean="0">
                <a:latin typeface="Times New Roman"/>
                <a:cs typeface="Times New Roman"/>
              </a:rPr>
              <a:t> </a:t>
            </a:r>
            <a:r>
              <a:rPr sz="2700" spc="-175" baseline="-3819" dirty="0" smtClean="0">
                <a:latin typeface="Meiryo"/>
                <a:cs typeface="Meiryo"/>
              </a:rPr>
              <a:t>⋅</a:t>
            </a:r>
            <a:r>
              <a:rPr sz="2700" spc="-289" baseline="-3819" dirty="0" smtClean="0">
                <a:latin typeface="Meiryo"/>
                <a:cs typeface="Meiryo"/>
              </a:rPr>
              <a:t> </a:t>
            </a:r>
            <a:r>
              <a:rPr sz="2850" u="sng" spc="-189" baseline="17186" dirty="0" smtClean="0">
                <a:latin typeface="Meiryo"/>
                <a:cs typeface="Meiryo"/>
              </a:rPr>
              <a:t>π</a:t>
            </a:r>
            <a:r>
              <a:rPr sz="2850" u="sng" spc="-109" baseline="17186" dirty="0" smtClean="0">
                <a:latin typeface="Meiryo"/>
                <a:cs typeface="Meiryo"/>
              </a:rPr>
              <a:t> </a:t>
            </a:r>
            <a:r>
              <a:rPr sz="2700" u="sng" spc="-175" baseline="18141" dirty="0" smtClean="0">
                <a:latin typeface="Meiryo"/>
                <a:cs typeface="Meiryo"/>
              </a:rPr>
              <a:t>⋅</a:t>
            </a:r>
            <a:r>
              <a:rPr sz="2700" u="sng" spc="-361" baseline="18141" dirty="0" smtClean="0">
                <a:latin typeface="Meiryo"/>
                <a:cs typeface="Meiryo"/>
              </a:rPr>
              <a:t> </a:t>
            </a:r>
            <a:r>
              <a:rPr sz="2700" u="sng" spc="-15" baseline="30598" dirty="0" smtClean="0">
                <a:latin typeface="Times New Roman"/>
                <a:cs typeface="Times New Roman"/>
              </a:rPr>
              <a:t>0</a:t>
            </a:r>
            <a:r>
              <a:rPr sz="2700" u="sng" spc="4" baseline="30598" dirty="0" smtClean="0">
                <a:latin typeface="Times New Roman"/>
                <a:cs typeface="Times New Roman"/>
              </a:rPr>
              <a:t>,</a:t>
            </a:r>
            <a:r>
              <a:rPr sz="2700" u="sng" spc="8" baseline="30598" dirty="0" smtClean="0">
                <a:latin typeface="Times New Roman"/>
                <a:cs typeface="Times New Roman"/>
              </a:rPr>
              <a:t>03</a:t>
            </a:r>
            <a:r>
              <a:rPr sz="2700" u="sng" spc="19" baseline="30598" dirty="0" smtClean="0">
                <a:latin typeface="Times New Roman"/>
                <a:cs typeface="Times New Roman"/>
              </a:rPr>
              <a:t> 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761120" y="4139279"/>
            <a:ext cx="308097" cy="29661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250"/>
              </a:lnSpc>
              <a:spcBef>
                <a:spcPts val="112"/>
              </a:spcBef>
            </a:pPr>
            <a:r>
              <a:rPr sz="2700" spc="9" baseline="8052" dirty="0" smtClean="0">
                <a:latin typeface="Times New Roman"/>
                <a:cs typeface="Times New Roman"/>
              </a:rPr>
              <a:t>Q</a:t>
            </a:r>
            <a:r>
              <a:rPr sz="1575" spc="0" baseline="-13803" dirty="0" smtClean="0">
                <a:latin typeface="Times New Roman"/>
                <a:cs typeface="Times New Roman"/>
              </a:rPr>
              <a:t>v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7454782" y="4232843"/>
            <a:ext cx="507765" cy="62100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35560" marR="36991">
              <a:lnSpc>
                <a:spcPts val="2085"/>
              </a:lnSpc>
              <a:spcBef>
                <a:spcPts val="104"/>
              </a:spcBef>
            </a:pPr>
            <a:r>
              <a:rPr sz="1950" u="sng" spc="0" dirty="0" smtClean="0">
                <a:latin typeface="Times New Roman"/>
                <a:cs typeface="Times New Roman"/>
              </a:rPr>
              <a:t>214</a:t>
            </a:r>
            <a:endParaRPr sz="1950">
              <a:latin typeface="Times New Roman"/>
              <a:cs typeface="Times New Roman"/>
            </a:endParaRPr>
          </a:p>
          <a:p>
            <a:pPr marL="12700">
              <a:lnSpc>
                <a:spcPct val="95825"/>
              </a:lnSpc>
              <a:spcBef>
                <a:spcPts val="401"/>
              </a:spcBef>
            </a:pPr>
            <a:r>
              <a:rPr sz="1950" spc="-25" dirty="0" smtClean="0">
                <a:latin typeface="Times New Roman"/>
                <a:cs typeface="Times New Roman"/>
              </a:rPr>
              <a:t>0</a:t>
            </a:r>
            <a:r>
              <a:rPr sz="1950" spc="29" dirty="0" smtClean="0">
                <a:latin typeface="Times New Roman"/>
                <a:cs typeface="Times New Roman"/>
              </a:rPr>
              <a:t>,</a:t>
            </a:r>
            <a:r>
              <a:rPr sz="1950" spc="0" dirty="0" smtClean="0">
                <a:latin typeface="Times New Roman"/>
                <a:cs typeface="Times New Roman"/>
              </a:rPr>
              <a:t>21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3026040" y="4320635"/>
            <a:ext cx="189096" cy="25760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960"/>
              </a:lnSpc>
              <a:spcBef>
                <a:spcPts val="98"/>
              </a:spcBef>
            </a:pPr>
            <a:r>
              <a:rPr sz="1800" spc="8" dirty="0" smtClean="0">
                <a:latin typeface="Times New Roman"/>
                <a:cs typeface="Times New Roman"/>
              </a:rPr>
              <a:t>4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7238373" y="4384352"/>
            <a:ext cx="210511" cy="2720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40"/>
              </a:lnSpc>
              <a:spcBef>
                <a:spcPts val="107"/>
              </a:spcBef>
            </a:pPr>
            <a:r>
              <a:rPr sz="1950" spc="-501" dirty="0" smtClean="0">
                <a:latin typeface="Meiryo"/>
                <a:cs typeface="Meiryo"/>
              </a:rPr>
              <a:t>=</a:t>
            </a:r>
            <a:endParaRPr sz="1950">
              <a:latin typeface="Meiryo"/>
              <a:cs typeface="Meiryo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7090545" y="4388291"/>
            <a:ext cx="143644" cy="2720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085"/>
              </a:lnSpc>
              <a:spcBef>
                <a:spcPts val="104"/>
              </a:spcBef>
            </a:pPr>
            <a:r>
              <a:rPr sz="1950" spc="0" dirty="0" smtClean="0">
                <a:latin typeface="Times New Roman"/>
                <a:cs typeface="Times New Roman"/>
              </a:rPr>
              <a:t>t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2102496" y="4798074"/>
            <a:ext cx="1518537" cy="29814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350"/>
              </a:lnSpc>
              <a:spcBef>
                <a:spcPts val="117"/>
              </a:spcBef>
            </a:pPr>
            <a:r>
              <a:rPr sz="1950" spc="-501" dirty="0" smtClean="0">
                <a:latin typeface="Meiryo"/>
                <a:cs typeface="Meiryo"/>
              </a:rPr>
              <a:t>=</a:t>
            </a:r>
            <a:r>
              <a:rPr sz="1950" spc="-194" dirty="0" smtClean="0">
                <a:latin typeface="Meiryo"/>
                <a:cs typeface="Meiryo"/>
              </a:rPr>
              <a:t> </a:t>
            </a:r>
            <a:r>
              <a:rPr sz="1950" spc="-34" dirty="0" smtClean="0">
                <a:latin typeface="Times New Roman"/>
                <a:cs typeface="Times New Roman"/>
              </a:rPr>
              <a:t>0</a:t>
            </a:r>
            <a:r>
              <a:rPr sz="1950" spc="-4" dirty="0" smtClean="0">
                <a:latin typeface="Times New Roman"/>
                <a:cs typeface="Times New Roman"/>
              </a:rPr>
              <a:t>,</a:t>
            </a:r>
            <a:r>
              <a:rPr sz="1950" spc="0" dirty="0" smtClean="0">
                <a:latin typeface="Times New Roman"/>
                <a:cs typeface="Times New Roman"/>
              </a:rPr>
              <a:t>0002</a:t>
            </a:r>
            <a:r>
              <a:rPr sz="1950" spc="-364" dirty="0" smtClean="0">
                <a:latin typeface="Times New Roman"/>
                <a:cs typeface="Times New Roman"/>
              </a:rPr>
              <a:t>1</a:t>
            </a:r>
            <a:r>
              <a:rPr sz="3000" spc="0" baseline="4348" dirty="0" smtClean="0">
                <a:latin typeface="Arial"/>
                <a:cs typeface="Arial"/>
              </a:rPr>
              <a:t>m</a:t>
            </a:r>
            <a:r>
              <a:rPr sz="3000" spc="4" baseline="4348" dirty="0" smtClean="0">
                <a:latin typeface="Arial"/>
                <a:cs typeface="Arial"/>
              </a:rPr>
              <a:t>³</a:t>
            </a:r>
            <a:r>
              <a:rPr sz="3000" spc="-14" baseline="4348" dirty="0" smtClean="0">
                <a:latin typeface="Arial"/>
                <a:cs typeface="Arial"/>
              </a:rPr>
              <a:t>/</a:t>
            </a:r>
            <a:r>
              <a:rPr sz="3000" spc="0" baseline="4348" dirty="0" smtClean="0">
                <a:latin typeface="Arial"/>
                <a:cs typeface="Arial"/>
              </a:rPr>
              <a:t>s</a:t>
            </a:r>
            <a:endParaRPr sz="2000">
              <a:latin typeface="Arial"/>
              <a:cs typeface="Aria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761120" y="4823929"/>
            <a:ext cx="323756" cy="31467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400"/>
              </a:lnSpc>
              <a:spcBef>
                <a:spcPts val="120"/>
              </a:spcBef>
            </a:pPr>
            <a:r>
              <a:rPr sz="2925" spc="0" baseline="7432" dirty="0" smtClean="0">
                <a:latin typeface="Times New Roman"/>
                <a:cs typeface="Times New Roman"/>
              </a:rPr>
              <a:t>Q</a:t>
            </a:r>
            <a:r>
              <a:rPr sz="1650" spc="0" baseline="-13176" dirty="0" smtClean="0">
                <a:latin typeface="Times New Roman"/>
                <a:cs typeface="Times New Roman"/>
              </a:rPr>
              <a:t>v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6805559" y="5086110"/>
            <a:ext cx="1476953" cy="29561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330"/>
              </a:lnSpc>
              <a:spcBef>
                <a:spcPts val="116"/>
              </a:spcBef>
            </a:pPr>
            <a:r>
              <a:rPr sz="3075" spc="0" baseline="1414" dirty="0" smtClean="0">
                <a:latin typeface="Times New Roman"/>
                <a:cs typeface="Times New Roman"/>
              </a:rPr>
              <a:t>t</a:t>
            </a:r>
            <a:r>
              <a:rPr sz="3075" spc="170" baseline="1414" dirty="0" smtClean="0">
                <a:latin typeface="Times New Roman"/>
                <a:cs typeface="Times New Roman"/>
              </a:rPr>
              <a:t> </a:t>
            </a:r>
            <a:r>
              <a:rPr sz="2050" spc="-510" dirty="0" smtClean="0">
                <a:latin typeface="Meiryo"/>
                <a:cs typeface="Meiryo"/>
              </a:rPr>
              <a:t>=</a:t>
            </a:r>
            <a:r>
              <a:rPr sz="2050" spc="-369" dirty="0" smtClean="0">
                <a:latin typeface="Meiryo"/>
                <a:cs typeface="Meiryo"/>
              </a:rPr>
              <a:t> </a:t>
            </a:r>
            <a:r>
              <a:rPr sz="3075" spc="0" baseline="1414" dirty="0" smtClean="0">
                <a:latin typeface="Times New Roman"/>
                <a:cs typeface="Times New Roman"/>
              </a:rPr>
              <a:t>101</a:t>
            </a:r>
            <a:r>
              <a:rPr sz="3075" spc="9" baseline="1414" dirty="0" smtClean="0">
                <a:latin typeface="Times New Roman"/>
                <a:cs typeface="Times New Roman"/>
              </a:rPr>
              <a:t>4</a:t>
            </a:r>
            <a:r>
              <a:rPr sz="3075" spc="39" baseline="1414" dirty="0" smtClean="0">
                <a:latin typeface="Times New Roman"/>
                <a:cs typeface="Times New Roman"/>
              </a:rPr>
              <a:t>,</a:t>
            </a:r>
            <a:r>
              <a:rPr sz="3075" spc="0" baseline="1414" dirty="0" smtClean="0">
                <a:latin typeface="Times New Roman"/>
                <a:cs typeface="Times New Roman"/>
              </a:rPr>
              <a:t>22</a:t>
            </a:r>
            <a:r>
              <a:rPr sz="3075" spc="-13" baseline="1414" dirty="0" smtClean="0">
                <a:latin typeface="Times New Roman"/>
                <a:cs typeface="Times New Roman"/>
              </a:rPr>
              <a:t> </a:t>
            </a:r>
            <a:r>
              <a:rPr sz="3000" spc="0" baseline="4348" dirty="0" smtClean="0">
                <a:latin typeface="Arial"/>
                <a:cs typeface="Arial"/>
              </a:rPr>
              <a:t>s</a:t>
            </a:r>
            <a:endParaRPr sz="2000">
              <a:latin typeface="Arial"/>
              <a:cs typeface="Aria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2073540" y="5447298"/>
            <a:ext cx="945788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205"/>
              </a:lnSpc>
              <a:spcBef>
                <a:spcPts val="110"/>
              </a:spcBef>
            </a:pPr>
            <a:r>
              <a:rPr sz="2625" spc="-450" baseline="1964" dirty="0" smtClean="0">
                <a:latin typeface="Meiryo"/>
                <a:cs typeface="Meiryo"/>
              </a:rPr>
              <a:t>=</a:t>
            </a:r>
            <a:r>
              <a:rPr sz="2625" spc="-154" baseline="1964" dirty="0" smtClean="0">
                <a:latin typeface="Meiryo"/>
                <a:cs typeface="Meiryo"/>
              </a:rPr>
              <a:t> </a:t>
            </a:r>
            <a:r>
              <a:rPr sz="2625" spc="-29" baseline="3312" dirty="0" smtClean="0">
                <a:latin typeface="Times New Roman"/>
                <a:cs typeface="Times New Roman"/>
              </a:rPr>
              <a:t>0</a:t>
            </a:r>
            <a:r>
              <a:rPr sz="2625" spc="39" baseline="3312" dirty="0" smtClean="0">
                <a:latin typeface="Times New Roman"/>
                <a:cs typeface="Times New Roman"/>
              </a:rPr>
              <a:t>,</a:t>
            </a:r>
            <a:r>
              <a:rPr sz="2625" spc="0" baseline="3312" dirty="0" smtClean="0">
                <a:latin typeface="Times New Roman"/>
                <a:cs typeface="Times New Roman"/>
              </a:rPr>
              <a:t>21</a:t>
            </a:r>
            <a:r>
              <a:rPr sz="2625" spc="-84" baseline="3312" dirty="0" smtClean="0">
                <a:latin typeface="Times New Roman"/>
                <a:cs typeface="Times New Roman"/>
              </a:rPr>
              <a:t> </a:t>
            </a:r>
            <a:r>
              <a:rPr sz="3000" spc="0" baseline="1449" dirty="0" smtClean="0">
                <a:latin typeface="Arial"/>
                <a:cs typeface="Arial"/>
              </a:rPr>
              <a:t>l</a:t>
            </a:r>
            <a:r>
              <a:rPr sz="3000" spc="-4" baseline="1449" dirty="0" smtClean="0">
                <a:latin typeface="Arial"/>
                <a:cs typeface="Arial"/>
              </a:rPr>
              <a:t>/</a:t>
            </a:r>
            <a:r>
              <a:rPr sz="3000" spc="0" baseline="1449" dirty="0" smtClean="0">
                <a:latin typeface="Arial"/>
                <a:cs typeface="Arial"/>
              </a:rPr>
              <a:t>s</a:t>
            </a:r>
            <a:endParaRPr sz="2000">
              <a:latin typeface="Arial"/>
              <a:cs typeface="Aria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1761120" y="5464528"/>
            <a:ext cx="296575" cy="28558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85"/>
              </a:lnSpc>
              <a:spcBef>
                <a:spcPts val="109"/>
              </a:spcBef>
            </a:pPr>
            <a:r>
              <a:rPr sz="2625" spc="0" baseline="8282" dirty="0" smtClean="0">
                <a:latin typeface="Times New Roman"/>
                <a:cs typeface="Times New Roman"/>
              </a:rPr>
              <a:t>Q</a:t>
            </a:r>
            <a:r>
              <a:rPr sz="1500" spc="0" baseline="-11595" dirty="0" smtClean="0">
                <a:latin typeface="Times New Roman"/>
                <a:cs typeface="Times New Roman"/>
              </a:rPr>
              <a:t>v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6805559" y="5661584"/>
            <a:ext cx="1305831" cy="28900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275"/>
              </a:lnSpc>
              <a:spcBef>
                <a:spcPts val="113"/>
              </a:spcBef>
            </a:pPr>
            <a:r>
              <a:rPr sz="3075" spc="0" baseline="1414" dirty="0" smtClean="0">
                <a:latin typeface="Times New Roman"/>
                <a:cs typeface="Times New Roman"/>
              </a:rPr>
              <a:t>t</a:t>
            </a:r>
            <a:r>
              <a:rPr sz="3075" spc="139" baseline="1414" dirty="0" smtClean="0">
                <a:latin typeface="Times New Roman"/>
                <a:cs typeface="Times New Roman"/>
              </a:rPr>
              <a:t> </a:t>
            </a:r>
            <a:r>
              <a:rPr sz="2050" spc="-527" dirty="0" smtClean="0">
                <a:latin typeface="Meiryo"/>
                <a:cs typeface="Meiryo"/>
              </a:rPr>
              <a:t>=</a:t>
            </a:r>
            <a:r>
              <a:rPr sz="2050" spc="-364" dirty="0" smtClean="0">
                <a:latin typeface="Meiryo"/>
                <a:cs typeface="Meiryo"/>
              </a:rPr>
              <a:t> </a:t>
            </a:r>
            <a:r>
              <a:rPr sz="3075" spc="-10" baseline="1414" dirty="0" smtClean="0">
                <a:latin typeface="Times New Roman"/>
                <a:cs typeface="Times New Roman"/>
              </a:rPr>
              <a:t>1</a:t>
            </a:r>
            <a:r>
              <a:rPr sz="3075" spc="-15" baseline="1414" dirty="0" smtClean="0">
                <a:latin typeface="Times New Roman"/>
                <a:cs typeface="Times New Roman"/>
              </a:rPr>
              <a:t>6</a:t>
            </a:r>
            <a:r>
              <a:rPr sz="3075" spc="-35" baseline="1414" dirty="0" smtClean="0">
                <a:latin typeface="Times New Roman"/>
                <a:cs typeface="Times New Roman"/>
              </a:rPr>
              <a:t>,</a:t>
            </a:r>
            <a:r>
              <a:rPr sz="3075" spc="-10" baseline="1414" dirty="0" smtClean="0">
                <a:latin typeface="Times New Roman"/>
                <a:cs typeface="Times New Roman"/>
              </a:rPr>
              <a:t>9</a:t>
            </a:r>
            <a:r>
              <a:rPr sz="3075" spc="-284" baseline="1414" dirty="0" smtClean="0">
                <a:latin typeface="Times New Roman"/>
                <a:cs typeface="Times New Roman"/>
              </a:rPr>
              <a:t> </a:t>
            </a:r>
            <a:r>
              <a:rPr sz="3000" spc="0" baseline="2898" dirty="0" smtClean="0">
                <a:latin typeface="Arial"/>
                <a:cs typeface="Arial"/>
              </a:rPr>
              <a:t>min</a:t>
            </a:r>
            <a:endParaRPr sz="2000">
              <a:latin typeface="Arial"/>
              <a:cs typeface="Arial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7629018" y="2513582"/>
            <a:ext cx="184413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56" name="object 56"/>
          <p:cNvSpPr txBox="1"/>
          <p:nvPr/>
        </p:nvSpPr>
        <p:spPr>
          <a:xfrm>
            <a:off x="2709563" y="3245109"/>
            <a:ext cx="644656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57" name="object 57"/>
          <p:cNvSpPr txBox="1"/>
          <p:nvPr/>
        </p:nvSpPr>
        <p:spPr>
          <a:xfrm>
            <a:off x="3585445" y="4052822"/>
            <a:ext cx="118181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58" name="object 58"/>
          <p:cNvSpPr txBox="1"/>
          <p:nvPr/>
        </p:nvSpPr>
        <p:spPr>
          <a:xfrm>
            <a:off x="2817254" y="4052822"/>
            <a:ext cx="69085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12"/>
          <p:cNvSpPr txBox="1"/>
          <p:nvPr/>
        </p:nvSpPr>
        <p:spPr>
          <a:xfrm>
            <a:off x="1310017" y="1034143"/>
            <a:ext cx="2519034" cy="4825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779"/>
              </a:lnSpc>
              <a:spcBef>
                <a:spcPts val="189"/>
              </a:spcBef>
            </a:pPr>
            <a:r>
              <a:rPr sz="3600" spc="0" dirty="0" smtClean="0">
                <a:solidFill>
                  <a:srgbClr val="00CC65"/>
                </a:solidFill>
                <a:latin typeface="Arial"/>
                <a:cs typeface="Arial"/>
              </a:rPr>
              <a:t>Exerc</a:t>
            </a:r>
            <a:r>
              <a:rPr sz="3600" spc="-14" dirty="0" smtClean="0">
                <a:solidFill>
                  <a:srgbClr val="00CC65"/>
                </a:solidFill>
                <a:latin typeface="Arial"/>
                <a:cs typeface="Arial"/>
              </a:rPr>
              <a:t>í</a:t>
            </a:r>
            <a:r>
              <a:rPr sz="3600" spc="0" dirty="0" smtClean="0">
                <a:solidFill>
                  <a:srgbClr val="00CC65"/>
                </a:solidFill>
                <a:latin typeface="Arial"/>
                <a:cs typeface="Arial"/>
              </a:rPr>
              <a:t>c</a:t>
            </a:r>
            <a:r>
              <a:rPr sz="3600" spc="-4" dirty="0" smtClean="0">
                <a:solidFill>
                  <a:srgbClr val="00CC65"/>
                </a:solidFill>
                <a:latin typeface="Arial"/>
                <a:cs typeface="Arial"/>
              </a:rPr>
              <a:t>i</a:t>
            </a:r>
            <a:r>
              <a:rPr sz="3600" spc="0" dirty="0" smtClean="0">
                <a:solidFill>
                  <a:srgbClr val="00CC65"/>
                </a:solidFill>
                <a:latin typeface="Arial"/>
                <a:cs typeface="Arial"/>
              </a:rPr>
              <a:t>o </a:t>
            </a:r>
            <a:r>
              <a:rPr sz="3600" spc="154" dirty="0" smtClean="0">
                <a:solidFill>
                  <a:srgbClr val="00CC65"/>
                </a:solidFill>
                <a:latin typeface="Arial"/>
                <a:cs typeface="Arial"/>
              </a:rPr>
              <a:t> </a:t>
            </a:r>
            <a:r>
              <a:rPr sz="3600" spc="0" dirty="0" smtClean="0">
                <a:solidFill>
                  <a:srgbClr val="00CC65"/>
                </a:solidFill>
                <a:latin typeface="Arial"/>
                <a:cs typeface="Arial"/>
              </a:rPr>
              <a:t>2</a:t>
            </a:r>
            <a:endParaRPr sz="36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581289" y="1637251"/>
            <a:ext cx="460203" cy="4323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375"/>
              </a:lnSpc>
              <a:spcBef>
                <a:spcPts val="168"/>
              </a:spcBef>
            </a:pPr>
            <a:r>
              <a:rPr sz="3200" spc="-4" dirty="0" smtClean="0">
                <a:latin typeface="Arial"/>
                <a:cs typeface="Arial"/>
              </a:rPr>
              <a:t>2</a:t>
            </a:r>
            <a:r>
              <a:rPr sz="3200" spc="0" dirty="0" smtClean="0">
                <a:latin typeface="Arial"/>
                <a:cs typeface="Arial"/>
              </a:rPr>
              <a:t>)</a:t>
            </a:r>
            <a:endParaRPr sz="32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132977" y="1637251"/>
            <a:ext cx="2004678" cy="4323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375"/>
              </a:lnSpc>
              <a:spcBef>
                <a:spcPts val="168"/>
              </a:spcBef>
              <a:tabLst>
                <a:tab pos="1689100" algn="l"/>
              </a:tabLst>
            </a:pPr>
            <a:r>
              <a:rPr sz="3200" spc="0" dirty="0" smtClean="0">
                <a:latin typeface="Arial"/>
                <a:cs typeface="Arial"/>
              </a:rPr>
              <a:t>C</a:t>
            </a:r>
            <a:r>
              <a:rPr sz="3200" spc="-4" dirty="0" smtClean="0">
                <a:latin typeface="Arial"/>
                <a:cs typeface="Arial"/>
              </a:rPr>
              <a:t>alcula</a:t>
            </a:r>
            <a:r>
              <a:rPr sz="3200" spc="0" dirty="0" smtClean="0">
                <a:latin typeface="Arial"/>
                <a:cs typeface="Arial"/>
              </a:rPr>
              <a:t>r	o</a:t>
            </a:r>
            <a:endParaRPr sz="32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228148" y="1637251"/>
            <a:ext cx="1678676" cy="4323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375"/>
              </a:lnSpc>
              <a:spcBef>
                <a:spcPts val="168"/>
              </a:spcBef>
            </a:pPr>
            <a:r>
              <a:rPr sz="3200" spc="-4" dirty="0" smtClean="0">
                <a:latin typeface="Arial"/>
                <a:cs typeface="Arial"/>
              </a:rPr>
              <a:t>diâme</a:t>
            </a:r>
            <a:r>
              <a:rPr sz="3200" spc="0" dirty="0" smtClean="0">
                <a:latin typeface="Arial"/>
                <a:cs typeface="Arial"/>
              </a:rPr>
              <a:t>tro</a:t>
            </a:r>
            <a:endParaRPr sz="32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995794" y="1637251"/>
            <a:ext cx="551052" cy="4323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375"/>
              </a:lnSpc>
              <a:spcBef>
                <a:spcPts val="168"/>
              </a:spcBef>
            </a:pPr>
            <a:r>
              <a:rPr sz="3200" spc="-4" dirty="0" smtClean="0">
                <a:latin typeface="Arial"/>
                <a:cs typeface="Arial"/>
              </a:rPr>
              <a:t>d</a:t>
            </a:r>
            <a:r>
              <a:rPr sz="3200" spc="0" dirty="0" smtClean="0">
                <a:latin typeface="Arial"/>
                <a:cs typeface="Arial"/>
              </a:rPr>
              <a:t>e</a:t>
            </a:r>
            <a:endParaRPr sz="32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637340" y="1637251"/>
            <a:ext cx="889375" cy="4323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375"/>
              </a:lnSpc>
              <a:spcBef>
                <a:spcPts val="168"/>
              </a:spcBef>
            </a:pPr>
            <a:r>
              <a:rPr sz="3200" spc="-4" dirty="0" smtClean="0">
                <a:latin typeface="Arial"/>
                <a:cs typeface="Arial"/>
              </a:rPr>
              <a:t>um</a:t>
            </a:r>
            <a:r>
              <a:rPr sz="3200" spc="0" dirty="0" smtClean="0">
                <a:latin typeface="Arial"/>
                <a:cs typeface="Arial"/>
              </a:rPr>
              <a:t>a</a:t>
            </a:r>
            <a:endParaRPr sz="32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618733" y="1637251"/>
            <a:ext cx="1970564" cy="4323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375"/>
              </a:lnSpc>
              <a:spcBef>
                <a:spcPts val="168"/>
              </a:spcBef>
            </a:pPr>
            <a:r>
              <a:rPr sz="3200" spc="0" dirty="0" smtClean="0">
                <a:latin typeface="Arial"/>
                <a:cs typeface="Arial"/>
              </a:rPr>
              <a:t>t</a:t>
            </a:r>
            <a:r>
              <a:rPr sz="3200" spc="-4" dirty="0" smtClean="0">
                <a:latin typeface="Arial"/>
                <a:cs typeface="Arial"/>
              </a:rPr>
              <a:t>ubulação</a:t>
            </a:r>
            <a:r>
              <a:rPr sz="3200" spc="0" dirty="0" smtClean="0">
                <a:latin typeface="Arial"/>
                <a:cs typeface="Arial"/>
              </a:rPr>
              <a:t>,</a:t>
            </a:r>
            <a:endParaRPr sz="32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238384" y="1720104"/>
            <a:ext cx="311500" cy="3301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50"/>
              </a:lnSpc>
              <a:spcBef>
                <a:spcPts val="127"/>
              </a:spcBef>
            </a:pPr>
            <a:r>
              <a:rPr sz="2400" spc="333" dirty="0" smtClean="0">
                <a:solidFill>
                  <a:srgbClr val="65FF32"/>
                </a:solidFill>
                <a:latin typeface="Arial"/>
                <a:cs typeface="Arial"/>
              </a:rPr>
              <a:t>□</a:t>
            </a:r>
            <a:endParaRPr sz="24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581289" y="2027395"/>
            <a:ext cx="8004932" cy="82245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070"/>
              </a:lnSpc>
              <a:spcBef>
                <a:spcPts val="393"/>
              </a:spcBef>
            </a:pPr>
            <a:r>
              <a:rPr sz="3200" spc="4" dirty="0" smtClean="0">
                <a:latin typeface="Arial"/>
                <a:cs typeface="Arial"/>
              </a:rPr>
              <a:t>s</a:t>
            </a:r>
            <a:r>
              <a:rPr sz="3200" spc="-4" dirty="0" smtClean="0">
                <a:latin typeface="Arial"/>
                <a:cs typeface="Arial"/>
              </a:rPr>
              <a:t>abend</a:t>
            </a:r>
            <a:r>
              <a:rPr sz="3200" spc="-19" dirty="0" smtClean="0">
                <a:latin typeface="Arial"/>
                <a:cs typeface="Arial"/>
              </a:rPr>
              <a:t>o</a:t>
            </a:r>
            <a:r>
              <a:rPr sz="3200" spc="0" dirty="0" smtClean="0">
                <a:latin typeface="Arial"/>
                <a:cs typeface="Arial"/>
              </a:rPr>
              <a:t>-</a:t>
            </a:r>
            <a:r>
              <a:rPr sz="3200" spc="4" dirty="0" smtClean="0">
                <a:latin typeface="Arial"/>
                <a:cs typeface="Arial"/>
              </a:rPr>
              <a:t>s</a:t>
            </a:r>
            <a:r>
              <a:rPr sz="3200" spc="0" dirty="0" smtClean="0">
                <a:latin typeface="Arial"/>
                <a:cs typeface="Arial"/>
              </a:rPr>
              <a:t>e </a:t>
            </a:r>
            <a:r>
              <a:rPr sz="3200" spc="-4" dirty="0" smtClean="0">
                <a:latin typeface="Arial"/>
                <a:cs typeface="Arial"/>
              </a:rPr>
              <a:t>qu</a:t>
            </a:r>
            <a:r>
              <a:rPr sz="3200" spc="0" dirty="0" smtClean="0">
                <a:latin typeface="Arial"/>
                <a:cs typeface="Arial"/>
              </a:rPr>
              <a:t>e </a:t>
            </a:r>
            <a:r>
              <a:rPr sz="3200" spc="-4" dirty="0" smtClean="0">
                <a:latin typeface="Arial"/>
                <a:cs typeface="Arial"/>
              </a:rPr>
              <a:t>pel</a:t>
            </a:r>
            <a:r>
              <a:rPr sz="3200" spc="0" dirty="0" smtClean="0">
                <a:latin typeface="Arial"/>
                <a:cs typeface="Arial"/>
              </a:rPr>
              <a:t>a</a:t>
            </a:r>
            <a:r>
              <a:rPr sz="3200" spc="14" dirty="0" smtClean="0">
                <a:latin typeface="Arial"/>
                <a:cs typeface="Arial"/>
              </a:rPr>
              <a:t> </a:t>
            </a:r>
            <a:r>
              <a:rPr sz="3200" spc="-4" dirty="0" smtClean="0">
                <a:latin typeface="Arial"/>
                <a:cs typeface="Arial"/>
              </a:rPr>
              <a:t>me</a:t>
            </a:r>
            <a:r>
              <a:rPr sz="3200" spc="4" dirty="0" smtClean="0">
                <a:latin typeface="Arial"/>
                <a:cs typeface="Arial"/>
              </a:rPr>
              <a:t>s</a:t>
            </a:r>
            <a:r>
              <a:rPr sz="3200" spc="-4" dirty="0" smtClean="0">
                <a:latin typeface="Arial"/>
                <a:cs typeface="Arial"/>
              </a:rPr>
              <a:t>ma</a:t>
            </a:r>
            <a:r>
              <a:rPr sz="3200" spc="0" dirty="0" smtClean="0">
                <a:latin typeface="Arial"/>
                <a:cs typeface="Arial"/>
              </a:rPr>
              <a:t>,</a:t>
            </a:r>
            <a:r>
              <a:rPr sz="3200" spc="19" dirty="0" smtClean="0">
                <a:latin typeface="Arial"/>
                <a:cs typeface="Arial"/>
              </a:rPr>
              <a:t> </a:t>
            </a:r>
            <a:r>
              <a:rPr sz="3200" spc="-19" dirty="0" smtClean="0">
                <a:latin typeface="Arial"/>
                <a:cs typeface="Arial"/>
              </a:rPr>
              <a:t>e</a:t>
            </a:r>
            <a:r>
              <a:rPr sz="3200" spc="-4" dirty="0" smtClean="0">
                <a:latin typeface="Arial"/>
                <a:cs typeface="Arial"/>
              </a:rPr>
              <a:t>s</a:t>
            </a:r>
            <a:r>
              <a:rPr sz="3200" spc="4" dirty="0" smtClean="0">
                <a:latin typeface="Arial"/>
                <a:cs typeface="Arial"/>
              </a:rPr>
              <a:t>c</a:t>
            </a:r>
            <a:r>
              <a:rPr sz="3200" spc="-4" dirty="0" smtClean="0">
                <a:latin typeface="Arial"/>
                <a:cs typeface="Arial"/>
              </a:rPr>
              <a:t>o</a:t>
            </a:r>
            <a:r>
              <a:rPr sz="3200" spc="0" dirty="0" smtClean="0">
                <a:latin typeface="Arial"/>
                <a:cs typeface="Arial"/>
              </a:rPr>
              <a:t>a</a:t>
            </a:r>
            <a:r>
              <a:rPr sz="3200" spc="14" dirty="0" smtClean="0">
                <a:latin typeface="Arial"/>
                <a:cs typeface="Arial"/>
              </a:rPr>
              <a:t> </a:t>
            </a:r>
            <a:r>
              <a:rPr sz="3200" spc="-4" dirty="0" smtClean="0">
                <a:latin typeface="Arial"/>
                <a:cs typeface="Arial"/>
              </a:rPr>
              <a:t>ág</a:t>
            </a:r>
            <a:r>
              <a:rPr sz="3200" spc="-19" dirty="0" smtClean="0">
                <a:latin typeface="Arial"/>
                <a:cs typeface="Arial"/>
              </a:rPr>
              <a:t>u</a:t>
            </a:r>
            <a:r>
              <a:rPr sz="3200" spc="0" dirty="0" smtClean="0">
                <a:latin typeface="Arial"/>
                <a:cs typeface="Arial"/>
              </a:rPr>
              <a:t>a</a:t>
            </a:r>
            <a:r>
              <a:rPr sz="3200" spc="14" dirty="0" smtClean="0">
                <a:latin typeface="Arial"/>
                <a:cs typeface="Arial"/>
              </a:rPr>
              <a:t> </a:t>
            </a:r>
            <a:r>
              <a:rPr sz="3200" spc="0" dirty="0" smtClean="0">
                <a:latin typeface="Arial"/>
                <a:cs typeface="Arial"/>
              </a:rPr>
              <a:t>a </a:t>
            </a:r>
            <a:r>
              <a:rPr sz="3200" spc="-4" dirty="0" smtClean="0">
                <a:latin typeface="Arial"/>
                <a:cs typeface="Arial"/>
              </a:rPr>
              <a:t>um</a:t>
            </a:r>
            <a:r>
              <a:rPr sz="3200" spc="0" dirty="0" smtClean="0">
                <a:latin typeface="Arial"/>
                <a:cs typeface="Arial"/>
              </a:rPr>
              <a:t>a</a:t>
            </a:r>
            <a:r>
              <a:rPr sz="3200" spc="329" dirty="0" smtClean="0">
                <a:latin typeface="Arial"/>
                <a:cs typeface="Arial"/>
              </a:rPr>
              <a:t> </a:t>
            </a:r>
            <a:r>
              <a:rPr sz="3200" spc="4" dirty="0" smtClean="0">
                <a:latin typeface="Arial"/>
                <a:cs typeface="Arial"/>
              </a:rPr>
              <a:t>v</a:t>
            </a:r>
            <a:r>
              <a:rPr sz="3200" spc="-4" dirty="0" smtClean="0">
                <a:latin typeface="Arial"/>
                <a:cs typeface="Arial"/>
              </a:rPr>
              <a:t>e</a:t>
            </a:r>
            <a:r>
              <a:rPr sz="3200" spc="-14" dirty="0" smtClean="0">
                <a:latin typeface="Arial"/>
                <a:cs typeface="Arial"/>
              </a:rPr>
              <a:t>l</a:t>
            </a:r>
            <a:r>
              <a:rPr sz="3200" spc="-4" dirty="0" smtClean="0">
                <a:latin typeface="Arial"/>
                <a:cs typeface="Arial"/>
              </a:rPr>
              <a:t>o</a:t>
            </a:r>
            <a:r>
              <a:rPr sz="3200" spc="4" dirty="0" smtClean="0">
                <a:latin typeface="Arial"/>
                <a:cs typeface="Arial"/>
              </a:rPr>
              <a:t>c</a:t>
            </a:r>
            <a:r>
              <a:rPr sz="3200" spc="-4" dirty="0" smtClean="0">
                <a:latin typeface="Arial"/>
                <a:cs typeface="Arial"/>
              </a:rPr>
              <a:t>idad</a:t>
            </a:r>
            <a:r>
              <a:rPr sz="3200" spc="0" dirty="0" smtClean="0">
                <a:latin typeface="Arial"/>
                <a:cs typeface="Arial"/>
              </a:rPr>
              <a:t>e</a:t>
            </a:r>
            <a:r>
              <a:rPr sz="3200" spc="314" dirty="0" smtClean="0">
                <a:latin typeface="Arial"/>
                <a:cs typeface="Arial"/>
              </a:rPr>
              <a:t> </a:t>
            </a:r>
            <a:r>
              <a:rPr sz="3200" spc="-4" dirty="0" smtClean="0">
                <a:latin typeface="Arial"/>
                <a:cs typeface="Arial"/>
              </a:rPr>
              <a:t>d</a:t>
            </a:r>
            <a:r>
              <a:rPr sz="3200" spc="0" dirty="0" smtClean="0">
                <a:latin typeface="Arial"/>
                <a:cs typeface="Arial"/>
              </a:rPr>
              <a:t>e</a:t>
            </a:r>
            <a:r>
              <a:rPr sz="3200" spc="339" dirty="0" smtClean="0">
                <a:latin typeface="Arial"/>
                <a:cs typeface="Arial"/>
              </a:rPr>
              <a:t> </a:t>
            </a:r>
            <a:r>
              <a:rPr sz="3200" spc="-4" dirty="0" smtClean="0">
                <a:latin typeface="Arial"/>
                <a:cs typeface="Arial"/>
              </a:rPr>
              <a:t>6m</a:t>
            </a:r>
            <a:r>
              <a:rPr sz="3200" spc="0" dirty="0" smtClean="0">
                <a:latin typeface="Arial"/>
                <a:cs typeface="Arial"/>
              </a:rPr>
              <a:t>/</a:t>
            </a:r>
            <a:r>
              <a:rPr sz="3200" spc="4" dirty="0" smtClean="0">
                <a:latin typeface="Arial"/>
                <a:cs typeface="Arial"/>
              </a:rPr>
              <a:t>s</a:t>
            </a:r>
            <a:r>
              <a:rPr sz="3200" spc="0" dirty="0" smtClean="0">
                <a:latin typeface="Arial"/>
                <a:cs typeface="Arial"/>
              </a:rPr>
              <a:t>.</a:t>
            </a:r>
            <a:r>
              <a:rPr sz="3200" spc="344" dirty="0" smtClean="0">
                <a:latin typeface="Arial"/>
                <a:cs typeface="Arial"/>
              </a:rPr>
              <a:t> </a:t>
            </a:r>
            <a:r>
              <a:rPr sz="3200" spc="0" dirty="0" smtClean="0">
                <a:latin typeface="Arial"/>
                <a:cs typeface="Arial"/>
              </a:rPr>
              <a:t>A</a:t>
            </a:r>
            <a:r>
              <a:rPr sz="3200" spc="344" dirty="0" smtClean="0">
                <a:latin typeface="Arial"/>
                <a:cs typeface="Arial"/>
              </a:rPr>
              <a:t> </a:t>
            </a:r>
            <a:r>
              <a:rPr sz="3200" spc="0" dirty="0" smtClean="0">
                <a:latin typeface="Arial"/>
                <a:cs typeface="Arial"/>
              </a:rPr>
              <a:t>t</a:t>
            </a:r>
            <a:r>
              <a:rPr sz="3200" spc="-4" dirty="0" smtClean="0">
                <a:latin typeface="Arial"/>
                <a:cs typeface="Arial"/>
              </a:rPr>
              <a:t>u</a:t>
            </a:r>
            <a:r>
              <a:rPr sz="3200" spc="-19" dirty="0" smtClean="0">
                <a:latin typeface="Arial"/>
                <a:cs typeface="Arial"/>
              </a:rPr>
              <a:t>b</a:t>
            </a:r>
            <a:r>
              <a:rPr sz="3200" spc="-4" dirty="0" smtClean="0">
                <a:latin typeface="Arial"/>
                <a:cs typeface="Arial"/>
              </a:rPr>
              <a:t>ula</a:t>
            </a:r>
            <a:r>
              <a:rPr sz="3200" spc="4" dirty="0" smtClean="0">
                <a:latin typeface="Arial"/>
                <a:cs typeface="Arial"/>
              </a:rPr>
              <a:t>ç</a:t>
            </a:r>
            <a:r>
              <a:rPr sz="3200" spc="-4" dirty="0" smtClean="0">
                <a:latin typeface="Arial"/>
                <a:cs typeface="Arial"/>
              </a:rPr>
              <a:t>ã</a:t>
            </a:r>
            <a:r>
              <a:rPr sz="3200" spc="0" dirty="0" smtClean="0">
                <a:latin typeface="Arial"/>
                <a:cs typeface="Arial"/>
              </a:rPr>
              <a:t>o</a:t>
            </a:r>
            <a:r>
              <a:rPr sz="3200" spc="329" dirty="0" smtClean="0">
                <a:latin typeface="Arial"/>
                <a:cs typeface="Arial"/>
              </a:rPr>
              <a:t> </a:t>
            </a:r>
            <a:r>
              <a:rPr sz="3200" spc="-4" dirty="0" smtClean="0">
                <a:latin typeface="Arial"/>
                <a:cs typeface="Arial"/>
              </a:rPr>
              <a:t>e</a:t>
            </a:r>
            <a:r>
              <a:rPr sz="3200" spc="4" dirty="0" smtClean="0">
                <a:latin typeface="Arial"/>
                <a:cs typeface="Arial"/>
              </a:rPr>
              <a:t>s</a:t>
            </a:r>
            <a:r>
              <a:rPr sz="3200" spc="0" dirty="0" smtClean="0">
                <a:latin typeface="Arial"/>
                <a:cs typeface="Arial"/>
              </a:rPr>
              <a:t>tá</a:t>
            </a:r>
            <a:endParaRPr sz="32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581289" y="2809207"/>
            <a:ext cx="4743214" cy="4323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375"/>
              </a:lnSpc>
              <a:spcBef>
                <a:spcPts val="168"/>
              </a:spcBef>
              <a:tabLst>
                <a:tab pos="2120900" algn="l"/>
                <a:tab pos="2603500" algn="l"/>
                <a:tab pos="3416300" algn="l"/>
              </a:tabLst>
            </a:pPr>
            <a:r>
              <a:rPr sz="3200" spc="4" dirty="0" smtClean="0">
                <a:latin typeface="Arial"/>
                <a:cs typeface="Arial"/>
              </a:rPr>
              <a:t>c</a:t>
            </a:r>
            <a:r>
              <a:rPr sz="3200" spc="-4" dirty="0" smtClean="0">
                <a:latin typeface="Arial"/>
                <a:cs typeface="Arial"/>
              </a:rPr>
              <a:t>on</a:t>
            </a:r>
            <a:r>
              <a:rPr sz="3200" spc="-19" dirty="0" smtClean="0">
                <a:latin typeface="Arial"/>
                <a:cs typeface="Arial"/>
              </a:rPr>
              <a:t>e</a:t>
            </a:r>
            <a:r>
              <a:rPr sz="3200" spc="4" dirty="0" smtClean="0">
                <a:latin typeface="Arial"/>
                <a:cs typeface="Arial"/>
              </a:rPr>
              <a:t>c</a:t>
            </a:r>
            <a:r>
              <a:rPr sz="3200" spc="0" dirty="0" smtClean="0">
                <a:latin typeface="Arial"/>
                <a:cs typeface="Arial"/>
              </a:rPr>
              <a:t>t</a:t>
            </a:r>
            <a:r>
              <a:rPr sz="3200" spc="-19" dirty="0" smtClean="0">
                <a:latin typeface="Arial"/>
                <a:cs typeface="Arial"/>
              </a:rPr>
              <a:t>a</a:t>
            </a:r>
            <a:r>
              <a:rPr sz="3200" spc="-4" dirty="0" smtClean="0">
                <a:latin typeface="Arial"/>
                <a:cs typeface="Arial"/>
              </a:rPr>
              <a:t>d</a:t>
            </a:r>
            <a:r>
              <a:rPr sz="3200" spc="0" dirty="0" smtClean="0">
                <a:latin typeface="Arial"/>
                <a:cs typeface="Arial"/>
              </a:rPr>
              <a:t>a	a	</a:t>
            </a:r>
            <a:r>
              <a:rPr sz="3200" spc="-19" dirty="0" smtClean="0">
                <a:latin typeface="Arial"/>
                <a:cs typeface="Arial"/>
              </a:rPr>
              <a:t>u</a:t>
            </a:r>
            <a:r>
              <a:rPr sz="3200" spc="0" dirty="0" smtClean="0">
                <a:latin typeface="Arial"/>
                <a:cs typeface="Arial"/>
              </a:rPr>
              <a:t>m	t</a:t>
            </a:r>
            <a:r>
              <a:rPr sz="3200" spc="-4" dirty="0" smtClean="0">
                <a:latin typeface="Arial"/>
                <a:cs typeface="Arial"/>
              </a:rPr>
              <a:t>an</a:t>
            </a:r>
            <a:r>
              <a:rPr sz="3200" spc="-19" dirty="0" smtClean="0">
                <a:latin typeface="Arial"/>
                <a:cs typeface="Arial"/>
              </a:rPr>
              <a:t>q</a:t>
            </a:r>
            <a:r>
              <a:rPr sz="3200" spc="-4" dirty="0" smtClean="0">
                <a:latin typeface="Arial"/>
                <a:cs typeface="Arial"/>
              </a:rPr>
              <a:t>u</a:t>
            </a:r>
            <a:r>
              <a:rPr sz="3200" spc="0" dirty="0" smtClean="0">
                <a:latin typeface="Arial"/>
                <a:cs typeface="Arial"/>
              </a:rPr>
              <a:t>e</a:t>
            </a:r>
            <a:endParaRPr sz="32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472908" y="2809207"/>
            <a:ext cx="3115744" cy="4323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375"/>
              </a:lnSpc>
              <a:spcBef>
                <a:spcPts val="168"/>
              </a:spcBef>
              <a:tabLst>
                <a:tab pos="1016000" algn="l"/>
                <a:tab pos="2565400" algn="l"/>
              </a:tabLst>
            </a:pPr>
            <a:r>
              <a:rPr sz="3200" spc="4" dirty="0" smtClean="0">
                <a:latin typeface="Arial"/>
                <a:cs typeface="Arial"/>
              </a:rPr>
              <a:t>c</a:t>
            </a:r>
            <a:r>
              <a:rPr sz="3200" spc="-19" dirty="0" smtClean="0">
                <a:latin typeface="Arial"/>
                <a:cs typeface="Arial"/>
              </a:rPr>
              <a:t>o</a:t>
            </a:r>
            <a:r>
              <a:rPr sz="3200" spc="0" dirty="0" smtClean="0">
                <a:latin typeface="Arial"/>
                <a:cs typeface="Arial"/>
              </a:rPr>
              <a:t>m	</a:t>
            </a:r>
            <a:r>
              <a:rPr sz="3200" spc="4" dirty="0" smtClean="0">
                <a:latin typeface="Arial"/>
                <a:cs typeface="Arial"/>
              </a:rPr>
              <a:t>v</a:t>
            </a:r>
            <a:r>
              <a:rPr sz="3200" spc="-4" dirty="0" smtClean="0">
                <a:latin typeface="Arial"/>
                <a:cs typeface="Arial"/>
              </a:rPr>
              <a:t>olum</a:t>
            </a:r>
            <a:r>
              <a:rPr sz="3200" spc="0" dirty="0" smtClean="0">
                <a:latin typeface="Arial"/>
                <a:cs typeface="Arial"/>
              </a:rPr>
              <a:t>e	</a:t>
            </a:r>
            <a:r>
              <a:rPr sz="3200" spc="-4" dirty="0" smtClean="0">
                <a:latin typeface="Arial"/>
                <a:cs typeface="Arial"/>
              </a:rPr>
              <a:t>d</a:t>
            </a:r>
            <a:r>
              <a:rPr sz="3200" spc="0" dirty="0" smtClean="0">
                <a:latin typeface="Arial"/>
                <a:cs typeface="Arial"/>
              </a:rPr>
              <a:t>e</a:t>
            </a:r>
            <a:endParaRPr sz="32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581289" y="3199351"/>
            <a:ext cx="7391144" cy="82245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070"/>
              </a:lnSpc>
              <a:spcBef>
                <a:spcPts val="393"/>
              </a:spcBef>
            </a:pPr>
            <a:r>
              <a:rPr sz="3200" spc="-4" dirty="0" smtClean="0">
                <a:latin typeface="Arial"/>
                <a:cs typeface="Arial"/>
              </a:rPr>
              <a:t>1200</a:t>
            </a:r>
            <a:r>
              <a:rPr sz="3200" spc="0" dirty="0" smtClean="0">
                <a:latin typeface="Arial"/>
                <a:cs typeface="Arial"/>
              </a:rPr>
              <a:t>0</a:t>
            </a:r>
            <a:r>
              <a:rPr sz="3200" spc="389" dirty="0" smtClean="0">
                <a:latin typeface="Arial"/>
                <a:cs typeface="Arial"/>
              </a:rPr>
              <a:t> </a:t>
            </a:r>
            <a:r>
              <a:rPr sz="3200" spc="-4" dirty="0" smtClean="0">
                <a:latin typeface="Arial"/>
                <a:cs typeface="Arial"/>
              </a:rPr>
              <a:t>l</a:t>
            </a:r>
            <a:r>
              <a:rPr sz="3200" spc="4" dirty="0" smtClean="0">
                <a:latin typeface="Arial"/>
                <a:cs typeface="Arial"/>
              </a:rPr>
              <a:t>i</a:t>
            </a:r>
            <a:r>
              <a:rPr sz="3200" spc="0" dirty="0" smtClean="0">
                <a:latin typeface="Arial"/>
                <a:cs typeface="Arial"/>
              </a:rPr>
              <a:t>tr</a:t>
            </a:r>
            <a:r>
              <a:rPr sz="3200" spc="-4" dirty="0" smtClean="0">
                <a:latin typeface="Arial"/>
                <a:cs typeface="Arial"/>
              </a:rPr>
              <a:t>o</a:t>
            </a:r>
            <a:r>
              <a:rPr sz="3200" spc="0" dirty="0" smtClean="0">
                <a:latin typeface="Arial"/>
                <a:cs typeface="Arial"/>
              </a:rPr>
              <a:t>s</a:t>
            </a:r>
            <a:r>
              <a:rPr sz="3200" spc="400" dirty="0" smtClean="0">
                <a:latin typeface="Arial"/>
                <a:cs typeface="Arial"/>
              </a:rPr>
              <a:t> </a:t>
            </a:r>
            <a:r>
              <a:rPr sz="3200" spc="0" dirty="0" smtClean="0">
                <a:latin typeface="Arial"/>
                <a:cs typeface="Arial"/>
              </a:rPr>
              <a:t>e</a:t>
            </a:r>
            <a:r>
              <a:rPr sz="3200" spc="399" dirty="0" smtClean="0">
                <a:latin typeface="Arial"/>
                <a:cs typeface="Arial"/>
              </a:rPr>
              <a:t> </a:t>
            </a:r>
            <a:r>
              <a:rPr sz="3200" spc="-4" dirty="0" smtClean="0">
                <a:latin typeface="Arial"/>
                <a:cs typeface="Arial"/>
              </a:rPr>
              <a:t>le</a:t>
            </a:r>
            <a:r>
              <a:rPr sz="3200" spc="4" dirty="0" smtClean="0">
                <a:latin typeface="Arial"/>
                <a:cs typeface="Arial"/>
              </a:rPr>
              <a:t>v</a:t>
            </a:r>
            <a:r>
              <a:rPr sz="3200" spc="0" dirty="0" smtClean="0">
                <a:latin typeface="Arial"/>
                <a:cs typeface="Arial"/>
              </a:rPr>
              <a:t>a</a:t>
            </a:r>
            <a:r>
              <a:rPr sz="3200" spc="400" dirty="0" smtClean="0">
                <a:latin typeface="Arial"/>
                <a:cs typeface="Arial"/>
              </a:rPr>
              <a:t> </a:t>
            </a:r>
            <a:r>
              <a:rPr sz="3200" spc="0" dirty="0" smtClean="0">
                <a:latin typeface="Arial"/>
                <a:cs typeface="Arial"/>
              </a:rPr>
              <a:t>1</a:t>
            </a:r>
            <a:r>
              <a:rPr sz="3200" spc="400" dirty="0" smtClean="0">
                <a:latin typeface="Arial"/>
                <a:cs typeface="Arial"/>
              </a:rPr>
              <a:t> </a:t>
            </a:r>
            <a:r>
              <a:rPr sz="3200" spc="-4" dirty="0" smtClean="0">
                <a:latin typeface="Arial"/>
                <a:cs typeface="Arial"/>
              </a:rPr>
              <a:t>ho</a:t>
            </a:r>
            <a:r>
              <a:rPr sz="3200" spc="0" dirty="0" smtClean="0">
                <a:latin typeface="Arial"/>
                <a:cs typeface="Arial"/>
              </a:rPr>
              <a:t>r</a:t>
            </a:r>
            <a:r>
              <a:rPr sz="3200" spc="-4" dirty="0" smtClean="0">
                <a:latin typeface="Arial"/>
                <a:cs typeface="Arial"/>
              </a:rPr>
              <a:t>a</a:t>
            </a:r>
            <a:r>
              <a:rPr sz="3200" spc="0" dirty="0" smtClean="0">
                <a:latin typeface="Arial"/>
                <a:cs typeface="Arial"/>
              </a:rPr>
              <a:t>,</a:t>
            </a:r>
            <a:r>
              <a:rPr sz="3200" spc="404" dirty="0" smtClean="0">
                <a:latin typeface="Arial"/>
                <a:cs typeface="Arial"/>
              </a:rPr>
              <a:t> </a:t>
            </a:r>
            <a:r>
              <a:rPr sz="3200" spc="0" dirty="0" smtClean="0">
                <a:latin typeface="Arial"/>
                <a:cs typeface="Arial"/>
              </a:rPr>
              <a:t>5</a:t>
            </a:r>
            <a:r>
              <a:rPr sz="3200" spc="400" dirty="0" smtClean="0">
                <a:latin typeface="Arial"/>
                <a:cs typeface="Arial"/>
              </a:rPr>
              <a:t> </a:t>
            </a:r>
            <a:r>
              <a:rPr sz="3200" spc="-4" dirty="0" smtClean="0">
                <a:latin typeface="Arial"/>
                <a:cs typeface="Arial"/>
              </a:rPr>
              <a:t>minu</a:t>
            </a:r>
            <a:r>
              <a:rPr sz="3200" spc="0" dirty="0" smtClean="0">
                <a:latin typeface="Arial"/>
                <a:cs typeface="Arial"/>
              </a:rPr>
              <a:t>t</a:t>
            </a:r>
            <a:r>
              <a:rPr sz="3200" spc="-4" dirty="0" smtClean="0">
                <a:latin typeface="Arial"/>
                <a:cs typeface="Arial"/>
              </a:rPr>
              <a:t>o</a:t>
            </a:r>
            <a:r>
              <a:rPr sz="3200" spc="0" dirty="0" smtClean="0">
                <a:latin typeface="Arial"/>
                <a:cs typeface="Arial"/>
              </a:rPr>
              <a:t>s</a:t>
            </a:r>
            <a:r>
              <a:rPr sz="3200" spc="409" dirty="0" smtClean="0">
                <a:latin typeface="Arial"/>
                <a:cs typeface="Arial"/>
              </a:rPr>
              <a:t> </a:t>
            </a:r>
            <a:r>
              <a:rPr sz="3200" spc="0" dirty="0" smtClean="0">
                <a:latin typeface="Arial"/>
                <a:cs typeface="Arial"/>
              </a:rPr>
              <a:t>e </a:t>
            </a:r>
            <a:r>
              <a:rPr sz="3200" spc="4" dirty="0" smtClean="0">
                <a:latin typeface="Arial"/>
                <a:cs typeface="Arial"/>
              </a:rPr>
              <a:t>s</a:t>
            </a:r>
            <a:r>
              <a:rPr sz="3200" spc="-4" dirty="0" smtClean="0">
                <a:latin typeface="Arial"/>
                <a:cs typeface="Arial"/>
              </a:rPr>
              <a:t>egund</a:t>
            </a:r>
            <a:r>
              <a:rPr sz="3200" spc="-19" dirty="0" smtClean="0">
                <a:latin typeface="Arial"/>
                <a:cs typeface="Arial"/>
              </a:rPr>
              <a:t>o</a:t>
            </a:r>
            <a:r>
              <a:rPr sz="3200" spc="0" dirty="0" smtClean="0">
                <a:latin typeface="Arial"/>
                <a:cs typeface="Arial"/>
              </a:rPr>
              <a:t>s </a:t>
            </a:r>
            <a:r>
              <a:rPr sz="3200" spc="-4" dirty="0" smtClean="0">
                <a:latin typeface="Arial"/>
                <a:cs typeface="Arial"/>
              </a:rPr>
              <a:t>pa</a:t>
            </a:r>
            <a:r>
              <a:rPr sz="3200" spc="0" dirty="0" smtClean="0">
                <a:latin typeface="Arial"/>
                <a:cs typeface="Arial"/>
              </a:rPr>
              <a:t>ra</a:t>
            </a:r>
            <a:r>
              <a:rPr sz="3200" spc="-19" dirty="0" smtClean="0">
                <a:latin typeface="Arial"/>
                <a:cs typeface="Arial"/>
              </a:rPr>
              <a:t> e</a:t>
            </a:r>
            <a:r>
              <a:rPr sz="3200" spc="-4" dirty="0" smtClean="0">
                <a:latin typeface="Arial"/>
                <a:cs typeface="Arial"/>
              </a:rPr>
              <a:t>n</a:t>
            </a:r>
            <a:r>
              <a:rPr sz="3200" spc="4" dirty="0" smtClean="0">
                <a:latin typeface="Arial"/>
                <a:cs typeface="Arial"/>
              </a:rPr>
              <a:t>c</a:t>
            </a:r>
            <a:r>
              <a:rPr sz="3200" spc="-4" dirty="0" smtClean="0">
                <a:latin typeface="Arial"/>
                <a:cs typeface="Arial"/>
              </a:rPr>
              <a:t>hê</a:t>
            </a:r>
            <a:r>
              <a:rPr sz="3200" spc="0" dirty="0" smtClean="0">
                <a:latin typeface="Arial"/>
                <a:cs typeface="Arial"/>
              </a:rPr>
              <a:t>-</a:t>
            </a:r>
            <a:r>
              <a:rPr sz="3200" spc="-4" dirty="0" smtClean="0">
                <a:latin typeface="Arial"/>
                <a:cs typeface="Arial"/>
              </a:rPr>
              <a:t>l</a:t>
            </a:r>
            <a:r>
              <a:rPr sz="3200" spc="0" dirty="0" smtClean="0">
                <a:latin typeface="Arial"/>
                <a:cs typeface="Arial"/>
              </a:rPr>
              <a:t>o </a:t>
            </a:r>
            <a:r>
              <a:rPr sz="3200" spc="-14" dirty="0" smtClean="0">
                <a:latin typeface="Arial"/>
                <a:cs typeface="Arial"/>
              </a:rPr>
              <a:t>t</a:t>
            </a:r>
            <a:r>
              <a:rPr sz="3200" spc="-4" dirty="0" smtClean="0">
                <a:latin typeface="Arial"/>
                <a:cs typeface="Arial"/>
              </a:rPr>
              <a:t>o</a:t>
            </a:r>
            <a:r>
              <a:rPr sz="3200" spc="0" dirty="0" smtClean="0">
                <a:latin typeface="Arial"/>
                <a:cs typeface="Arial"/>
              </a:rPr>
              <a:t>t</a:t>
            </a:r>
            <a:r>
              <a:rPr sz="3200" spc="-4" dirty="0" smtClean="0">
                <a:latin typeface="Arial"/>
                <a:cs typeface="Arial"/>
              </a:rPr>
              <a:t>almen</a:t>
            </a:r>
            <a:r>
              <a:rPr sz="3200" spc="0" dirty="0" smtClean="0">
                <a:latin typeface="Arial"/>
                <a:cs typeface="Arial"/>
              </a:rPr>
              <a:t>t</a:t>
            </a:r>
            <a:r>
              <a:rPr sz="3200" spc="-4" dirty="0" smtClean="0">
                <a:latin typeface="Arial"/>
                <a:cs typeface="Arial"/>
              </a:rPr>
              <a:t>e</a:t>
            </a:r>
            <a:r>
              <a:rPr sz="3200" spc="0" dirty="0" smtClean="0">
                <a:latin typeface="Arial"/>
                <a:cs typeface="Arial"/>
              </a:rPr>
              <a:t>.</a:t>
            </a:r>
            <a:endParaRPr sz="32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9040656" y="3199351"/>
            <a:ext cx="551052" cy="4323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375"/>
              </a:lnSpc>
              <a:spcBef>
                <a:spcPts val="168"/>
              </a:spcBef>
            </a:pPr>
            <a:r>
              <a:rPr sz="3200" spc="-4" dirty="0" smtClean="0">
                <a:latin typeface="Arial"/>
                <a:cs typeface="Arial"/>
              </a:rPr>
              <a:t>4</a:t>
            </a:r>
            <a:r>
              <a:rPr sz="3200" spc="0" dirty="0" smtClean="0">
                <a:latin typeface="Arial"/>
                <a:cs typeface="Arial"/>
              </a:rPr>
              <a:t>9</a:t>
            </a:r>
            <a:endParaRPr sz="32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10"/>
          <p:cNvSpPr/>
          <p:nvPr/>
        </p:nvSpPr>
        <p:spPr>
          <a:xfrm>
            <a:off x="5017647" y="1616963"/>
            <a:ext cx="0" cy="5113019"/>
          </a:xfrm>
          <a:custGeom>
            <a:avLst/>
            <a:gdLst/>
            <a:ahLst/>
            <a:cxnLst/>
            <a:rect l="l" t="t" r="r" b="b"/>
            <a:pathLst>
              <a:path h="5113019">
                <a:moveTo>
                  <a:pt x="0" y="0"/>
                </a:moveTo>
                <a:lnTo>
                  <a:pt x="0" y="5113019"/>
                </a:lnTo>
              </a:path>
            </a:pathLst>
          </a:custGeom>
          <a:ln w="1498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972054" y="1616963"/>
            <a:ext cx="27177" cy="5113019"/>
          </a:xfrm>
          <a:custGeom>
            <a:avLst/>
            <a:gdLst/>
            <a:ahLst/>
            <a:cxnLst/>
            <a:rect l="l" t="t" r="r" b="b"/>
            <a:pathLst>
              <a:path w="27177" h="5113019">
                <a:moveTo>
                  <a:pt x="0" y="0"/>
                </a:moveTo>
                <a:lnTo>
                  <a:pt x="0" y="5113019"/>
                </a:lnTo>
                <a:lnTo>
                  <a:pt x="27177" y="5113019"/>
                </a:lnTo>
                <a:lnTo>
                  <a:pt x="27177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947670" y="1616963"/>
            <a:ext cx="13461" cy="5113019"/>
          </a:xfrm>
          <a:custGeom>
            <a:avLst/>
            <a:gdLst/>
            <a:ahLst/>
            <a:cxnLst/>
            <a:rect l="l" t="t" r="r" b="b"/>
            <a:pathLst>
              <a:path w="13461" h="5113019">
                <a:moveTo>
                  <a:pt x="0" y="0"/>
                </a:moveTo>
                <a:lnTo>
                  <a:pt x="0" y="5113019"/>
                </a:lnTo>
                <a:lnTo>
                  <a:pt x="13461" y="5113019"/>
                </a:lnTo>
                <a:lnTo>
                  <a:pt x="13461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877446" y="4815839"/>
            <a:ext cx="184403" cy="0"/>
          </a:xfrm>
          <a:custGeom>
            <a:avLst/>
            <a:gdLst/>
            <a:ahLst/>
            <a:cxnLst/>
            <a:rect l="l" t="t" r="r" b="b"/>
            <a:pathLst>
              <a:path w="184403">
                <a:moveTo>
                  <a:pt x="0" y="0"/>
                </a:moveTo>
                <a:lnTo>
                  <a:pt x="184403" y="0"/>
                </a:lnTo>
              </a:path>
            </a:pathLst>
          </a:custGeom>
          <a:ln w="989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814962" y="5430011"/>
            <a:ext cx="445007" cy="0"/>
          </a:xfrm>
          <a:custGeom>
            <a:avLst/>
            <a:gdLst/>
            <a:ahLst/>
            <a:cxnLst/>
            <a:rect l="l" t="t" r="r" b="b"/>
            <a:pathLst>
              <a:path w="445007">
                <a:moveTo>
                  <a:pt x="0" y="0"/>
                </a:moveTo>
                <a:lnTo>
                  <a:pt x="445007" y="0"/>
                </a:lnTo>
              </a:path>
            </a:pathLst>
          </a:custGeom>
          <a:ln w="8851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6262007" y="3041904"/>
            <a:ext cx="556257" cy="0"/>
          </a:xfrm>
          <a:custGeom>
            <a:avLst/>
            <a:gdLst/>
            <a:ahLst/>
            <a:cxnLst/>
            <a:rect l="l" t="t" r="r" b="b"/>
            <a:pathLst>
              <a:path w="556257">
                <a:moveTo>
                  <a:pt x="0" y="0"/>
                </a:moveTo>
                <a:lnTo>
                  <a:pt x="556257" y="0"/>
                </a:lnTo>
              </a:path>
            </a:pathLst>
          </a:custGeom>
          <a:ln w="953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6013587" y="4314428"/>
            <a:ext cx="504438" cy="0"/>
          </a:xfrm>
          <a:custGeom>
            <a:avLst/>
            <a:gdLst/>
            <a:ahLst/>
            <a:cxnLst/>
            <a:rect l="l" t="t" r="r" b="b"/>
            <a:pathLst>
              <a:path w="504438">
                <a:moveTo>
                  <a:pt x="0" y="0"/>
                </a:moveTo>
                <a:lnTo>
                  <a:pt x="504438" y="0"/>
                </a:lnTo>
              </a:path>
            </a:pathLst>
          </a:custGeom>
          <a:ln w="9436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6086732" y="5027649"/>
            <a:ext cx="544081" cy="0"/>
          </a:xfrm>
          <a:custGeom>
            <a:avLst/>
            <a:gdLst/>
            <a:ahLst/>
            <a:cxnLst/>
            <a:rect l="l" t="t" r="r" b="b"/>
            <a:pathLst>
              <a:path w="544081">
                <a:moveTo>
                  <a:pt x="0" y="0"/>
                </a:moveTo>
                <a:lnTo>
                  <a:pt x="544081" y="0"/>
                </a:lnTo>
              </a:path>
            </a:pathLst>
          </a:custGeom>
          <a:ln w="1009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5928247" y="5065750"/>
            <a:ext cx="30468" cy="18284"/>
          </a:xfrm>
          <a:custGeom>
            <a:avLst/>
            <a:gdLst/>
            <a:ahLst/>
            <a:cxnLst/>
            <a:rect l="l" t="t" r="r" b="b"/>
            <a:pathLst>
              <a:path w="30468" h="18284">
                <a:moveTo>
                  <a:pt x="0" y="18284"/>
                </a:moveTo>
                <a:lnTo>
                  <a:pt x="30468" y="0"/>
                </a:lnTo>
              </a:path>
            </a:pathLst>
          </a:custGeom>
          <a:ln w="1006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5958716" y="5071845"/>
            <a:ext cx="45725" cy="220979"/>
          </a:xfrm>
          <a:custGeom>
            <a:avLst/>
            <a:gdLst/>
            <a:ahLst/>
            <a:cxnLst/>
            <a:rect l="l" t="t" r="r" b="b"/>
            <a:pathLst>
              <a:path w="45725" h="220979">
                <a:moveTo>
                  <a:pt x="0" y="0"/>
                </a:moveTo>
                <a:lnTo>
                  <a:pt x="45725" y="220979"/>
                </a:lnTo>
              </a:path>
            </a:pathLst>
          </a:custGeom>
          <a:ln w="20002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6009021" y="4693898"/>
            <a:ext cx="59435" cy="598927"/>
          </a:xfrm>
          <a:custGeom>
            <a:avLst/>
            <a:gdLst/>
            <a:ahLst/>
            <a:cxnLst/>
            <a:rect l="l" t="t" r="r" b="b"/>
            <a:pathLst>
              <a:path w="59435" h="598927">
                <a:moveTo>
                  <a:pt x="0" y="598927"/>
                </a:moveTo>
                <a:lnTo>
                  <a:pt x="59435" y="0"/>
                </a:lnTo>
              </a:path>
            </a:pathLst>
          </a:custGeom>
          <a:ln w="9998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6068457" y="4693898"/>
            <a:ext cx="582163" cy="0"/>
          </a:xfrm>
          <a:custGeom>
            <a:avLst/>
            <a:gdLst/>
            <a:ahLst/>
            <a:cxnLst/>
            <a:rect l="l" t="t" r="r" b="b"/>
            <a:pathLst>
              <a:path w="582163">
                <a:moveTo>
                  <a:pt x="0" y="0"/>
                </a:moveTo>
                <a:lnTo>
                  <a:pt x="582163" y="0"/>
                </a:lnTo>
              </a:path>
            </a:pathLst>
          </a:custGeom>
          <a:ln w="1009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8080126" y="5049012"/>
            <a:ext cx="28955" cy="16763"/>
          </a:xfrm>
          <a:custGeom>
            <a:avLst/>
            <a:gdLst/>
            <a:ahLst/>
            <a:cxnLst/>
            <a:rect l="l" t="t" r="r" b="b"/>
            <a:pathLst>
              <a:path w="28955" h="16763">
                <a:moveTo>
                  <a:pt x="0" y="16763"/>
                </a:moveTo>
                <a:lnTo>
                  <a:pt x="28955" y="0"/>
                </a:lnTo>
              </a:path>
            </a:pathLst>
          </a:custGeom>
          <a:ln w="9631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8109082" y="5055108"/>
            <a:ext cx="42671" cy="207263"/>
          </a:xfrm>
          <a:custGeom>
            <a:avLst/>
            <a:gdLst/>
            <a:ahLst/>
            <a:cxnLst/>
            <a:rect l="l" t="t" r="r" b="b"/>
            <a:pathLst>
              <a:path w="42671" h="207263">
                <a:moveTo>
                  <a:pt x="0" y="0"/>
                </a:moveTo>
                <a:lnTo>
                  <a:pt x="42671" y="207263"/>
                </a:lnTo>
              </a:path>
            </a:pathLst>
          </a:custGeom>
          <a:ln w="1926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8156326" y="4700016"/>
            <a:ext cx="1098803" cy="562355"/>
          </a:xfrm>
          <a:custGeom>
            <a:avLst/>
            <a:gdLst/>
            <a:ahLst/>
            <a:cxnLst/>
            <a:rect l="l" t="t" r="r" b="b"/>
            <a:pathLst>
              <a:path w="1098803" h="562355">
                <a:moveTo>
                  <a:pt x="0" y="562355"/>
                </a:moveTo>
                <a:lnTo>
                  <a:pt x="57911" y="0"/>
                </a:lnTo>
                <a:lnTo>
                  <a:pt x="1098803" y="0"/>
                </a:lnTo>
              </a:path>
            </a:pathLst>
          </a:custGeom>
          <a:ln w="9631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6931030" y="4893564"/>
            <a:ext cx="576071" cy="108203"/>
          </a:xfrm>
          <a:custGeom>
            <a:avLst/>
            <a:gdLst/>
            <a:ahLst/>
            <a:cxnLst/>
            <a:rect l="l" t="t" r="r" b="b"/>
            <a:pathLst>
              <a:path w="576071" h="108203">
                <a:moveTo>
                  <a:pt x="431291" y="71627"/>
                </a:moveTo>
                <a:lnTo>
                  <a:pt x="431291" y="0"/>
                </a:lnTo>
                <a:lnTo>
                  <a:pt x="0" y="0"/>
                </a:lnTo>
                <a:lnTo>
                  <a:pt x="0" y="71627"/>
                </a:lnTo>
                <a:lnTo>
                  <a:pt x="431291" y="71627"/>
                </a:lnTo>
                <a:close/>
              </a:path>
              <a:path w="576071" h="108203">
                <a:moveTo>
                  <a:pt x="576071" y="36575"/>
                </a:moveTo>
                <a:lnTo>
                  <a:pt x="431291" y="-36575"/>
                </a:lnTo>
                <a:lnTo>
                  <a:pt x="431291" y="108203"/>
                </a:lnTo>
                <a:lnTo>
                  <a:pt x="576071" y="36575"/>
                </a:lnTo>
                <a:close/>
              </a:path>
            </a:pathLst>
          </a:custGeom>
          <a:solidFill>
            <a:srgbClr val="FF32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6931030" y="4856988"/>
            <a:ext cx="576071" cy="144779"/>
          </a:xfrm>
          <a:custGeom>
            <a:avLst/>
            <a:gdLst/>
            <a:ahLst/>
            <a:cxnLst/>
            <a:rect l="l" t="t" r="r" b="b"/>
            <a:pathLst>
              <a:path w="576071" h="144779">
                <a:moveTo>
                  <a:pt x="431291" y="0"/>
                </a:moveTo>
                <a:lnTo>
                  <a:pt x="431291" y="36575"/>
                </a:lnTo>
                <a:lnTo>
                  <a:pt x="0" y="36575"/>
                </a:lnTo>
                <a:lnTo>
                  <a:pt x="0" y="108203"/>
                </a:lnTo>
                <a:lnTo>
                  <a:pt x="431291" y="108203"/>
                </a:lnTo>
                <a:lnTo>
                  <a:pt x="431291" y="144779"/>
                </a:lnTo>
                <a:lnTo>
                  <a:pt x="576071" y="73151"/>
                </a:lnTo>
                <a:lnTo>
                  <a:pt x="431291" y="0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1310017" y="1034143"/>
            <a:ext cx="5110294" cy="4825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779"/>
              </a:lnSpc>
              <a:spcBef>
                <a:spcPts val="189"/>
              </a:spcBef>
              <a:tabLst>
                <a:tab pos="2590800" algn="l"/>
              </a:tabLst>
            </a:pPr>
            <a:r>
              <a:rPr sz="3600" spc="0" dirty="0" smtClean="0">
                <a:solidFill>
                  <a:srgbClr val="00CC65"/>
                </a:solidFill>
                <a:latin typeface="Arial"/>
                <a:cs typeface="Arial"/>
              </a:rPr>
              <a:t>S</a:t>
            </a:r>
            <a:r>
              <a:rPr sz="3600" spc="-4" dirty="0" smtClean="0">
                <a:solidFill>
                  <a:srgbClr val="00CC65"/>
                </a:solidFill>
                <a:latin typeface="Arial"/>
                <a:cs typeface="Arial"/>
              </a:rPr>
              <a:t>olu</a:t>
            </a:r>
            <a:r>
              <a:rPr sz="3600" spc="0" dirty="0" smtClean="0">
                <a:solidFill>
                  <a:srgbClr val="00CC65"/>
                </a:solidFill>
                <a:latin typeface="Arial"/>
                <a:cs typeface="Arial"/>
              </a:rPr>
              <a:t>ção</a:t>
            </a:r>
            <a:r>
              <a:rPr sz="3600" spc="938" dirty="0" smtClean="0">
                <a:solidFill>
                  <a:srgbClr val="00CC65"/>
                </a:solidFill>
                <a:latin typeface="Arial"/>
                <a:cs typeface="Arial"/>
              </a:rPr>
              <a:t> </a:t>
            </a:r>
            <a:r>
              <a:rPr sz="3600" spc="-4" dirty="0" smtClean="0">
                <a:solidFill>
                  <a:srgbClr val="00CC65"/>
                </a:solidFill>
                <a:latin typeface="Arial"/>
                <a:cs typeface="Arial"/>
              </a:rPr>
              <a:t>d</a:t>
            </a:r>
            <a:r>
              <a:rPr sz="3600" spc="0" dirty="0" smtClean="0">
                <a:solidFill>
                  <a:srgbClr val="00CC65"/>
                </a:solidFill>
                <a:latin typeface="Arial"/>
                <a:cs typeface="Arial"/>
              </a:rPr>
              <a:t>o</a:t>
            </a:r>
            <a:r>
              <a:rPr sz="3600" spc="-640" dirty="0" smtClean="0">
                <a:solidFill>
                  <a:srgbClr val="00CC65"/>
                </a:solidFill>
                <a:latin typeface="Arial"/>
                <a:cs typeface="Arial"/>
              </a:rPr>
              <a:t> </a:t>
            </a:r>
            <a:r>
              <a:rPr sz="3600" spc="0" dirty="0" smtClean="0">
                <a:solidFill>
                  <a:srgbClr val="00CC65"/>
                </a:solidFill>
                <a:latin typeface="Arial"/>
                <a:cs typeface="Arial"/>
              </a:rPr>
              <a:t>	</a:t>
            </a:r>
            <a:r>
              <a:rPr sz="3600" spc="9" dirty="0" smtClean="0">
                <a:solidFill>
                  <a:srgbClr val="00CC65"/>
                </a:solidFill>
                <a:latin typeface="Arial"/>
                <a:cs typeface="Arial"/>
              </a:rPr>
              <a:t>E</a:t>
            </a:r>
            <a:r>
              <a:rPr sz="3600" spc="0" dirty="0" smtClean="0">
                <a:solidFill>
                  <a:srgbClr val="00CC65"/>
                </a:solidFill>
                <a:latin typeface="Arial"/>
                <a:cs typeface="Arial"/>
              </a:rPr>
              <a:t>xerc</a:t>
            </a:r>
            <a:r>
              <a:rPr sz="3600" spc="-4" dirty="0" smtClean="0">
                <a:solidFill>
                  <a:srgbClr val="00CC65"/>
                </a:solidFill>
                <a:latin typeface="Arial"/>
                <a:cs typeface="Arial"/>
              </a:rPr>
              <a:t>í</a:t>
            </a:r>
            <a:r>
              <a:rPr sz="3600" spc="0" dirty="0" smtClean="0">
                <a:solidFill>
                  <a:srgbClr val="00CC65"/>
                </a:solidFill>
                <a:latin typeface="Arial"/>
                <a:cs typeface="Arial"/>
              </a:rPr>
              <a:t>c</a:t>
            </a:r>
            <a:r>
              <a:rPr sz="3600" spc="-14" dirty="0" smtClean="0">
                <a:solidFill>
                  <a:srgbClr val="00CC65"/>
                </a:solidFill>
                <a:latin typeface="Arial"/>
                <a:cs typeface="Arial"/>
              </a:rPr>
              <a:t>i</a:t>
            </a:r>
            <a:r>
              <a:rPr sz="3600" spc="0" dirty="0" smtClean="0">
                <a:solidFill>
                  <a:srgbClr val="00CC65"/>
                </a:solidFill>
                <a:latin typeface="Arial"/>
                <a:cs typeface="Arial"/>
              </a:rPr>
              <a:t>o </a:t>
            </a:r>
            <a:r>
              <a:rPr sz="3600" spc="154" dirty="0" smtClean="0">
                <a:solidFill>
                  <a:srgbClr val="00CC65"/>
                </a:solidFill>
                <a:latin typeface="Arial"/>
                <a:cs typeface="Arial"/>
              </a:rPr>
              <a:t> </a:t>
            </a:r>
            <a:r>
              <a:rPr sz="3600" spc="0" dirty="0" smtClean="0">
                <a:solidFill>
                  <a:srgbClr val="00CC65"/>
                </a:solidFill>
                <a:latin typeface="Arial"/>
                <a:cs typeface="Arial"/>
              </a:rPr>
              <a:t>2</a:t>
            </a:r>
            <a:endParaRPr sz="36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104271" y="1761925"/>
            <a:ext cx="2230132" cy="2539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939"/>
              </a:lnSpc>
              <a:spcBef>
                <a:spcPts val="97"/>
              </a:spcBef>
            </a:pPr>
            <a:r>
              <a:rPr sz="1800" spc="-4" dirty="0" smtClean="0">
                <a:latin typeface="Arial"/>
                <a:cs typeface="Arial"/>
              </a:rPr>
              <a:t>Cál</a:t>
            </a:r>
            <a:r>
              <a:rPr sz="1800" spc="0" dirty="0" smtClean="0">
                <a:latin typeface="Arial"/>
                <a:cs typeface="Arial"/>
              </a:rPr>
              <a:t>c</a:t>
            </a:r>
            <a:r>
              <a:rPr sz="1800" spc="4" dirty="0" smtClean="0">
                <a:latin typeface="Arial"/>
                <a:cs typeface="Arial"/>
              </a:rPr>
              <a:t>u</a:t>
            </a:r>
            <a:r>
              <a:rPr sz="1800" spc="-4" dirty="0" smtClean="0">
                <a:latin typeface="Arial"/>
                <a:cs typeface="Arial"/>
              </a:rPr>
              <a:t>l</a:t>
            </a:r>
            <a:r>
              <a:rPr sz="1800" spc="0" dirty="0" smtClean="0">
                <a:latin typeface="Arial"/>
                <a:cs typeface="Arial"/>
              </a:rPr>
              <a:t>o </a:t>
            </a:r>
            <a:r>
              <a:rPr sz="1800" spc="-4" dirty="0" smtClean="0">
                <a:latin typeface="Arial"/>
                <a:cs typeface="Arial"/>
              </a:rPr>
              <a:t>d</a:t>
            </a:r>
            <a:r>
              <a:rPr sz="1800" spc="0" dirty="0" smtClean="0">
                <a:latin typeface="Arial"/>
                <a:cs typeface="Arial"/>
              </a:rPr>
              <a:t>o </a:t>
            </a:r>
            <a:r>
              <a:rPr sz="1800" spc="4" dirty="0" smtClean="0">
                <a:latin typeface="Arial"/>
                <a:cs typeface="Arial"/>
              </a:rPr>
              <a:t>t</a:t>
            </a:r>
            <a:r>
              <a:rPr sz="1800" spc="-4" dirty="0" smtClean="0">
                <a:latin typeface="Arial"/>
                <a:cs typeface="Arial"/>
              </a:rPr>
              <a:t>e</a:t>
            </a:r>
            <a:r>
              <a:rPr sz="1800" spc="9" dirty="0" smtClean="0">
                <a:latin typeface="Arial"/>
                <a:cs typeface="Arial"/>
              </a:rPr>
              <a:t>m</a:t>
            </a:r>
            <a:r>
              <a:rPr sz="1800" spc="-4" dirty="0" smtClean="0">
                <a:latin typeface="Arial"/>
                <a:cs typeface="Arial"/>
              </a:rPr>
              <a:t>p</a:t>
            </a:r>
            <a:r>
              <a:rPr sz="1800" spc="0" dirty="0" smtClean="0">
                <a:latin typeface="Arial"/>
                <a:cs typeface="Arial"/>
              </a:rPr>
              <a:t>o</a:t>
            </a:r>
            <a:r>
              <a:rPr sz="1800" spc="-4" dirty="0" smtClean="0">
                <a:latin typeface="Arial"/>
                <a:cs typeface="Arial"/>
              </a:rPr>
              <a:t> e</a:t>
            </a:r>
            <a:r>
              <a:rPr sz="1800" spc="0" dirty="0" smtClean="0">
                <a:latin typeface="Arial"/>
                <a:cs typeface="Arial"/>
              </a:rPr>
              <a:t>m</a:t>
            </a:r>
            <a:endParaRPr sz="18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326029" y="1761925"/>
            <a:ext cx="1126330" cy="2539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939"/>
              </a:lnSpc>
              <a:spcBef>
                <a:spcPts val="97"/>
              </a:spcBef>
            </a:pPr>
            <a:r>
              <a:rPr sz="1800" spc="0" dirty="0" smtClean="0">
                <a:latin typeface="Arial"/>
                <a:cs typeface="Arial"/>
              </a:rPr>
              <a:t>s</a:t>
            </a:r>
            <a:r>
              <a:rPr sz="1800" spc="-4" dirty="0" smtClean="0">
                <a:latin typeface="Arial"/>
                <a:cs typeface="Arial"/>
              </a:rPr>
              <a:t>eg</a:t>
            </a:r>
            <a:r>
              <a:rPr sz="1800" spc="4" dirty="0" smtClean="0">
                <a:latin typeface="Arial"/>
                <a:cs typeface="Arial"/>
              </a:rPr>
              <a:t>u</a:t>
            </a:r>
            <a:r>
              <a:rPr sz="1800" spc="-4" dirty="0" smtClean="0">
                <a:latin typeface="Arial"/>
                <a:cs typeface="Arial"/>
              </a:rPr>
              <a:t>n</a:t>
            </a:r>
            <a:r>
              <a:rPr sz="1800" spc="4" dirty="0" smtClean="0">
                <a:latin typeface="Arial"/>
                <a:cs typeface="Arial"/>
              </a:rPr>
              <a:t>d</a:t>
            </a:r>
            <a:r>
              <a:rPr sz="1800" spc="-4" dirty="0" smtClean="0">
                <a:latin typeface="Arial"/>
                <a:cs typeface="Arial"/>
              </a:rPr>
              <a:t>o</a:t>
            </a:r>
            <a:r>
              <a:rPr sz="1800" spc="0" dirty="0" smtClean="0">
                <a:latin typeface="Arial"/>
                <a:cs typeface="Arial"/>
              </a:rPr>
              <a:t>s:</a:t>
            </a:r>
            <a:endParaRPr sz="18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5496041" y="1761925"/>
            <a:ext cx="2167080" cy="74816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939"/>
              </a:lnSpc>
              <a:spcBef>
                <a:spcPts val="97"/>
              </a:spcBef>
            </a:pPr>
            <a:r>
              <a:rPr sz="1800" spc="-4" dirty="0" smtClean="0">
                <a:latin typeface="Arial"/>
                <a:cs typeface="Arial"/>
              </a:rPr>
              <a:t>Cál</a:t>
            </a:r>
            <a:r>
              <a:rPr sz="1800" spc="0" dirty="0" smtClean="0">
                <a:latin typeface="Arial"/>
                <a:cs typeface="Arial"/>
              </a:rPr>
              <a:t>c</a:t>
            </a:r>
            <a:r>
              <a:rPr sz="1800" spc="4" dirty="0" smtClean="0">
                <a:latin typeface="Arial"/>
                <a:cs typeface="Arial"/>
              </a:rPr>
              <a:t>u</a:t>
            </a:r>
            <a:r>
              <a:rPr sz="1800" spc="-4" dirty="0" smtClean="0">
                <a:latin typeface="Arial"/>
                <a:cs typeface="Arial"/>
              </a:rPr>
              <a:t>l</a:t>
            </a:r>
            <a:r>
              <a:rPr sz="1800" spc="0" dirty="0" smtClean="0">
                <a:latin typeface="Arial"/>
                <a:cs typeface="Arial"/>
              </a:rPr>
              <a:t>o </a:t>
            </a:r>
            <a:r>
              <a:rPr sz="1800" spc="-4" dirty="0" smtClean="0">
                <a:latin typeface="Arial"/>
                <a:cs typeface="Arial"/>
              </a:rPr>
              <a:t>d</a:t>
            </a:r>
            <a:r>
              <a:rPr sz="1800" spc="0" dirty="0" smtClean="0">
                <a:latin typeface="Arial"/>
                <a:cs typeface="Arial"/>
              </a:rPr>
              <a:t>o </a:t>
            </a:r>
            <a:r>
              <a:rPr sz="1800" spc="4" dirty="0" smtClean="0">
                <a:latin typeface="Arial"/>
                <a:cs typeface="Arial"/>
              </a:rPr>
              <a:t>d</a:t>
            </a:r>
            <a:r>
              <a:rPr sz="1800" spc="-4" dirty="0" smtClean="0">
                <a:latin typeface="Arial"/>
                <a:cs typeface="Arial"/>
              </a:rPr>
              <a:t>i</a:t>
            </a:r>
            <a:r>
              <a:rPr sz="1800" spc="4" dirty="0" smtClean="0">
                <a:latin typeface="Arial"/>
                <a:cs typeface="Arial"/>
              </a:rPr>
              <a:t>â</a:t>
            </a:r>
            <a:r>
              <a:rPr sz="1800" spc="0" dirty="0" smtClean="0">
                <a:latin typeface="Arial"/>
                <a:cs typeface="Arial"/>
              </a:rPr>
              <a:t>m</a:t>
            </a:r>
            <a:r>
              <a:rPr sz="1800" spc="-4" dirty="0" smtClean="0">
                <a:latin typeface="Arial"/>
                <a:cs typeface="Arial"/>
              </a:rPr>
              <a:t>e</a:t>
            </a:r>
            <a:r>
              <a:rPr sz="1800" spc="4" dirty="0" smtClean="0">
                <a:latin typeface="Arial"/>
                <a:cs typeface="Arial"/>
              </a:rPr>
              <a:t>t</a:t>
            </a:r>
            <a:r>
              <a:rPr sz="1800" spc="0" dirty="0" smtClean="0">
                <a:latin typeface="Arial"/>
                <a:cs typeface="Arial"/>
              </a:rPr>
              <a:t>r</a:t>
            </a:r>
            <a:r>
              <a:rPr sz="1800" spc="-4" dirty="0" smtClean="0">
                <a:latin typeface="Arial"/>
                <a:cs typeface="Arial"/>
              </a:rPr>
              <a:t>o</a:t>
            </a:r>
            <a:r>
              <a:rPr sz="1800" spc="0" dirty="0" smtClean="0">
                <a:latin typeface="Arial"/>
                <a:cs typeface="Arial"/>
              </a:rPr>
              <a:t>:</a:t>
            </a:r>
            <a:endParaRPr sz="1800">
              <a:latin typeface="Arial"/>
              <a:cs typeface="Arial"/>
            </a:endParaRPr>
          </a:p>
          <a:p>
            <a:pPr marL="22246" marR="34289">
              <a:lnSpc>
                <a:spcPts val="3354"/>
              </a:lnSpc>
              <a:spcBef>
                <a:spcPts val="665"/>
              </a:spcBef>
            </a:pPr>
            <a:r>
              <a:rPr sz="2625" spc="9" baseline="1656" dirty="0" smtClean="0">
                <a:latin typeface="Times New Roman"/>
                <a:cs typeface="Times New Roman"/>
              </a:rPr>
              <a:t>Q</a:t>
            </a:r>
            <a:r>
              <a:rPr sz="1500" spc="0" baseline="-20291" dirty="0" smtClean="0">
                <a:latin typeface="Times New Roman"/>
                <a:cs typeface="Times New Roman"/>
              </a:rPr>
              <a:t>v </a:t>
            </a:r>
            <a:r>
              <a:rPr sz="1500" spc="175" baseline="-20291" dirty="0" smtClean="0">
                <a:latin typeface="Times New Roman"/>
                <a:cs typeface="Times New Roman"/>
              </a:rPr>
              <a:t> </a:t>
            </a:r>
            <a:r>
              <a:rPr sz="1750" spc="-365" dirty="0" smtClean="0">
                <a:latin typeface="Meiryo"/>
                <a:cs typeface="Meiryo"/>
              </a:rPr>
              <a:t>=</a:t>
            </a:r>
            <a:r>
              <a:rPr sz="1750" spc="-229" dirty="0" smtClean="0">
                <a:latin typeface="Meiryo"/>
                <a:cs typeface="Meiryo"/>
              </a:rPr>
              <a:t> </a:t>
            </a:r>
            <a:r>
              <a:rPr sz="2625" spc="-227" baseline="1656" dirty="0" smtClean="0">
                <a:latin typeface="Times New Roman"/>
                <a:cs typeface="Times New Roman"/>
              </a:rPr>
              <a:t>v</a:t>
            </a:r>
            <a:r>
              <a:rPr sz="2625" spc="-8" baseline="1656" dirty="0" smtClean="0">
                <a:latin typeface="Times New Roman"/>
                <a:cs typeface="Times New Roman"/>
              </a:rPr>
              <a:t> </a:t>
            </a:r>
            <a:r>
              <a:rPr sz="1750" spc="-158" dirty="0" smtClean="0">
                <a:latin typeface="Meiryo"/>
                <a:cs typeface="Meiryo"/>
              </a:rPr>
              <a:t>⋅</a:t>
            </a:r>
            <a:r>
              <a:rPr sz="1750" spc="-197" dirty="0" smtClean="0">
                <a:latin typeface="Meiryo"/>
                <a:cs typeface="Meiryo"/>
              </a:rPr>
              <a:t> </a:t>
            </a:r>
            <a:r>
              <a:rPr sz="2625" spc="0" baseline="1656" dirty="0" smtClean="0">
                <a:latin typeface="Times New Roman"/>
                <a:cs typeface="Times New Roman"/>
              </a:rPr>
              <a:t>A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177424" y="2370001"/>
            <a:ext cx="3117952" cy="202031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84328" marR="34289">
              <a:lnSpc>
                <a:spcPts val="1939"/>
              </a:lnSpc>
              <a:spcBef>
                <a:spcPts val="97"/>
              </a:spcBef>
            </a:pPr>
            <a:r>
              <a:rPr sz="1800" spc="-4" dirty="0" smtClean="0">
                <a:latin typeface="Arial"/>
                <a:cs typeface="Arial"/>
              </a:rPr>
              <a:t>1h</a:t>
            </a:r>
            <a:r>
              <a:rPr sz="1800" spc="4" dirty="0" smtClean="0">
                <a:latin typeface="Arial"/>
                <a:cs typeface="Arial"/>
              </a:rPr>
              <a:t>=</a:t>
            </a:r>
            <a:r>
              <a:rPr sz="1800" spc="-4" dirty="0" smtClean="0">
                <a:latin typeface="Arial"/>
                <a:cs typeface="Arial"/>
              </a:rPr>
              <a:t>3600</a:t>
            </a:r>
            <a:r>
              <a:rPr sz="1800" spc="0" dirty="0" smtClean="0">
                <a:latin typeface="Arial"/>
                <a:cs typeface="Arial"/>
              </a:rPr>
              <a:t>s</a:t>
            </a:r>
            <a:endParaRPr sz="1800" dirty="0">
              <a:latin typeface="Arial"/>
              <a:cs typeface="Arial"/>
            </a:endParaRPr>
          </a:p>
          <a:p>
            <a:pPr marL="84328" marR="34289">
              <a:lnSpc>
                <a:spcPct val="95825"/>
              </a:lnSpc>
              <a:spcBef>
                <a:spcPts val="1073"/>
              </a:spcBef>
            </a:pPr>
            <a:r>
              <a:rPr sz="1800" spc="-4" dirty="0" smtClean="0">
                <a:latin typeface="Arial"/>
                <a:cs typeface="Arial"/>
              </a:rPr>
              <a:t>5</a:t>
            </a:r>
            <a:r>
              <a:rPr sz="1800" spc="0" dirty="0" smtClean="0">
                <a:latin typeface="Arial"/>
                <a:cs typeface="Arial"/>
              </a:rPr>
              <a:t>m</a:t>
            </a:r>
            <a:r>
              <a:rPr sz="1800" spc="-4" dirty="0" smtClean="0">
                <a:latin typeface="Arial"/>
                <a:cs typeface="Arial"/>
              </a:rPr>
              <a:t>in</a:t>
            </a:r>
            <a:r>
              <a:rPr sz="1800" spc="4" dirty="0" smtClean="0">
                <a:latin typeface="Arial"/>
                <a:cs typeface="Arial"/>
              </a:rPr>
              <a:t>=</a:t>
            </a:r>
            <a:r>
              <a:rPr sz="1800" spc="-4" dirty="0" smtClean="0">
                <a:latin typeface="Arial"/>
                <a:cs typeface="Arial"/>
              </a:rPr>
              <a:t>300</a:t>
            </a:r>
            <a:r>
              <a:rPr sz="1800" spc="0" dirty="0" smtClean="0">
                <a:latin typeface="Arial"/>
                <a:cs typeface="Arial"/>
              </a:rPr>
              <a:t>s</a:t>
            </a:r>
            <a:endParaRPr sz="1800" dirty="0">
              <a:latin typeface="Arial"/>
              <a:cs typeface="Arial"/>
            </a:endParaRPr>
          </a:p>
          <a:p>
            <a:pPr marL="84328" marR="34289">
              <a:lnSpc>
                <a:spcPct val="95825"/>
              </a:lnSpc>
              <a:spcBef>
                <a:spcPts val="1182"/>
              </a:spcBef>
            </a:pPr>
            <a:r>
              <a:rPr sz="1800" spc="4" dirty="0" smtClean="0">
                <a:latin typeface="Arial"/>
                <a:cs typeface="Arial"/>
              </a:rPr>
              <a:t>t=</a:t>
            </a:r>
            <a:r>
              <a:rPr sz="1800" spc="-4" dirty="0" smtClean="0">
                <a:latin typeface="Arial"/>
                <a:cs typeface="Arial"/>
              </a:rPr>
              <a:t>3600</a:t>
            </a:r>
            <a:r>
              <a:rPr sz="1800" spc="4" dirty="0" smtClean="0">
                <a:latin typeface="Arial"/>
                <a:cs typeface="Arial"/>
              </a:rPr>
              <a:t>+</a:t>
            </a:r>
            <a:r>
              <a:rPr sz="1800" spc="-4" dirty="0" smtClean="0">
                <a:latin typeface="Arial"/>
                <a:cs typeface="Arial"/>
              </a:rPr>
              <a:t>300</a:t>
            </a:r>
            <a:r>
              <a:rPr sz="1800" spc="4" dirty="0" smtClean="0">
                <a:latin typeface="Arial"/>
                <a:cs typeface="Arial"/>
              </a:rPr>
              <a:t>+4</a:t>
            </a:r>
            <a:r>
              <a:rPr sz="1800" spc="0" dirty="0" smtClean="0">
                <a:latin typeface="Arial"/>
                <a:cs typeface="Arial"/>
              </a:rPr>
              <a:t>9</a:t>
            </a:r>
            <a:endParaRPr sz="1800" dirty="0">
              <a:latin typeface="Arial"/>
              <a:cs typeface="Arial"/>
            </a:endParaRPr>
          </a:p>
          <a:p>
            <a:pPr marL="99573" marR="34289">
              <a:lnSpc>
                <a:spcPts val="3910"/>
              </a:lnSpc>
              <a:spcBef>
                <a:spcPts val="195"/>
              </a:spcBef>
            </a:pPr>
            <a:r>
              <a:rPr sz="3225" spc="0" baseline="4044" dirty="0" smtClean="0">
                <a:latin typeface="Times New Roman"/>
                <a:cs typeface="Times New Roman"/>
              </a:rPr>
              <a:t>t</a:t>
            </a:r>
            <a:r>
              <a:rPr sz="3225" spc="145" baseline="4044" dirty="0" smtClean="0">
                <a:latin typeface="Times New Roman"/>
                <a:cs typeface="Times New Roman"/>
              </a:rPr>
              <a:t> </a:t>
            </a:r>
            <a:r>
              <a:rPr sz="3225" spc="-535" baseline="2398" dirty="0" smtClean="0">
                <a:latin typeface="Meiryo"/>
                <a:cs typeface="Meiryo"/>
              </a:rPr>
              <a:t>=</a:t>
            </a:r>
            <a:r>
              <a:rPr sz="3225" spc="-234" baseline="2398" dirty="0" smtClean="0">
                <a:latin typeface="Meiryo"/>
                <a:cs typeface="Meiryo"/>
              </a:rPr>
              <a:t> </a:t>
            </a:r>
            <a:r>
              <a:rPr sz="3225" spc="10" baseline="4044" dirty="0" smtClean="0">
                <a:latin typeface="Times New Roman"/>
                <a:cs typeface="Times New Roman"/>
              </a:rPr>
              <a:t>3949</a:t>
            </a:r>
            <a:r>
              <a:rPr sz="3225" spc="-314" baseline="4044" dirty="0" smtClean="0">
                <a:latin typeface="Times New Roman"/>
                <a:cs typeface="Times New Roman"/>
              </a:rPr>
              <a:t> </a:t>
            </a:r>
            <a:r>
              <a:rPr sz="3000" spc="0" baseline="1449" dirty="0" smtClean="0">
                <a:latin typeface="Arial"/>
                <a:cs typeface="Arial"/>
              </a:rPr>
              <a:t>s</a:t>
            </a:r>
            <a:endParaRPr sz="2000" dirty="0">
              <a:latin typeface="Arial"/>
              <a:cs typeface="Arial"/>
            </a:endParaRPr>
          </a:p>
          <a:p>
            <a:pPr marL="12700">
              <a:lnSpc>
                <a:spcPct val="95825"/>
              </a:lnSpc>
              <a:spcBef>
                <a:spcPts val="1238"/>
              </a:spcBef>
            </a:pPr>
            <a:r>
              <a:rPr sz="1800" spc="-4" dirty="0" smtClean="0">
                <a:latin typeface="Arial"/>
                <a:cs typeface="Arial"/>
              </a:rPr>
              <a:t>Cál</a:t>
            </a:r>
            <a:r>
              <a:rPr sz="1800" spc="0" dirty="0" smtClean="0">
                <a:latin typeface="Arial"/>
                <a:cs typeface="Arial"/>
              </a:rPr>
              <a:t>c</a:t>
            </a:r>
            <a:r>
              <a:rPr sz="1800" spc="4" dirty="0" smtClean="0">
                <a:latin typeface="Arial"/>
                <a:cs typeface="Arial"/>
              </a:rPr>
              <a:t>u</a:t>
            </a:r>
            <a:r>
              <a:rPr sz="1800" spc="-4" dirty="0" smtClean="0">
                <a:latin typeface="Arial"/>
                <a:cs typeface="Arial"/>
              </a:rPr>
              <a:t>l</a:t>
            </a:r>
            <a:r>
              <a:rPr sz="1800" spc="0" dirty="0" smtClean="0">
                <a:latin typeface="Arial"/>
                <a:cs typeface="Arial"/>
              </a:rPr>
              <a:t>o </a:t>
            </a:r>
            <a:r>
              <a:rPr sz="1800" spc="-4" dirty="0" smtClean="0">
                <a:latin typeface="Arial"/>
                <a:cs typeface="Arial"/>
              </a:rPr>
              <a:t>d</a:t>
            </a:r>
            <a:r>
              <a:rPr sz="1800" spc="0" dirty="0" smtClean="0">
                <a:latin typeface="Arial"/>
                <a:cs typeface="Arial"/>
              </a:rPr>
              <a:t>a v</a:t>
            </a:r>
            <a:r>
              <a:rPr sz="1800" spc="-4" dirty="0" smtClean="0">
                <a:latin typeface="Arial"/>
                <a:cs typeface="Arial"/>
              </a:rPr>
              <a:t>a</a:t>
            </a:r>
            <a:r>
              <a:rPr sz="1800" spc="9" dirty="0" smtClean="0">
                <a:latin typeface="Arial"/>
                <a:cs typeface="Arial"/>
              </a:rPr>
              <a:t>z</a:t>
            </a:r>
            <a:r>
              <a:rPr sz="1800" spc="-4" dirty="0" smtClean="0">
                <a:latin typeface="Arial"/>
                <a:cs typeface="Arial"/>
              </a:rPr>
              <a:t>ã</a:t>
            </a:r>
            <a:r>
              <a:rPr sz="1800" spc="0" dirty="0" smtClean="0">
                <a:latin typeface="Arial"/>
                <a:cs typeface="Arial"/>
              </a:rPr>
              <a:t>o v</a:t>
            </a:r>
            <a:r>
              <a:rPr sz="1800" spc="-4" dirty="0" smtClean="0">
                <a:latin typeface="Arial"/>
                <a:cs typeface="Arial"/>
              </a:rPr>
              <a:t>olu</a:t>
            </a:r>
            <a:r>
              <a:rPr sz="1800" spc="9" dirty="0" smtClean="0">
                <a:latin typeface="Arial"/>
                <a:cs typeface="Arial"/>
              </a:rPr>
              <a:t>m</a:t>
            </a:r>
            <a:r>
              <a:rPr sz="1800" spc="-4" dirty="0" smtClean="0">
                <a:latin typeface="Arial"/>
                <a:cs typeface="Arial"/>
              </a:rPr>
              <a:t>é</a:t>
            </a:r>
            <a:r>
              <a:rPr sz="1800" spc="4" dirty="0" smtClean="0">
                <a:latin typeface="Arial"/>
                <a:cs typeface="Arial"/>
              </a:rPr>
              <a:t>t</a:t>
            </a:r>
            <a:r>
              <a:rPr sz="1800" spc="0" dirty="0" smtClean="0">
                <a:latin typeface="Arial"/>
                <a:cs typeface="Arial"/>
              </a:rPr>
              <a:t>r</a:t>
            </a:r>
            <a:r>
              <a:rPr sz="1800" spc="-4" dirty="0" smtClean="0">
                <a:latin typeface="Arial"/>
                <a:cs typeface="Arial"/>
              </a:rPr>
              <a:t>i</a:t>
            </a:r>
            <a:r>
              <a:rPr sz="1800" spc="0" dirty="0" smtClean="0">
                <a:latin typeface="Arial"/>
                <a:cs typeface="Arial"/>
              </a:rPr>
              <a:t>c</a:t>
            </a:r>
            <a:r>
              <a:rPr sz="1800" spc="-4" dirty="0" smtClean="0">
                <a:latin typeface="Arial"/>
                <a:cs typeface="Arial"/>
              </a:rPr>
              <a:t>a</a:t>
            </a:r>
            <a:r>
              <a:rPr sz="1800" spc="0" dirty="0" smtClean="0">
                <a:latin typeface="Arial"/>
                <a:cs typeface="Arial"/>
              </a:rPr>
              <a:t>: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6252347" y="2732014"/>
            <a:ext cx="588686" cy="28075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210"/>
              </a:lnSpc>
              <a:spcBef>
                <a:spcPts val="110"/>
              </a:spcBef>
            </a:pPr>
            <a:r>
              <a:rPr sz="1900" spc="-189" dirty="0" smtClean="0">
                <a:latin typeface="Meiryo"/>
                <a:cs typeface="Meiryo"/>
              </a:rPr>
              <a:t>π</a:t>
            </a:r>
            <a:r>
              <a:rPr sz="1900" spc="-104" dirty="0" smtClean="0">
                <a:latin typeface="Meiryo"/>
                <a:cs typeface="Meiryo"/>
              </a:rPr>
              <a:t> </a:t>
            </a:r>
            <a:r>
              <a:rPr sz="1800" spc="-175" dirty="0" smtClean="0">
                <a:latin typeface="Meiryo"/>
                <a:cs typeface="Meiryo"/>
              </a:rPr>
              <a:t>⋅</a:t>
            </a:r>
            <a:r>
              <a:rPr sz="1800" spc="-334" dirty="0" smtClean="0">
                <a:latin typeface="Meiryo"/>
                <a:cs typeface="Meiryo"/>
              </a:rPr>
              <a:t> </a:t>
            </a:r>
            <a:r>
              <a:rPr sz="1800" spc="0" dirty="0" smtClean="0">
                <a:latin typeface="Times New Roman"/>
                <a:cs typeface="Times New Roman"/>
              </a:rPr>
              <a:t>d</a:t>
            </a:r>
            <a:r>
              <a:rPr sz="1800" spc="-119" dirty="0" smtClean="0">
                <a:latin typeface="Times New Roman"/>
                <a:cs typeface="Times New Roman"/>
              </a:rPr>
              <a:t> </a:t>
            </a:r>
            <a:r>
              <a:rPr sz="1575" spc="0" baseline="44172" dirty="0" smtClean="0">
                <a:latin typeface="Times New Roman"/>
                <a:cs typeface="Times New Roman"/>
              </a:rPr>
              <a:t>2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5505589" y="2899450"/>
            <a:ext cx="784468" cy="29876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350"/>
              </a:lnSpc>
              <a:spcBef>
                <a:spcPts val="117"/>
              </a:spcBef>
            </a:pPr>
            <a:r>
              <a:rPr sz="2700" spc="9" baseline="9662" dirty="0" smtClean="0">
                <a:latin typeface="Times New Roman"/>
                <a:cs typeface="Times New Roman"/>
              </a:rPr>
              <a:t>Q</a:t>
            </a:r>
            <a:r>
              <a:rPr sz="1575" spc="0" baseline="-8282" dirty="0" smtClean="0">
                <a:latin typeface="Times New Roman"/>
                <a:cs typeface="Times New Roman"/>
              </a:rPr>
              <a:t>v </a:t>
            </a:r>
            <a:r>
              <a:rPr sz="1575" spc="159" baseline="-8282" dirty="0" smtClean="0">
                <a:latin typeface="Times New Roman"/>
                <a:cs typeface="Times New Roman"/>
              </a:rPr>
              <a:t> </a:t>
            </a:r>
            <a:r>
              <a:rPr sz="2700" spc="-376" baseline="5728" dirty="0" smtClean="0">
                <a:latin typeface="Meiryo"/>
                <a:cs typeface="Meiryo"/>
              </a:rPr>
              <a:t>=</a:t>
            </a:r>
            <a:r>
              <a:rPr sz="2700" spc="-241" baseline="5728" dirty="0" smtClean="0">
                <a:latin typeface="Meiryo"/>
                <a:cs typeface="Meiryo"/>
              </a:rPr>
              <a:t> </a:t>
            </a:r>
            <a:r>
              <a:rPr sz="2700" spc="-233" baseline="9662" dirty="0" smtClean="0">
                <a:latin typeface="Times New Roman"/>
                <a:cs typeface="Times New Roman"/>
              </a:rPr>
              <a:t>v</a:t>
            </a:r>
            <a:r>
              <a:rPr sz="2700" spc="-4" baseline="9662" dirty="0" smtClean="0">
                <a:latin typeface="Times New Roman"/>
                <a:cs typeface="Times New Roman"/>
              </a:rPr>
              <a:t> </a:t>
            </a:r>
            <a:r>
              <a:rPr sz="2700" spc="-163" baseline="5728" dirty="0" smtClean="0">
                <a:latin typeface="Meiryo"/>
                <a:cs typeface="Meiryo"/>
              </a:rPr>
              <a:t>⋅</a:t>
            </a:r>
            <a:endParaRPr sz="1800">
              <a:latin typeface="Meiryo"/>
              <a:cs typeface="Meiryo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6474851" y="3082964"/>
            <a:ext cx="188012" cy="25593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950"/>
              </a:lnSpc>
              <a:spcBef>
                <a:spcPts val="97"/>
              </a:spcBef>
            </a:pPr>
            <a:r>
              <a:rPr sz="1800" spc="0" dirty="0" smtClean="0">
                <a:latin typeface="Times New Roman"/>
                <a:cs typeface="Times New Roman"/>
              </a:rPr>
              <a:t>4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5989642" y="3563936"/>
            <a:ext cx="1160692" cy="76487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10233">
              <a:lnSpc>
                <a:spcPts val="2745"/>
              </a:lnSpc>
              <a:spcBef>
                <a:spcPts val="137"/>
              </a:spcBef>
            </a:pPr>
            <a:r>
              <a:rPr sz="2850" spc="-381" baseline="6332" dirty="0" smtClean="0">
                <a:latin typeface="Meiryo"/>
                <a:cs typeface="Meiryo"/>
              </a:rPr>
              <a:t>=</a:t>
            </a:r>
            <a:r>
              <a:rPr sz="2850" spc="-246" baseline="6332" dirty="0" smtClean="0">
                <a:latin typeface="Meiryo"/>
                <a:cs typeface="Meiryo"/>
              </a:rPr>
              <a:t> </a:t>
            </a:r>
            <a:r>
              <a:rPr sz="2850" spc="-237" baseline="10679" dirty="0" smtClean="0">
                <a:latin typeface="Times New Roman"/>
                <a:cs typeface="Times New Roman"/>
              </a:rPr>
              <a:t>v</a:t>
            </a:r>
            <a:r>
              <a:rPr sz="2850" spc="2" baseline="10679" dirty="0" smtClean="0">
                <a:latin typeface="Times New Roman"/>
                <a:cs typeface="Times New Roman"/>
              </a:rPr>
              <a:t> </a:t>
            </a:r>
            <a:r>
              <a:rPr sz="2850" spc="-185" baseline="6332" dirty="0" smtClean="0">
                <a:latin typeface="Meiryo"/>
                <a:cs typeface="Meiryo"/>
              </a:rPr>
              <a:t>⋅</a:t>
            </a:r>
            <a:r>
              <a:rPr sz="2850" spc="-454" baseline="6332" dirty="0" smtClean="0">
                <a:latin typeface="Meiryo"/>
                <a:cs typeface="Meiryo"/>
              </a:rPr>
              <a:t> </a:t>
            </a:r>
            <a:r>
              <a:rPr sz="3000" spc="-199" baseline="6015" smtClean="0">
                <a:latin typeface="Meiryo"/>
                <a:cs typeface="Meiryo"/>
              </a:rPr>
              <a:t>π</a:t>
            </a:r>
            <a:r>
              <a:rPr sz="3000" spc="-94" baseline="6015" smtClean="0">
                <a:latin typeface="Meiryo"/>
                <a:cs typeface="Meiryo"/>
              </a:rPr>
              <a:t> </a:t>
            </a:r>
            <a:r>
              <a:rPr sz="2850" spc="-185" baseline="6332" smtClean="0">
                <a:latin typeface="Meiryo"/>
                <a:cs typeface="Meiryo"/>
              </a:rPr>
              <a:t>⋅</a:t>
            </a:r>
            <a:r>
              <a:rPr sz="2850" spc="0" baseline="10679" smtClean="0">
                <a:latin typeface="Times New Roman"/>
                <a:cs typeface="Times New Roman"/>
              </a:rPr>
              <a:t>d</a:t>
            </a:r>
            <a:r>
              <a:rPr lang="pt-BR" sz="3200" baseline="44172" dirty="0" smtClean="0">
                <a:latin typeface="Times New Roman"/>
                <a:cs typeface="Times New Roman"/>
              </a:rPr>
              <a:t>2</a:t>
            </a:r>
            <a:endParaRPr lang="pt-BR" sz="3200" dirty="0" smtClean="0">
              <a:latin typeface="Times New Roman"/>
              <a:cs typeface="Times New Roman"/>
            </a:endParaRPr>
          </a:p>
          <a:p>
            <a:pPr marL="110233">
              <a:lnSpc>
                <a:spcPts val="2745"/>
              </a:lnSpc>
              <a:spcBef>
                <a:spcPts val="137"/>
              </a:spcBef>
            </a:pPr>
            <a:r>
              <a:rPr sz="2850" spc="-95" baseline="10679" smtClean="0">
                <a:latin typeface="Times New Roman"/>
                <a:cs typeface="Times New Roman"/>
              </a:rPr>
              <a:t> </a:t>
            </a:r>
            <a:r>
              <a:rPr sz="2625" spc="17" baseline="3312" smtClean="0">
                <a:latin typeface="Times New Roman"/>
                <a:cs typeface="Times New Roman"/>
              </a:rPr>
              <a:t>4</a:t>
            </a:r>
            <a:r>
              <a:rPr sz="2625" spc="-200" baseline="3312" smtClean="0">
                <a:latin typeface="Times New Roman"/>
                <a:cs typeface="Times New Roman"/>
              </a:rPr>
              <a:t> </a:t>
            </a:r>
            <a:r>
              <a:rPr sz="2625" spc="-164" baseline="1964" dirty="0" smtClean="0">
                <a:latin typeface="Meiryo"/>
                <a:cs typeface="Meiryo"/>
              </a:rPr>
              <a:t>⋅</a:t>
            </a:r>
            <a:r>
              <a:rPr sz="2625" spc="-379" baseline="1964" dirty="0" smtClean="0">
                <a:latin typeface="Meiryo"/>
                <a:cs typeface="Meiryo"/>
              </a:rPr>
              <a:t> </a:t>
            </a:r>
            <a:r>
              <a:rPr sz="2625" spc="-14" baseline="3312" dirty="0" smtClean="0">
                <a:latin typeface="Times New Roman"/>
                <a:cs typeface="Times New Roman"/>
              </a:rPr>
              <a:t>Q</a:t>
            </a:r>
            <a:r>
              <a:rPr sz="1500" spc="0" baseline="-20291" dirty="0" smtClean="0">
                <a:latin typeface="Times New Roman"/>
                <a:cs typeface="Times New Roman"/>
              </a:rPr>
              <a:t>v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5516255" y="3575333"/>
            <a:ext cx="503473" cy="27378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5"/>
              </a:lnSpc>
              <a:spcBef>
                <a:spcPts val="107"/>
              </a:spcBef>
            </a:pPr>
            <a:r>
              <a:rPr sz="2850" spc="0" baseline="1525" dirty="0" smtClean="0">
                <a:latin typeface="Times New Roman"/>
                <a:cs typeface="Times New Roman"/>
              </a:rPr>
              <a:t>4</a:t>
            </a:r>
            <a:r>
              <a:rPr sz="2850" spc="-180" baseline="1525" dirty="0" smtClean="0">
                <a:latin typeface="Times New Roman"/>
                <a:cs typeface="Times New Roman"/>
              </a:rPr>
              <a:t> </a:t>
            </a:r>
            <a:r>
              <a:rPr sz="1900" spc="-185" dirty="0" smtClean="0">
                <a:latin typeface="Meiryo"/>
                <a:cs typeface="Meiryo"/>
              </a:rPr>
              <a:t>⋅</a:t>
            </a:r>
            <a:r>
              <a:rPr sz="1900" spc="-394" dirty="0" smtClean="0">
                <a:latin typeface="Meiryo"/>
                <a:cs typeface="Meiryo"/>
              </a:rPr>
              <a:t> </a:t>
            </a:r>
            <a:r>
              <a:rPr sz="2850" spc="13" baseline="1525" dirty="0" smtClean="0">
                <a:latin typeface="Times New Roman"/>
                <a:cs typeface="Times New Roman"/>
              </a:rPr>
              <a:t>Q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5947547" y="3722165"/>
            <a:ext cx="122824" cy="16801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240"/>
              </a:lnSpc>
              <a:spcBef>
                <a:spcPts val="62"/>
              </a:spcBef>
            </a:pPr>
            <a:r>
              <a:rPr sz="1100" spc="0" dirty="0" smtClean="0">
                <a:latin typeface="Times New Roman"/>
                <a:cs typeface="Times New Roman"/>
              </a:rPr>
              <a:t>v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5511682" y="4151315"/>
            <a:ext cx="294433" cy="27799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51"/>
              </a:lnSpc>
            </a:pPr>
            <a:r>
              <a:rPr sz="2625" spc="0" baseline="-26503" dirty="0" smtClean="0">
                <a:latin typeface="Times New Roman"/>
                <a:cs typeface="Times New Roman"/>
              </a:rPr>
              <a:t>d</a:t>
            </a:r>
            <a:r>
              <a:rPr sz="2625" spc="-112" baseline="-26503" dirty="0" smtClean="0">
                <a:latin typeface="Times New Roman"/>
                <a:cs typeface="Times New Roman"/>
              </a:rPr>
              <a:t> </a:t>
            </a:r>
            <a:r>
              <a:rPr sz="1000" spc="19" dirty="0" smtClean="0">
                <a:latin typeface="Times New Roman"/>
                <a:cs typeface="Times New Roman"/>
              </a:rPr>
              <a:t>2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5816482" y="4173725"/>
            <a:ext cx="196501" cy="25196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985"/>
              </a:lnSpc>
              <a:spcBef>
                <a:spcPts val="99"/>
              </a:spcBef>
            </a:pPr>
            <a:r>
              <a:rPr sz="1750" spc="-436" dirty="0" smtClean="0">
                <a:latin typeface="Meiryo"/>
                <a:cs typeface="Meiryo"/>
              </a:rPr>
              <a:t>=</a:t>
            </a:r>
            <a:endParaRPr sz="1750">
              <a:latin typeface="Meiryo"/>
              <a:cs typeface="Meiryo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6061080" y="4349754"/>
            <a:ext cx="410294" cy="26595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095"/>
              </a:lnSpc>
              <a:spcBef>
                <a:spcPts val="104"/>
              </a:spcBef>
            </a:pPr>
            <a:r>
              <a:rPr sz="2625" spc="-87" baseline="1656" dirty="0" smtClean="0">
                <a:latin typeface="Times New Roman"/>
                <a:cs typeface="Times New Roman"/>
              </a:rPr>
              <a:t>v</a:t>
            </a:r>
            <a:r>
              <a:rPr sz="2625" spc="-159" baseline="1656" dirty="0" smtClean="0">
                <a:latin typeface="Times New Roman"/>
                <a:cs typeface="Times New Roman"/>
              </a:rPr>
              <a:t> </a:t>
            </a:r>
            <a:r>
              <a:rPr sz="1750" spc="-164" dirty="0" smtClean="0">
                <a:latin typeface="Meiryo"/>
                <a:cs typeface="Meiryo"/>
              </a:rPr>
              <a:t>⋅</a:t>
            </a:r>
            <a:r>
              <a:rPr sz="1750" spc="-439" dirty="0" smtClean="0">
                <a:latin typeface="Meiryo"/>
                <a:cs typeface="Meiryo"/>
              </a:rPr>
              <a:t> </a:t>
            </a:r>
            <a:r>
              <a:rPr sz="1850" spc="0" dirty="0" smtClean="0">
                <a:latin typeface="Meiryo"/>
                <a:cs typeface="Meiryo"/>
              </a:rPr>
              <a:t>π</a:t>
            </a:r>
            <a:endParaRPr sz="1850">
              <a:latin typeface="Meiryo"/>
              <a:cs typeface="Meiryo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1669681" y="4521915"/>
            <a:ext cx="431398" cy="40869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220"/>
              </a:lnSpc>
              <a:spcBef>
                <a:spcPts val="161"/>
              </a:spcBef>
            </a:pPr>
            <a:r>
              <a:rPr sz="2775" spc="-461" baseline="-3716" dirty="0" smtClean="0">
                <a:latin typeface="Meiryo"/>
                <a:cs typeface="Meiryo"/>
              </a:rPr>
              <a:t>=</a:t>
            </a:r>
            <a:r>
              <a:rPr sz="2775" spc="-154" baseline="-3716" dirty="0" smtClean="0">
                <a:latin typeface="Meiryo"/>
                <a:cs typeface="Meiryo"/>
              </a:rPr>
              <a:t> </a:t>
            </a:r>
            <a:r>
              <a:rPr sz="2775" spc="0" baseline="29771" dirty="0" smtClean="0">
                <a:latin typeface="Times New Roman"/>
                <a:cs typeface="Times New Roman"/>
              </a:rPr>
              <a:t>V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1338973" y="4671267"/>
            <a:ext cx="245547" cy="26314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005"/>
              </a:lnSpc>
              <a:spcBef>
                <a:spcPts val="100"/>
              </a:spcBef>
            </a:pPr>
            <a:r>
              <a:rPr sz="1850" spc="13" dirty="0" smtClean="0">
                <a:latin typeface="Times New Roman"/>
                <a:cs typeface="Times New Roman"/>
              </a:rPr>
              <a:t>Q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6090803" y="4714142"/>
            <a:ext cx="563762" cy="31441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475"/>
              </a:lnSpc>
              <a:spcBef>
                <a:spcPts val="123"/>
              </a:spcBef>
            </a:pPr>
            <a:r>
              <a:rPr sz="2850" spc="9" baseline="9154" dirty="0" smtClean="0">
                <a:latin typeface="Times New Roman"/>
                <a:cs typeface="Times New Roman"/>
              </a:rPr>
              <a:t>4</a:t>
            </a:r>
            <a:r>
              <a:rPr sz="2850" spc="-225" baseline="9154" dirty="0" smtClean="0">
                <a:latin typeface="Times New Roman"/>
                <a:cs typeface="Times New Roman"/>
              </a:rPr>
              <a:t> </a:t>
            </a:r>
            <a:r>
              <a:rPr sz="2850" spc="-185" baseline="5427" dirty="0" smtClean="0">
                <a:latin typeface="Meiryo"/>
                <a:cs typeface="Meiryo"/>
              </a:rPr>
              <a:t>⋅</a:t>
            </a:r>
            <a:r>
              <a:rPr sz="2850" spc="-404" baseline="5427" dirty="0" smtClean="0">
                <a:latin typeface="Meiryo"/>
                <a:cs typeface="Meiryo"/>
              </a:rPr>
              <a:t> </a:t>
            </a:r>
            <a:r>
              <a:rPr sz="2850" spc="-19" baseline="9154" dirty="0" smtClean="0">
                <a:latin typeface="Times New Roman"/>
                <a:cs typeface="Times New Roman"/>
              </a:rPr>
              <a:t>Q</a:t>
            </a:r>
            <a:r>
              <a:rPr sz="1650" spc="0" baseline="-10541" dirty="0" smtClean="0">
                <a:latin typeface="Times New Roman"/>
                <a:cs typeface="Times New Roman"/>
              </a:rPr>
              <a:t>v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8235070" y="4719004"/>
            <a:ext cx="1063582" cy="26163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060"/>
              </a:lnSpc>
              <a:spcBef>
                <a:spcPts val="103"/>
              </a:spcBef>
            </a:pPr>
            <a:r>
              <a:rPr sz="2700" u="sng" spc="8" baseline="1610" dirty="0" smtClean="0">
                <a:latin typeface="Times New Roman"/>
                <a:cs typeface="Times New Roman"/>
              </a:rPr>
              <a:t>4</a:t>
            </a:r>
            <a:r>
              <a:rPr sz="2700" u="sng" spc="-665" baseline="1610" dirty="0" smtClean="0">
                <a:latin typeface="Times New Roman"/>
                <a:cs typeface="Times New Roman"/>
              </a:rPr>
              <a:t> </a:t>
            </a:r>
            <a:r>
              <a:rPr sz="1800" u="sng" spc="-175" dirty="0" smtClean="0">
                <a:latin typeface="Meiryo"/>
                <a:cs typeface="Meiryo"/>
              </a:rPr>
              <a:t>⋅</a:t>
            </a:r>
            <a:r>
              <a:rPr sz="1800" u="sng" spc="-351" dirty="0" smtClean="0">
                <a:latin typeface="Meiryo"/>
                <a:cs typeface="Meiryo"/>
              </a:rPr>
              <a:t> </a:t>
            </a:r>
            <a:r>
              <a:rPr sz="2700" u="sng" spc="-31" baseline="1610" dirty="0" smtClean="0">
                <a:latin typeface="Times New Roman"/>
                <a:cs typeface="Times New Roman"/>
              </a:rPr>
              <a:t>0</a:t>
            </a:r>
            <a:r>
              <a:rPr sz="2700" u="sng" spc="4" baseline="1610" dirty="0" smtClean="0">
                <a:latin typeface="Times New Roman"/>
                <a:cs typeface="Times New Roman"/>
              </a:rPr>
              <a:t>,</a:t>
            </a:r>
            <a:r>
              <a:rPr sz="2700" u="sng" spc="8" baseline="1610" dirty="0" smtClean="0">
                <a:latin typeface="Times New Roman"/>
                <a:cs typeface="Times New Roman"/>
              </a:rPr>
              <a:t>00303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1511185" y="4810414"/>
            <a:ext cx="120491" cy="16408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215"/>
              </a:lnSpc>
              <a:spcBef>
                <a:spcPts val="60"/>
              </a:spcBef>
            </a:pPr>
            <a:r>
              <a:rPr sz="1100" spc="0" dirty="0" smtClean="0">
                <a:latin typeface="Times New Roman"/>
                <a:cs typeface="Times New Roman"/>
              </a:rPr>
              <a:t>v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1910472" y="4857195"/>
            <a:ext cx="283809" cy="54797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0319" marR="32033">
              <a:lnSpc>
                <a:spcPts val="2005"/>
              </a:lnSpc>
              <a:spcBef>
                <a:spcPts val="100"/>
              </a:spcBef>
            </a:pPr>
            <a:r>
              <a:rPr sz="1850" spc="5" dirty="0" smtClean="0">
                <a:latin typeface="Times New Roman"/>
                <a:cs typeface="Times New Roman"/>
              </a:rPr>
              <a:t>t</a:t>
            </a:r>
            <a:endParaRPr sz="1850">
              <a:latin typeface="Times New Roman"/>
              <a:cs typeface="Times New Roman"/>
            </a:endParaRPr>
          </a:p>
          <a:p>
            <a:pPr marL="12700">
              <a:lnSpc>
                <a:spcPct val="95825"/>
              </a:lnSpc>
              <a:spcBef>
                <a:spcPts val="239"/>
              </a:spcBef>
            </a:pPr>
            <a:r>
              <a:rPr sz="1650" spc="8" dirty="0" smtClean="0">
                <a:latin typeface="Times New Roman"/>
                <a:cs typeface="Times New Roman"/>
              </a:rPr>
              <a:t>12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7672716" y="4865308"/>
            <a:ext cx="399337" cy="26163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060"/>
              </a:lnSpc>
              <a:spcBef>
                <a:spcPts val="103"/>
              </a:spcBef>
            </a:pPr>
            <a:r>
              <a:rPr sz="2700" spc="0" baseline="1610" dirty="0" smtClean="0">
                <a:latin typeface="Times New Roman"/>
                <a:cs typeface="Times New Roman"/>
              </a:rPr>
              <a:t>d</a:t>
            </a:r>
            <a:r>
              <a:rPr sz="2700" spc="203" baseline="1610" dirty="0" smtClean="0">
                <a:latin typeface="Times New Roman"/>
                <a:cs typeface="Times New Roman"/>
              </a:rPr>
              <a:t> </a:t>
            </a:r>
            <a:r>
              <a:rPr sz="1800" spc="-448" dirty="0" smtClean="0">
                <a:latin typeface="Meiryo"/>
                <a:cs typeface="Meiryo"/>
              </a:rPr>
              <a:t>=</a:t>
            </a:r>
            <a:endParaRPr sz="1800">
              <a:latin typeface="Meiryo"/>
              <a:cs typeface="Meiryo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5505587" y="4877210"/>
            <a:ext cx="416546" cy="27330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850" spc="0" baseline="1525" dirty="0" smtClean="0">
                <a:latin typeface="Times New Roman"/>
                <a:cs typeface="Times New Roman"/>
              </a:rPr>
              <a:t>d</a:t>
            </a:r>
            <a:r>
              <a:rPr sz="2850" spc="204" baseline="1525" dirty="0" smtClean="0">
                <a:latin typeface="Times New Roman"/>
                <a:cs typeface="Times New Roman"/>
              </a:rPr>
              <a:t> </a:t>
            </a:r>
            <a:r>
              <a:rPr sz="1900" spc="-473" dirty="0" smtClean="0">
                <a:latin typeface="Meiryo"/>
                <a:cs typeface="Meiryo"/>
              </a:rPr>
              <a:t>=</a:t>
            </a:r>
            <a:endParaRPr sz="1900">
              <a:latin typeface="Meiryo"/>
              <a:cs typeface="Meiryo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8527678" y="5035799"/>
            <a:ext cx="431447" cy="27249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45"/>
              </a:lnSpc>
              <a:spcBef>
                <a:spcPts val="107"/>
              </a:spcBef>
            </a:pPr>
            <a:r>
              <a:rPr sz="2700" spc="8" baseline="1610" dirty="0" smtClean="0">
                <a:latin typeface="Times New Roman"/>
                <a:cs typeface="Times New Roman"/>
              </a:rPr>
              <a:t>6</a:t>
            </a:r>
            <a:r>
              <a:rPr sz="2700" spc="-189" baseline="1610" dirty="0" smtClean="0">
                <a:latin typeface="Times New Roman"/>
                <a:cs typeface="Times New Roman"/>
              </a:rPr>
              <a:t> </a:t>
            </a:r>
            <a:r>
              <a:rPr sz="1800" spc="-175" dirty="0" smtClean="0">
                <a:latin typeface="Meiryo"/>
                <a:cs typeface="Meiryo"/>
              </a:rPr>
              <a:t>⋅</a:t>
            </a:r>
            <a:r>
              <a:rPr sz="1800" spc="-444" dirty="0" smtClean="0">
                <a:latin typeface="Meiryo"/>
                <a:cs typeface="Meiryo"/>
              </a:rPr>
              <a:t> </a:t>
            </a:r>
            <a:r>
              <a:rPr sz="1900" spc="0" dirty="0" smtClean="0">
                <a:latin typeface="Meiryo"/>
                <a:cs typeface="Meiryo"/>
              </a:rPr>
              <a:t>π</a:t>
            </a:r>
            <a:endParaRPr sz="1900">
              <a:latin typeface="Meiryo"/>
              <a:cs typeface="Meiryo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6148714" y="5056309"/>
            <a:ext cx="441117" cy="28471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240"/>
              </a:lnSpc>
              <a:spcBef>
                <a:spcPts val="111"/>
              </a:spcBef>
            </a:pPr>
            <a:r>
              <a:rPr sz="2850" spc="-104" baseline="1525" dirty="0" smtClean="0">
                <a:latin typeface="Times New Roman"/>
                <a:cs typeface="Times New Roman"/>
              </a:rPr>
              <a:t>v</a:t>
            </a:r>
            <a:r>
              <a:rPr sz="2850" spc="-164" baseline="1525" dirty="0" smtClean="0">
                <a:latin typeface="Times New Roman"/>
                <a:cs typeface="Times New Roman"/>
              </a:rPr>
              <a:t> </a:t>
            </a:r>
            <a:r>
              <a:rPr sz="1900" spc="-185" dirty="0" smtClean="0">
                <a:latin typeface="Meiryo"/>
                <a:cs typeface="Meiryo"/>
              </a:rPr>
              <a:t>⋅</a:t>
            </a:r>
            <a:r>
              <a:rPr sz="1900" spc="-479" dirty="0" smtClean="0">
                <a:latin typeface="Meiryo"/>
                <a:cs typeface="Meiryo"/>
              </a:rPr>
              <a:t> </a:t>
            </a:r>
            <a:r>
              <a:rPr sz="2000" spc="0" dirty="0" smtClean="0">
                <a:latin typeface="Meiryo"/>
                <a:cs typeface="Meiryo"/>
              </a:rPr>
              <a:t>π</a:t>
            </a:r>
            <a:endParaRPr sz="2000">
              <a:latin typeface="Meiryo"/>
              <a:cs typeface="Meiryo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1326781" y="5296919"/>
            <a:ext cx="486619" cy="24236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910"/>
              </a:lnSpc>
              <a:spcBef>
                <a:spcPts val="95"/>
              </a:spcBef>
              <a:tabLst>
                <a:tab pos="304800" algn="l"/>
              </a:tabLst>
            </a:pPr>
            <a:r>
              <a:rPr sz="2475" spc="0" baseline="1756" dirty="0" smtClean="0">
                <a:latin typeface="Times New Roman"/>
                <a:cs typeface="Times New Roman"/>
              </a:rPr>
              <a:t>Q</a:t>
            </a:r>
            <a:r>
              <a:rPr sz="2475" spc="-400" baseline="1756" dirty="0" smtClean="0">
                <a:latin typeface="Times New Roman"/>
                <a:cs typeface="Times New Roman"/>
              </a:rPr>
              <a:t> </a:t>
            </a:r>
            <a:r>
              <a:rPr sz="2475" spc="0" baseline="1756" dirty="0" smtClean="0">
                <a:latin typeface="Times New Roman"/>
                <a:cs typeface="Times New Roman"/>
              </a:rPr>
              <a:t>	</a:t>
            </a:r>
            <a:r>
              <a:rPr sz="2475" spc="-411" baseline="1041" dirty="0" smtClean="0">
                <a:latin typeface="Meiryo"/>
                <a:cs typeface="Meiryo"/>
              </a:rPr>
              <a:t>=</a:t>
            </a:r>
            <a:endParaRPr sz="1650">
              <a:latin typeface="Meiryo"/>
              <a:cs typeface="Meiryo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1482229" y="5425276"/>
            <a:ext cx="112106" cy="14996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ct val="95825"/>
              </a:lnSpc>
            </a:pPr>
            <a:r>
              <a:rPr sz="950" spc="0" dirty="0" smtClean="0">
                <a:latin typeface="Times New Roman"/>
                <a:cs typeface="Times New Roman"/>
              </a:rPr>
              <a:t>v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1811412" y="5466446"/>
            <a:ext cx="497486" cy="23895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810"/>
              </a:lnSpc>
              <a:spcBef>
                <a:spcPts val="90"/>
              </a:spcBef>
            </a:pPr>
            <a:r>
              <a:rPr sz="1650" spc="8" dirty="0" smtClean="0">
                <a:latin typeface="Times New Roman"/>
                <a:cs typeface="Times New Roman"/>
              </a:rPr>
              <a:t>3949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5516255" y="5588200"/>
            <a:ext cx="1373842" cy="28226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225"/>
              </a:lnSpc>
              <a:spcBef>
                <a:spcPts val="111"/>
              </a:spcBef>
            </a:pPr>
            <a:r>
              <a:rPr sz="2850" spc="0" baseline="3051" dirty="0" smtClean="0">
                <a:latin typeface="Times New Roman"/>
                <a:cs typeface="Times New Roman"/>
              </a:rPr>
              <a:t>d</a:t>
            </a:r>
            <a:r>
              <a:rPr sz="2850" spc="245" baseline="3051" dirty="0" smtClean="0">
                <a:latin typeface="Times New Roman"/>
                <a:cs typeface="Times New Roman"/>
              </a:rPr>
              <a:t> </a:t>
            </a:r>
            <a:r>
              <a:rPr sz="2850" spc="-488" baseline="1809" dirty="0" smtClean="0">
                <a:latin typeface="Meiryo"/>
                <a:cs typeface="Meiryo"/>
              </a:rPr>
              <a:t>=</a:t>
            </a:r>
            <a:r>
              <a:rPr sz="2850" spc="-139" baseline="1809" dirty="0" smtClean="0">
                <a:latin typeface="Meiryo"/>
                <a:cs typeface="Meiryo"/>
              </a:rPr>
              <a:t> </a:t>
            </a:r>
            <a:r>
              <a:rPr sz="2850" spc="-14" baseline="3051" dirty="0" smtClean="0">
                <a:latin typeface="Times New Roman"/>
                <a:cs typeface="Times New Roman"/>
              </a:rPr>
              <a:t>0</a:t>
            </a:r>
            <a:r>
              <a:rPr sz="2850" spc="14" baseline="3051" dirty="0" smtClean="0">
                <a:latin typeface="Times New Roman"/>
                <a:cs typeface="Times New Roman"/>
              </a:rPr>
              <a:t>,</a:t>
            </a:r>
            <a:r>
              <a:rPr sz="2850" spc="0" baseline="3051" dirty="0" smtClean="0">
                <a:latin typeface="Times New Roman"/>
                <a:cs typeface="Times New Roman"/>
              </a:rPr>
              <a:t>025</a:t>
            </a:r>
            <a:r>
              <a:rPr sz="2850" spc="100" baseline="3051" dirty="0" smtClean="0">
                <a:latin typeface="Times New Roman"/>
                <a:cs typeface="Times New Roman"/>
              </a:rPr>
              <a:t>4</a:t>
            </a:r>
            <a:r>
              <a:rPr sz="3000" spc="0" baseline="1449" dirty="0" smtClean="0">
                <a:latin typeface="Arial"/>
                <a:cs typeface="Arial"/>
              </a:rPr>
              <a:t>m</a:t>
            </a:r>
            <a:endParaRPr sz="2000">
              <a:latin typeface="Arial"/>
              <a:cs typeface="Arial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1329829" y="5825250"/>
            <a:ext cx="1866608" cy="34277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700"/>
              </a:lnSpc>
              <a:spcBef>
                <a:spcPts val="135"/>
              </a:spcBef>
            </a:pPr>
            <a:r>
              <a:rPr sz="2775" spc="14" baseline="7834" dirty="0" smtClean="0">
                <a:latin typeface="Times New Roman"/>
                <a:cs typeface="Times New Roman"/>
              </a:rPr>
              <a:t>Q</a:t>
            </a:r>
            <a:r>
              <a:rPr sz="1650" spc="0" baseline="-10541" dirty="0" smtClean="0">
                <a:latin typeface="Times New Roman"/>
                <a:cs typeface="Times New Roman"/>
              </a:rPr>
              <a:t>v </a:t>
            </a:r>
            <a:r>
              <a:rPr sz="1650" spc="180" baseline="-10541" dirty="0" smtClean="0">
                <a:latin typeface="Times New Roman"/>
                <a:cs typeface="Times New Roman"/>
              </a:rPr>
              <a:t> </a:t>
            </a:r>
            <a:r>
              <a:rPr sz="2775" spc="-461" baseline="4645" dirty="0" smtClean="0">
                <a:latin typeface="Meiryo"/>
                <a:cs typeface="Meiryo"/>
              </a:rPr>
              <a:t>=</a:t>
            </a:r>
            <a:r>
              <a:rPr sz="2775" spc="-139" baseline="4645" dirty="0" smtClean="0">
                <a:latin typeface="Meiryo"/>
                <a:cs typeface="Meiryo"/>
              </a:rPr>
              <a:t> </a:t>
            </a:r>
            <a:r>
              <a:rPr sz="2775" spc="-16" baseline="7834" dirty="0" smtClean="0">
                <a:latin typeface="Times New Roman"/>
                <a:cs typeface="Times New Roman"/>
              </a:rPr>
              <a:t>0</a:t>
            </a:r>
            <a:r>
              <a:rPr sz="2775" spc="19" baseline="7834" dirty="0" smtClean="0">
                <a:latin typeface="Times New Roman"/>
                <a:cs typeface="Times New Roman"/>
              </a:rPr>
              <a:t>,</a:t>
            </a:r>
            <a:r>
              <a:rPr sz="2775" spc="18" baseline="7834" dirty="0" smtClean="0">
                <a:latin typeface="Times New Roman"/>
                <a:cs typeface="Times New Roman"/>
              </a:rPr>
              <a:t>0030</a:t>
            </a:r>
            <a:r>
              <a:rPr sz="2775" spc="-121" baseline="7834" dirty="0" smtClean="0">
                <a:latin typeface="Times New Roman"/>
                <a:cs typeface="Times New Roman"/>
              </a:rPr>
              <a:t>3</a:t>
            </a:r>
            <a:r>
              <a:rPr sz="3000" spc="0" baseline="13044" dirty="0" smtClean="0">
                <a:latin typeface="Arial"/>
                <a:cs typeface="Arial"/>
              </a:rPr>
              <a:t>m</a:t>
            </a:r>
            <a:r>
              <a:rPr sz="3000" spc="4" baseline="13044" dirty="0" smtClean="0">
                <a:latin typeface="Arial"/>
                <a:cs typeface="Arial"/>
              </a:rPr>
              <a:t>³</a:t>
            </a:r>
            <a:r>
              <a:rPr sz="3000" spc="-14" baseline="13044" dirty="0" smtClean="0">
                <a:latin typeface="Arial"/>
                <a:cs typeface="Arial"/>
              </a:rPr>
              <a:t>/</a:t>
            </a:r>
            <a:r>
              <a:rPr sz="3000" spc="0" baseline="13044" dirty="0" smtClean="0">
                <a:latin typeface="Arial"/>
                <a:cs typeface="Arial"/>
              </a:rPr>
              <a:t>s</a:t>
            </a:r>
            <a:endParaRPr sz="2000">
              <a:latin typeface="Arial"/>
              <a:cs typeface="Arial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5516255" y="6157481"/>
            <a:ext cx="1379999" cy="28267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225"/>
              </a:lnSpc>
              <a:spcBef>
                <a:spcPts val="111"/>
              </a:spcBef>
            </a:pPr>
            <a:r>
              <a:rPr sz="2850" spc="0" baseline="1525" dirty="0" smtClean="0">
                <a:latin typeface="Times New Roman"/>
                <a:cs typeface="Times New Roman"/>
              </a:rPr>
              <a:t>d</a:t>
            </a:r>
            <a:r>
              <a:rPr sz="2850" spc="244" baseline="1525" dirty="0" smtClean="0">
                <a:latin typeface="Times New Roman"/>
                <a:cs typeface="Times New Roman"/>
              </a:rPr>
              <a:t> </a:t>
            </a:r>
            <a:r>
              <a:rPr sz="1900" spc="-473" dirty="0" smtClean="0">
                <a:latin typeface="Meiryo"/>
                <a:cs typeface="Meiryo"/>
              </a:rPr>
              <a:t>=</a:t>
            </a:r>
            <a:r>
              <a:rPr sz="1900" spc="-100" dirty="0" smtClean="0">
                <a:latin typeface="Meiryo"/>
                <a:cs typeface="Meiryo"/>
              </a:rPr>
              <a:t> </a:t>
            </a:r>
            <a:r>
              <a:rPr sz="2850" spc="0" baseline="1525" dirty="0" smtClean="0">
                <a:latin typeface="Times New Roman"/>
                <a:cs typeface="Times New Roman"/>
              </a:rPr>
              <a:t>2</a:t>
            </a:r>
            <a:r>
              <a:rPr sz="2850" spc="-39" baseline="1525" dirty="0" smtClean="0">
                <a:latin typeface="Times New Roman"/>
                <a:cs typeface="Times New Roman"/>
              </a:rPr>
              <a:t>5</a:t>
            </a:r>
            <a:r>
              <a:rPr sz="2850" spc="29" baseline="1525" dirty="0" smtClean="0">
                <a:latin typeface="Times New Roman"/>
                <a:cs typeface="Times New Roman"/>
              </a:rPr>
              <a:t>,</a:t>
            </a:r>
            <a:r>
              <a:rPr sz="2850" spc="0" baseline="1525" dirty="0" smtClean="0">
                <a:latin typeface="Times New Roman"/>
                <a:cs typeface="Times New Roman"/>
              </a:rPr>
              <a:t>4</a:t>
            </a:r>
            <a:r>
              <a:rPr sz="2850" spc="-186" baseline="1525" dirty="0" smtClean="0">
                <a:latin typeface="Times New Roman"/>
                <a:cs typeface="Times New Roman"/>
              </a:rPr>
              <a:t> </a:t>
            </a:r>
            <a:r>
              <a:rPr sz="3000" spc="0" baseline="1449" dirty="0" smtClean="0">
                <a:latin typeface="Arial"/>
                <a:cs typeface="Arial"/>
              </a:rPr>
              <a:t>mm</a:t>
            </a:r>
            <a:endParaRPr sz="2000">
              <a:latin typeface="Arial"/>
              <a:cs typeface="Arial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6262007" y="2902204"/>
            <a:ext cx="556257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70" name="object 70"/>
          <p:cNvSpPr txBox="1"/>
          <p:nvPr/>
        </p:nvSpPr>
        <p:spPr>
          <a:xfrm>
            <a:off x="5989642" y="4064002"/>
            <a:ext cx="504438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71" name="object 71"/>
          <p:cNvSpPr txBox="1"/>
          <p:nvPr/>
        </p:nvSpPr>
        <p:spPr>
          <a:xfrm>
            <a:off x="1877446" y="4676139"/>
            <a:ext cx="184403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72" name="object 72"/>
          <p:cNvSpPr txBox="1"/>
          <p:nvPr/>
        </p:nvSpPr>
        <p:spPr>
          <a:xfrm>
            <a:off x="1814962" y="5290311"/>
            <a:ext cx="445007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12"/>
          <p:cNvSpPr txBox="1"/>
          <p:nvPr/>
        </p:nvSpPr>
        <p:spPr>
          <a:xfrm>
            <a:off x="1310017" y="1034143"/>
            <a:ext cx="4780730" cy="4825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779"/>
              </a:lnSpc>
              <a:spcBef>
                <a:spcPts val="189"/>
              </a:spcBef>
            </a:pPr>
            <a:r>
              <a:rPr sz="3600" spc="192" dirty="0" smtClean="0">
                <a:solidFill>
                  <a:srgbClr val="00CC65"/>
                </a:solidFill>
                <a:latin typeface="Arial"/>
                <a:cs typeface="Arial"/>
              </a:rPr>
              <a:t>E</a:t>
            </a:r>
            <a:r>
              <a:rPr sz="3600" spc="143" dirty="0" smtClean="0">
                <a:solidFill>
                  <a:srgbClr val="00CC65"/>
                </a:solidFill>
                <a:latin typeface="Arial"/>
                <a:cs typeface="Arial"/>
              </a:rPr>
              <a:t>x</a:t>
            </a:r>
            <a:r>
              <a:rPr sz="3600" spc="160" dirty="0" smtClean="0">
                <a:solidFill>
                  <a:srgbClr val="00CC65"/>
                </a:solidFill>
                <a:latin typeface="Arial"/>
                <a:cs typeface="Arial"/>
              </a:rPr>
              <a:t>e</a:t>
            </a:r>
            <a:r>
              <a:rPr sz="3600" spc="95" dirty="0" smtClean="0">
                <a:solidFill>
                  <a:srgbClr val="00CC65"/>
                </a:solidFill>
                <a:latin typeface="Arial"/>
                <a:cs typeface="Arial"/>
              </a:rPr>
              <a:t>r</a:t>
            </a:r>
            <a:r>
              <a:rPr sz="3600" spc="143" dirty="0" smtClean="0">
                <a:solidFill>
                  <a:srgbClr val="00CC65"/>
                </a:solidFill>
                <a:latin typeface="Arial"/>
                <a:cs typeface="Arial"/>
              </a:rPr>
              <a:t>c</a:t>
            </a:r>
            <a:r>
              <a:rPr sz="3600" spc="63" dirty="0" smtClean="0">
                <a:solidFill>
                  <a:srgbClr val="00CC65"/>
                </a:solidFill>
                <a:latin typeface="Arial"/>
                <a:cs typeface="Arial"/>
              </a:rPr>
              <a:t>í</a:t>
            </a:r>
            <a:r>
              <a:rPr sz="3600" spc="143" dirty="0" smtClean="0">
                <a:solidFill>
                  <a:srgbClr val="00CC65"/>
                </a:solidFill>
                <a:latin typeface="Arial"/>
                <a:cs typeface="Arial"/>
              </a:rPr>
              <a:t>c</a:t>
            </a:r>
            <a:r>
              <a:rPr sz="3600" spc="58" dirty="0" smtClean="0">
                <a:solidFill>
                  <a:srgbClr val="00CC65"/>
                </a:solidFill>
                <a:latin typeface="Arial"/>
                <a:cs typeface="Arial"/>
              </a:rPr>
              <a:t>i</a:t>
            </a:r>
            <a:r>
              <a:rPr sz="3600" spc="154" dirty="0" smtClean="0">
                <a:solidFill>
                  <a:srgbClr val="00CC65"/>
                </a:solidFill>
                <a:latin typeface="Arial"/>
                <a:cs typeface="Arial"/>
              </a:rPr>
              <a:t>o</a:t>
            </a:r>
            <a:r>
              <a:rPr sz="3600" spc="143" dirty="0" smtClean="0">
                <a:solidFill>
                  <a:srgbClr val="00CC65"/>
                </a:solidFill>
                <a:latin typeface="Arial"/>
                <a:cs typeface="Arial"/>
              </a:rPr>
              <a:t>s</a:t>
            </a:r>
            <a:r>
              <a:rPr sz="3600" spc="27" dirty="0" smtClean="0">
                <a:solidFill>
                  <a:srgbClr val="00CC65"/>
                </a:solidFill>
                <a:latin typeface="Arial"/>
                <a:cs typeface="Arial"/>
              </a:rPr>
              <a:t> </a:t>
            </a:r>
            <a:r>
              <a:rPr sz="3600" spc="0" dirty="0" smtClean="0">
                <a:solidFill>
                  <a:srgbClr val="00CC65"/>
                </a:solidFill>
                <a:latin typeface="Arial"/>
                <a:cs typeface="Arial"/>
              </a:rPr>
              <a:t>P</a:t>
            </a:r>
            <a:r>
              <a:rPr sz="3600" spc="191" dirty="0" smtClean="0">
                <a:solidFill>
                  <a:srgbClr val="00CC65"/>
                </a:solidFill>
                <a:latin typeface="Arial"/>
                <a:cs typeface="Arial"/>
              </a:rPr>
              <a:t>r</a:t>
            </a:r>
            <a:r>
              <a:rPr sz="3600" spc="175" dirty="0" smtClean="0">
                <a:solidFill>
                  <a:srgbClr val="00CC65"/>
                </a:solidFill>
                <a:latin typeface="Arial"/>
                <a:cs typeface="Arial"/>
              </a:rPr>
              <a:t>opo</a:t>
            </a:r>
            <a:r>
              <a:rPr sz="3600" spc="197" dirty="0" smtClean="0">
                <a:solidFill>
                  <a:srgbClr val="00CC65"/>
                </a:solidFill>
                <a:latin typeface="Arial"/>
                <a:cs typeface="Arial"/>
              </a:rPr>
              <a:t>s</a:t>
            </a:r>
            <a:r>
              <a:rPr sz="3600" spc="190" dirty="0" smtClean="0">
                <a:solidFill>
                  <a:srgbClr val="00CC65"/>
                </a:solidFill>
                <a:latin typeface="Arial"/>
                <a:cs typeface="Arial"/>
              </a:rPr>
              <a:t>to</a:t>
            </a:r>
            <a:r>
              <a:rPr sz="3600" spc="197" dirty="0" smtClean="0">
                <a:solidFill>
                  <a:srgbClr val="00CC65"/>
                </a:solidFill>
                <a:latin typeface="Arial"/>
                <a:cs typeface="Arial"/>
              </a:rPr>
              <a:t>s</a:t>
            </a:r>
            <a:endParaRPr sz="36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581289" y="1638091"/>
            <a:ext cx="407742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4" dirty="0" smtClean="0">
                <a:latin typeface="Arial"/>
                <a:cs typeface="Arial"/>
              </a:rPr>
              <a:t>1</a:t>
            </a:r>
            <a:r>
              <a:rPr sz="2800" spc="0" dirty="0" smtClean="0">
                <a:latin typeface="Arial"/>
                <a:cs typeface="Arial"/>
              </a:rPr>
              <a:t>)</a:t>
            </a:r>
            <a:endParaRPr sz="28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073541" y="1638091"/>
            <a:ext cx="842104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-4" dirty="0" smtClean="0">
                <a:latin typeface="Arial"/>
                <a:cs typeface="Arial"/>
              </a:rPr>
              <a:t>U</a:t>
            </a:r>
            <a:r>
              <a:rPr sz="2800" spc="9" dirty="0" smtClean="0">
                <a:latin typeface="Arial"/>
                <a:cs typeface="Arial"/>
              </a:rPr>
              <a:t>m</a:t>
            </a:r>
            <a:r>
              <a:rPr sz="2800" spc="0" dirty="0" smtClean="0">
                <a:latin typeface="Arial"/>
                <a:cs typeface="Arial"/>
              </a:rPr>
              <a:t>a</a:t>
            </a:r>
            <a:endParaRPr sz="28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000073" y="1638091"/>
            <a:ext cx="2149423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  <a:tabLst>
                <a:tab pos="1866900" algn="l"/>
              </a:tabLst>
            </a:pPr>
            <a:r>
              <a:rPr sz="2800" spc="0" dirty="0" smtClean="0">
                <a:latin typeface="Arial"/>
                <a:cs typeface="Arial"/>
              </a:rPr>
              <a:t>m</a:t>
            </a:r>
            <a:r>
              <a:rPr sz="2800" spc="4" dirty="0" smtClean="0">
                <a:latin typeface="Arial"/>
                <a:cs typeface="Arial"/>
              </a:rPr>
              <a:t>an</a:t>
            </a:r>
            <a:r>
              <a:rPr sz="2800" spc="14" dirty="0" smtClean="0">
                <a:latin typeface="Arial"/>
                <a:cs typeface="Arial"/>
              </a:rPr>
              <a:t>g</a:t>
            </a:r>
            <a:r>
              <a:rPr sz="2800" spc="4" dirty="0" smtClean="0">
                <a:latin typeface="Arial"/>
                <a:cs typeface="Arial"/>
              </a:rPr>
              <a:t>ue</a:t>
            </a:r>
            <a:r>
              <a:rPr sz="2800" spc="0" dirty="0" smtClean="0">
                <a:latin typeface="Arial"/>
                <a:cs typeface="Arial"/>
              </a:rPr>
              <a:t>i</a:t>
            </a:r>
            <a:r>
              <a:rPr sz="2800" spc="14" dirty="0" smtClean="0">
                <a:latin typeface="Arial"/>
                <a:cs typeface="Arial"/>
              </a:rPr>
              <a:t>r</a:t>
            </a:r>
            <a:r>
              <a:rPr sz="2800" spc="0" dirty="0" smtClean="0">
                <a:latin typeface="Arial"/>
                <a:cs typeface="Arial"/>
              </a:rPr>
              <a:t>a	é</a:t>
            </a:r>
            <a:endParaRPr sz="28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235387" y="1638091"/>
            <a:ext cx="2406353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  <a:tabLst>
                <a:tab pos="1828800" algn="l"/>
              </a:tabLst>
            </a:pPr>
            <a:r>
              <a:rPr sz="2800" spc="4" dirty="0" smtClean="0">
                <a:latin typeface="Arial"/>
                <a:cs typeface="Arial"/>
              </a:rPr>
              <a:t>conectad</a:t>
            </a:r>
            <a:r>
              <a:rPr sz="2800" spc="0" dirty="0" smtClean="0">
                <a:latin typeface="Arial"/>
                <a:cs typeface="Arial"/>
              </a:rPr>
              <a:t>a	</a:t>
            </a:r>
            <a:r>
              <a:rPr sz="2800" spc="4" dirty="0" smtClean="0">
                <a:latin typeface="Arial"/>
                <a:cs typeface="Arial"/>
              </a:rPr>
              <a:t>e</a:t>
            </a:r>
            <a:r>
              <a:rPr sz="2800" spc="0" dirty="0" smtClean="0">
                <a:latin typeface="Arial"/>
                <a:cs typeface="Arial"/>
              </a:rPr>
              <a:t>m</a:t>
            </a:r>
            <a:endParaRPr sz="28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726915" y="1638091"/>
            <a:ext cx="585385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4" dirty="0" smtClean="0">
                <a:latin typeface="Arial"/>
                <a:cs typeface="Arial"/>
              </a:rPr>
              <a:t>u</a:t>
            </a:r>
            <a:r>
              <a:rPr sz="2800" spc="0" dirty="0" smtClean="0">
                <a:latin typeface="Arial"/>
                <a:cs typeface="Arial"/>
              </a:rPr>
              <a:t>m</a:t>
            </a:r>
            <a:endParaRPr sz="28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397475" y="1638091"/>
            <a:ext cx="1181861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4" dirty="0" smtClean="0">
                <a:latin typeface="Arial"/>
                <a:cs typeface="Arial"/>
              </a:rPr>
              <a:t>tanq</a:t>
            </a:r>
            <a:r>
              <a:rPr sz="2800" spc="14" dirty="0" smtClean="0">
                <a:latin typeface="Arial"/>
                <a:cs typeface="Arial"/>
              </a:rPr>
              <a:t>u</a:t>
            </a:r>
            <a:r>
              <a:rPr sz="2800" spc="0" dirty="0" smtClean="0">
                <a:latin typeface="Arial"/>
                <a:cs typeface="Arial"/>
              </a:rPr>
              <a:t>e</a:t>
            </a:r>
            <a:endParaRPr sz="28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238384" y="1709815"/>
            <a:ext cx="277329" cy="2920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245"/>
              </a:lnSpc>
              <a:spcBef>
                <a:spcPts val="112"/>
              </a:spcBef>
            </a:pPr>
            <a:r>
              <a:rPr sz="2100" spc="291" dirty="0" smtClean="0">
                <a:solidFill>
                  <a:srgbClr val="65FF32"/>
                </a:solidFill>
                <a:latin typeface="Arial"/>
                <a:cs typeface="Arial"/>
              </a:rPr>
              <a:t>□</a:t>
            </a:r>
            <a:endParaRPr sz="21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581289" y="1979466"/>
            <a:ext cx="7995130" cy="140461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algn="just">
              <a:lnSpc>
                <a:spcPts val="2690"/>
              </a:lnSpc>
              <a:spcBef>
                <a:spcPts val="344"/>
              </a:spcBef>
            </a:pPr>
            <a:r>
              <a:rPr sz="2800" spc="4" dirty="0" smtClean="0">
                <a:latin typeface="Arial"/>
                <a:cs typeface="Arial"/>
              </a:rPr>
              <a:t>co</a:t>
            </a:r>
            <a:r>
              <a:rPr sz="2800" spc="0" dirty="0" smtClean="0">
                <a:latin typeface="Arial"/>
                <a:cs typeface="Arial"/>
              </a:rPr>
              <a:t>m</a:t>
            </a:r>
            <a:r>
              <a:rPr sz="2800" spc="71" dirty="0" smtClean="0">
                <a:latin typeface="Arial"/>
                <a:cs typeface="Arial"/>
              </a:rPr>
              <a:t> </a:t>
            </a:r>
            <a:r>
              <a:rPr sz="2800" spc="4" dirty="0" smtClean="0">
                <a:latin typeface="Arial"/>
                <a:cs typeface="Arial"/>
              </a:rPr>
              <a:t>ca</a:t>
            </a:r>
            <a:r>
              <a:rPr sz="2800" spc="14" dirty="0" smtClean="0">
                <a:latin typeface="Arial"/>
                <a:cs typeface="Arial"/>
              </a:rPr>
              <a:t>p</a:t>
            </a:r>
            <a:r>
              <a:rPr sz="2800" spc="4" dirty="0" smtClean="0">
                <a:latin typeface="Arial"/>
                <a:cs typeface="Arial"/>
              </a:rPr>
              <a:t>ac</a:t>
            </a:r>
            <a:r>
              <a:rPr sz="2800" spc="0" dirty="0" smtClean="0">
                <a:latin typeface="Arial"/>
                <a:cs typeface="Arial"/>
              </a:rPr>
              <a:t>i</a:t>
            </a:r>
            <a:r>
              <a:rPr sz="2800" spc="4" dirty="0" smtClean="0">
                <a:latin typeface="Arial"/>
                <a:cs typeface="Arial"/>
              </a:rPr>
              <a:t>dad</a:t>
            </a:r>
            <a:r>
              <a:rPr sz="2800" spc="0" dirty="0" smtClean="0">
                <a:latin typeface="Arial"/>
                <a:cs typeface="Arial"/>
              </a:rPr>
              <a:t>e </a:t>
            </a:r>
            <a:r>
              <a:rPr sz="2800" spc="4" dirty="0" smtClean="0">
                <a:latin typeface="Arial"/>
                <a:cs typeface="Arial"/>
              </a:rPr>
              <a:t>d</a:t>
            </a:r>
            <a:r>
              <a:rPr sz="2800" spc="0" dirty="0" smtClean="0">
                <a:latin typeface="Arial"/>
                <a:cs typeface="Arial"/>
              </a:rPr>
              <a:t>e</a:t>
            </a:r>
            <a:r>
              <a:rPr sz="2800" spc="97" dirty="0" smtClean="0">
                <a:latin typeface="Arial"/>
                <a:cs typeface="Arial"/>
              </a:rPr>
              <a:t> </a:t>
            </a:r>
            <a:r>
              <a:rPr sz="2800" spc="4" dirty="0" smtClean="0">
                <a:latin typeface="Arial"/>
                <a:cs typeface="Arial"/>
              </a:rPr>
              <a:t>1000</a:t>
            </a:r>
            <a:r>
              <a:rPr sz="2800" spc="0" dirty="0" smtClean="0">
                <a:latin typeface="Arial"/>
                <a:cs typeface="Arial"/>
              </a:rPr>
              <a:t>0</a:t>
            </a:r>
            <a:r>
              <a:rPr sz="2800" spc="65" dirty="0" smtClean="0">
                <a:latin typeface="Arial"/>
                <a:cs typeface="Arial"/>
              </a:rPr>
              <a:t> </a:t>
            </a:r>
            <a:r>
              <a:rPr sz="2800" spc="0" dirty="0" smtClean="0">
                <a:latin typeface="Arial"/>
                <a:cs typeface="Arial"/>
              </a:rPr>
              <a:t>li</a:t>
            </a:r>
            <a:r>
              <a:rPr sz="2800" spc="4" dirty="0" smtClean="0">
                <a:latin typeface="Arial"/>
                <a:cs typeface="Arial"/>
              </a:rPr>
              <a:t>tros</a:t>
            </a:r>
            <a:r>
              <a:rPr sz="2800" spc="0" dirty="0" smtClean="0">
                <a:latin typeface="Arial"/>
                <a:cs typeface="Arial"/>
              </a:rPr>
              <a:t>.</a:t>
            </a:r>
            <a:r>
              <a:rPr sz="2800" spc="61" dirty="0" smtClean="0">
                <a:latin typeface="Arial"/>
                <a:cs typeface="Arial"/>
              </a:rPr>
              <a:t> </a:t>
            </a:r>
            <a:r>
              <a:rPr sz="2800" spc="0" dirty="0" smtClean="0">
                <a:latin typeface="Arial"/>
                <a:cs typeface="Arial"/>
              </a:rPr>
              <a:t>O</a:t>
            </a:r>
            <a:r>
              <a:rPr sz="2800" spc="87" dirty="0" smtClean="0">
                <a:latin typeface="Arial"/>
                <a:cs typeface="Arial"/>
              </a:rPr>
              <a:t> </a:t>
            </a:r>
            <a:r>
              <a:rPr sz="2800" spc="4" dirty="0" smtClean="0">
                <a:latin typeface="Arial"/>
                <a:cs typeface="Arial"/>
              </a:rPr>
              <a:t>te</a:t>
            </a:r>
            <a:r>
              <a:rPr sz="2800" spc="0" dirty="0" smtClean="0">
                <a:latin typeface="Arial"/>
                <a:cs typeface="Arial"/>
              </a:rPr>
              <a:t>m</a:t>
            </a:r>
            <a:r>
              <a:rPr sz="2800" spc="4" dirty="0" smtClean="0">
                <a:latin typeface="Arial"/>
                <a:cs typeface="Arial"/>
              </a:rPr>
              <a:t>p</a:t>
            </a:r>
            <a:r>
              <a:rPr sz="2800" spc="0" dirty="0" smtClean="0">
                <a:latin typeface="Arial"/>
                <a:cs typeface="Arial"/>
              </a:rPr>
              <a:t>o</a:t>
            </a:r>
            <a:r>
              <a:rPr sz="2800" spc="50" dirty="0" smtClean="0">
                <a:latin typeface="Arial"/>
                <a:cs typeface="Arial"/>
              </a:rPr>
              <a:t> </a:t>
            </a:r>
            <a:r>
              <a:rPr sz="2800" spc="14" dirty="0" smtClean="0">
                <a:latin typeface="Arial"/>
                <a:cs typeface="Arial"/>
              </a:rPr>
              <a:t>g</a:t>
            </a:r>
            <a:r>
              <a:rPr sz="2800" spc="4" dirty="0" smtClean="0">
                <a:latin typeface="Arial"/>
                <a:cs typeface="Arial"/>
              </a:rPr>
              <a:t>ast</a:t>
            </a:r>
            <a:r>
              <a:rPr sz="2800" spc="0" dirty="0" smtClean="0">
                <a:latin typeface="Arial"/>
                <a:cs typeface="Arial"/>
              </a:rPr>
              <a:t>o </a:t>
            </a:r>
            <a:r>
              <a:rPr sz="2800" spc="4" dirty="0" smtClean="0">
                <a:latin typeface="Arial"/>
                <a:cs typeface="Arial"/>
              </a:rPr>
              <a:t>par</a:t>
            </a:r>
            <a:r>
              <a:rPr sz="2800" spc="0" dirty="0" smtClean="0">
                <a:latin typeface="Arial"/>
                <a:cs typeface="Arial"/>
              </a:rPr>
              <a:t>a</a:t>
            </a:r>
            <a:r>
              <a:rPr sz="2800" spc="64" dirty="0" smtClean="0">
                <a:latin typeface="Arial"/>
                <a:cs typeface="Arial"/>
              </a:rPr>
              <a:t> </a:t>
            </a:r>
            <a:r>
              <a:rPr sz="2800" spc="4" dirty="0" smtClean="0">
                <a:latin typeface="Arial"/>
                <a:cs typeface="Arial"/>
              </a:rPr>
              <a:t>e</a:t>
            </a:r>
            <a:r>
              <a:rPr sz="2800" spc="14" dirty="0" smtClean="0">
                <a:latin typeface="Arial"/>
                <a:cs typeface="Arial"/>
              </a:rPr>
              <a:t>n</a:t>
            </a:r>
            <a:r>
              <a:rPr sz="2800" spc="4" dirty="0" smtClean="0">
                <a:latin typeface="Arial"/>
                <a:cs typeface="Arial"/>
              </a:rPr>
              <a:t>che</a:t>
            </a:r>
            <a:r>
              <a:rPr sz="2800" spc="0" dirty="0" smtClean="0">
                <a:latin typeface="Arial"/>
                <a:cs typeface="Arial"/>
              </a:rPr>
              <a:t>r</a:t>
            </a:r>
            <a:r>
              <a:rPr sz="2800" spc="35" dirty="0" smtClean="0">
                <a:latin typeface="Arial"/>
                <a:cs typeface="Arial"/>
              </a:rPr>
              <a:t> </a:t>
            </a:r>
            <a:r>
              <a:rPr sz="2800" spc="4" dirty="0" smtClean="0">
                <a:latin typeface="Arial"/>
                <a:cs typeface="Arial"/>
              </a:rPr>
              <a:t>to</a:t>
            </a:r>
            <a:r>
              <a:rPr sz="2800" spc="-9" dirty="0" smtClean="0">
                <a:latin typeface="Arial"/>
                <a:cs typeface="Arial"/>
              </a:rPr>
              <a:t>t</a:t>
            </a:r>
            <a:r>
              <a:rPr sz="2800" spc="4" dirty="0" smtClean="0">
                <a:latin typeface="Arial"/>
                <a:cs typeface="Arial"/>
              </a:rPr>
              <a:t>a</a:t>
            </a:r>
            <a:r>
              <a:rPr sz="2800" spc="0" dirty="0" smtClean="0">
                <a:latin typeface="Arial"/>
                <a:cs typeface="Arial"/>
              </a:rPr>
              <a:t>lm</a:t>
            </a:r>
            <a:r>
              <a:rPr sz="2800" spc="4" dirty="0" smtClean="0">
                <a:latin typeface="Arial"/>
                <a:cs typeface="Arial"/>
              </a:rPr>
              <a:t>ent</a:t>
            </a:r>
            <a:r>
              <a:rPr sz="2800" spc="0" dirty="0" smtClean="0">
                <a:latin typeface="Arial"/>
                <a:cs typeface="Arial"/>
              </a:rPr>
              <a:t>e o</a:t>
            </a:r>
            <a:r>
              <a:rPr sz="2800" spc="90" dirty="0" smtClean="0">
                <a:latin typeface="Arial"/>
                <a:cs typeface="Arial"/>
              </a:rPr>
              <a:t> </a:t>
            </a:r>
            <a:r>
              <a:rPr sz="2800" spc="4" dirty="0" smtClean="0">
                <a:latin typeface="Arial"/>
                <a:cs typeface="Arial"/>
              </a:rPr>
              <a:t>tanqu</a:t>
            </a:r>
            <a:r>
              <a:rPr sz="2800" spc="0" dirty="0" smtClean="0">
                <a:latin typeface="Arial"/>
                <a:cs typeface="Arial"/>
              </a:rPr>
              <a:t>e</a:t>
            </a:r>
            <a:r>
              <a:rPr sz="2800" spc="20" dirty="0" smtClean="0">
                <a:latin typeface="Arial"/>
                <a:cs typeface="Arial"/>
              </a:rPr>
              <a:t> </a:t>
            </a:r>
            <a:r>
              <a:rPr sz="2800" spc="0" dirty="0" smtClean="0">
                <a:latin typeface="Arial"/>
                <a:cs typeface="Arial"/>
              </a:rPr>
              <a:t>é</a:t>
            </a:r>
            <a:r>
              <a:rPr sz="2800" spc="90" dirty="0" smtClean="0">
                <a:latin typeface="Arial"/>
                <a:cs typeface="Arial"/>
              </a:rPr>
              <a:t> </a:t>
            </a:r>
            <a:r>
              <a:rPr sz="2800" spc="4" dirty="0" smtClean="0">
                <a:latin typeface="Arial"/>
                <a:cs typeface="Arial"/>
              </a:rPr>
              <a:t>d</a:t>
            </a:r>
            <a:r>
              <a:rPr sz="2800" spc="0" dirty="0" smtClean="0">
                <a:latin typeface="Arial"/>
                <a:cs typeface="Arial"/>
              </a:rPr>
              <a:t>e</a:t>
            </a:r>
            <a:r>
              <a:rPr sz="2800" spc="64" dirty="0" smtClean="0">
                <a:latin typeface="Arial"/>
                <a:cs typeface="Arial"/>
              </a:rPr>
              <a:t> </a:t>
            </a:r>
            <a:r>
              <a:rPr sz="2800" spc="4" dirty="0" smtClean="0">
                <a:latin typeface="Arial"/>
                <a:cs typeface="Arial"/>
              </a:rPr>
              <a:t>50</a:t>
            </a:r>
            <a:r>
              <a:rPr sz="2800" spc="0" dirty="0" smtClean="0">
                <a:latin typeface="Arial"/>
                <a:cs typeface="Arial"/>
              </a:rPr>
              <a:t>0 mi</a:t>
            </a:r>
            <a:r>
              <a:rPr sz="2800" spc="4" dirty="0" smtClean="0">
                <a:latin typeface="Arial"/>
                <a:cs typeface="Arial"/>
              </a:rPr>
              <a:t>nutos</a:t>
            </a:r>
            <a:r>
              <a:rPr sz="2800" spc="0" dirty="0" smtClean="0">
                <a:latin typeface="Arial"/>
                <a:cs typeface="Arial"/>
              </a:rPr>
              <a:t>.</a:t>
            </a:r>
            <a:r>
              <a:rPr sz="2800" spc="22" dirty="0" smtClean="0">
                <a:latin typeface="Arial"/>
                <a:cs typeface="Arial"/>
              </a:rPr>
              <a:t> </a:t>
            </a:r>
            <a:r>
              <a:rPr sz="2800" spc="-4" dirty="0" smtClean="0">
                <a:latin typeface="Arial"/>
                <a:cs typeface="Arial"/>
              </a:rPr>
              <a:t>C</a:t>
            </a:r>
            <a:r>
              <a:rPr sz="2800" spc="4" dirty="0" smtClean="0">
                <a:latin typeface="Arial"/>
                <a:cs typeface="Arial"/>
              </a:rPr>
              <a:t>a</a:t>
            </a:r>
            <a:r>
              <a:rPr sz="2800" spc="0" dirty="0" smtClean="0">
                <a:latin typeface="Arial"/>
                <a:cs typeface="Arial"/>
              </a:rPr>
              <a:t>l</a:t>
            </a:r>
            <a:r>
              <a:rPr sz="2800" spc="4" dirty="0" smtClean="0">
                <a:latin typeface="Arial"/>
                <a:cs typeface="Arial"/>
              </a:rPr>
              <a:t>cu</a:t>
            </a:r>
            <a:r>
              <a:rPr sz="2800" spc="0" dirty="0" smtClean="0">
                <a:latin typeface="Arial"/>
                <a:cs typeface="Arial"/>
              </a:rPr>
              <a:t>le</a:t>
            </a:r>
            <a:r>
              <a:rPr sz="2800" spc="34" dirty="0" smtClean="0">
                <a:latin typeface="Arial"/>
                <a:cs typeface="Arial"/>
              </a:rPr>
              <a:t> </a:t>
            </a:r>
            <a:r>
              <a:rPr sz="2800" spc="0" dirty="0" smtClean="0">
                <a:latin typeface="Arial"/>
                <a:cs typeface="Arial"/>
              </a:rPr>
              <a:t>a</a:t>
            </a:r>
            <a:r>
              <a:rPr sz="2800" spc="127" dirty="0" smtClean="0">
                <a:latin typeface="Arial"/>
                <a:cs typeface="Arial"/>
              </a:rPr>
              <a:t> </a:t>
            </a:r>
            <a:r>
              <a:rPr sz="2800" spc="4" dirty="0" smtClean="0">
                <a:latin typeface="Arial"/>
                <a:cs typeface="Arial"/>
              </a:rPr>
              <a:t>vazã</a:t>
            </a:r>
            <a:r>
              <a:rPr sz="2800" spc="0" dirty="0" smtClean="0">
                <a:latin typeface="Arial"/>
                <a:cs typeface="Arial"/>
              </a:rPr>
              <a:t>o</a:t>
            </a:r>
            <a:r>
              <a:rPr sz="2800" spc="53" dirty="0" smtClean="0">
                <a:latin typeface="Arial"/>
                <a:cs typeface="Arial"/>
              </a:rPr>
              <a:t> </a:t>
            </a:r>
            <a:r>
              <a:rPr sz="2800" spc="-4" dirty="0" smtClean="0">
                <a:latin typeface="Arial"/>
                <a:cs typeface="Arial"/>
              </a:rPr>
              <a:t>v</a:t>
            </a:r>
            <a:r>
              <a:rPr sz="2800" spc="4" dirty="0" smtClean="0">
                <a:latin typeface="Arial"/>
                <a:cs typeface="Arial"/>
              </a:rPr>
              <a:t>o</a:t>
            </a:r>
            <a:r>
              <a:rPr sz="2800" spc="0" dirty="0" smtClean="0">
                <a:latin typeface="Arial"/>
                <a:cs typeface="Arial"/>
              </a:rPr>
              <a:t>l</a:t>
            </a:r>
            <a:r>
              <a:rPr sz="2800" spc="4" dirty="0" smtClean="0">
                <a:latin typeface="Arial"/>
                <a:cs typeface="Arial"/>
              </a:rPr>
              <a:t>u</a:t>
            </a:r>
            <a:r>
              <a:rPr sz="2800" spc="0" dirty="0" smtClean="0">
                <a:latin typeface="Arial"/>
                <a:cs typeface="Arial"/>
              </a:rPr>
              <a:t>m</a:t>
            </a:r>
            <a:r>
              <a:rPr sz="2800" spc="4" dirty="0" smtClean="0">
                <a:latin typeface="Arial"/>
                <a:cs typeface="Arial"/>
              </a:rPr>
              <a:t>étr</a:t>
            </a:r>
            <a:r>
              <a:rPr sz="2800" spc="0" dirty="0" smtClean="0">
                <a:latin typeface="Arial"/>
                <a:cs typeface="Arial"/>
              </a:rPr>
              <a:t>i</a:t>
            </a:r>
            <a:r>
              <a:rPr sz="2800" spc="14" dirty="0" smtClean="0">
                <a:latin typeface="Arial"/>
                <a:cs typeface="Arial"/>
              </a:rPr>
              <a:t>c</a:t>
            </a:r>
            <a:r>
              <a:rPr sz="2800" spc="0" dirty="0" smtClean="0">
                <a:latin typeface="Arial"/>
                <a:cs typeface="Arial"/>
              </a:rPr>
              <a:t>a m</a:t>
            </a:r>
            <a:r>
              <a:rPr sz="2800" spc="4" dirty="0" smtClean="0">
                <a:latin typeface="Arial"/>
                <a:cs typeface="Arial"/>
              </a:rPr>
              <a:t>áx</a:t>
            </a:r>
            <a:r>
              <a:rPr sz="2800" spc="0" dirty="0" smtClean="0">
                <a:latin typeface="Arial"/>
                <a:cs typeface="Arial"/>
              </a:rPr>
              <a:t>i</a:t>
            </a:r>
            <a:r>
              <a:rPr sz="2800" spc="9" dirty="0" smtClean="0">
                <a:latin typeface="Arial"/>
                <a:cs typeface="Arial"/>
              </a:rPr>
              <a:t>m</a:t>
            </a:r>
            <a:r>
              <a:rPr sz="2800" spc="0" dirty="0" smtClean="0">
                <a:latin typeface="Arial"/>
                <a:cs typeface="Arial"/>
              </a:rPr>
              <a:t>a</a:t>
            </a:r>
            <a:r>
              <a:rPr sz="2800" spc="45" dirty="0" smtClean="0">
                <a:latin typeface="Arial"/>
                <a:cs typeface="Arial"/>
              </a:rPr>
              <a:t> </a:t>
            </a:r>
            <a:r>
              <a:rPr sz="2800" spc="4" dirty="0" smtClean="0">
                <a:latin typeface="Arial"/>
                <a:cs typeface="Arial"/>
              </a:rPr>
              <a:t>d</a:t>
            </a:r>
            <a:r>
              <a:rPr sz="2800" spc="0" dirty="0" smtClean="0">
                <a:latin typeface="Arial"/>
                <a:cs typeface="Arial"/>
              </a:rPr>
              <a:t>a m</a:t>
            </a:r>
            <a:r>
              <a:rPr sz="2800" spc="4" dirty="0" smtClean="0">
                <a:latin typeface="Arial"/>
                <a:cs typeface="Arial"/>
              </a:rPr>
              <a:t>an</a:t>
            </a:r>
            <a:r>
              <a:rPr sz="2800" spc="14" dirty="0" smtClean="0">
                <a:latin typeface="Arial"/>
                <a:cs typeface="Arial"/>
              </a:rPr>
              <a:t>g</a:t>
            </a:r>
            <a:r>
              <a:rPr sz="2800" spc="4" dirty="0" smtClean="0">
                <a:latin typeface="Arial"/>
                <a:cs typeface="Arial"/>
              </a:rPr>
              <a:t>ue</a:t>
            </a:r>
            <a:r>
              <a:rPr sz="2800" spc="0" dirty="0" smtClean="0">
                <a:latin typeface="Arial"/>
                <a:cs typeface="Arial"/>
              </a:rPr>
              <a:t>i</a:t>
            </a:r>
            <a:r>
              <a:rPr sz="2800" spc="14" dirty="0" smtClean="0">
                <a:latin typeface="Arial"/>
                <a:cs typeface="Arial"/>
              </a:rPr>
              <a:t>r</a:t>
            </a:r>
            <a:r>
              <a:rPr sz="2800" spc="4" dirty="0" smtClean="0">
                <a:latin typeface="Arial"/>
                <a:cs typeface="Arial"/>
              </a:rPr>
              <a:t>a</a:t>
            </a:r>
            <a:r>
              <a:rPr sz="2800" spc="0" dirty="0" smtClean="0">
                <a:latin typeface="Arial"/>
                <a:cs typeface="Arial"/>
              </a:rPr>
              <a:t>.</a:t>
            </a:r>
            <a:endParaRPr sz="28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581289" y="4285277"/>
            <a:ext cx="7999449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4" dirty="0" smtClean="0">
                <a:latin typeface="Arial"/>
                <a:cs typeface="Arial"/>
              </a:rPr>
              <a:t>2</a:t>
            </a:r>
            <a:r>
              <a:rPr sz="2800" spc="0" dirty="0" smtClean="0">
                <a:latin typeface="Arial"/>
                <a:cs typeface="Arial"/>
              </a:rPr>
              <a:t>)</a:t>
            </a:r>
            <a:r>
              <a:rPr sz="2800" spc="160" dirty="0" smtClean="0">
                <a:latin typeface="Arial"/>
                <a:cs typeface="Arial"/>
              </a:rPr>
              <a:t> </a:t>
            </a:r>
            <a:r>
              <a:rPr sz="2800" spc="-4" dirty="0" smtClean="0">
                <a:latin typeface="Arial"/>
                <a:cs typeface="Arial"/>
              </a:rPr>
              <a:t>C</a:t>
            </a:r>
            <a:r>
              <a:rPr sz="2800" spc="4" dirty="0" smtClean="0">
                <a:latin typeface="Arial"/>
                <a:cs typeface="Arial"/>
              </a:rPr>
              <a:t>a</a:t>
            </a:r>
            <a:r>
              <a:rPr sz="2800" spc="0" dirty="0" smtClean="0">
                <a:latin typeface="Arial"/>
                <a:cs typeface="Arial"/>
              </a:rPr>
              <a:t>l</a:t>
            </a:r>
            <a:r>
              <a:rPr sz="2800" spc="4" dirty="0" smtClean="0">
                <a:latin typeface="Arial"/>
                <a:cs typeface="Arial"/>
              </a:rPr>
              <a:t>cu</a:t>
            </a:r>
            <a:r>
              <a:rPr sz="2800" spc="0" dirty="0" smtClean="0">
                <a:latin typeface="Arial"/>
                <a:cs typeface="Arial"/>
              </a:rPr>
              <a:t>l</a:t>
            </a:r>
            <a:r>
              <a:rPr sz="2800" spc="4" dirty="0" smtClean="0">
                <a:latin typeface="Arial"/>
                <a:cs typeface="Arial"/>
              </a:rPr>
              <a:t>a</a:t>
            </a:r>
            <a:r>
              <a:rPr sz="2800" spc="0" dirty="0" smtClean="0">
                <a:latin typeface="Arial"/>
                <a:cs typeface="Arial"/>
              </a:rPr>
              <a:t>r</a:t>
            </a:r>
            <a:r>
              <a:rPr sz="2800" spc="82" dirty="0" smtClean="0">
                <a:latin typeface="Arial"/>
                <a:cs typeface="Arial"/>
              </a:rPr>
              <a:t> </a:t>
            </a:r>
            <a:r>
              <a:rPr sz="2800" spc="0" dirty="0" smtClean="0">
                <a:latin typeface="Arial"/>
                <a:cs typeface="Arial"/>
              </a:rPr>
              <a:t>a</a:t>
            </a:r>
            <a:r>
              <a:rPr sz="2800" spc="169" dirty="0" smtClean="0">
                <a:latin typeface="Arial"/>
                <a:cs typeface="Arial"/>
              </a:rPr>
              <a:t> </a:t>
            </a:r>
            <a:r>
              <a:rPr sz="2800" spc="4" dirty="0" smtClean="0">
                <a:latin typeface="Arial"/>
                <a:cs typeface="Arial"/>
              </a:rPr>
              <a:t>v</a:t>
            </a:r>
            <a:r>
              <a:rPr sz="2800" spc="-9" dirty="0" smtClean="0">
                <a:latin typeface="Arial"/>
                <a:cs typeface="Arial"/>
              </a:rPr>
              <a:t>a</a:t>
            </a:r>
            <a:r>
              <a:rPr sz="2800" spc="4" dirty="0" smtClean="0">
                <a:latin typeface="Arial"/>
                <a:cs typeface="Arial"/>
              </a:rPr>
              <a:t>zã</a:t>
            </a:r>
            <a:r>
              <a:rPr sz="2800" spc="0" dirty="0" smtClean="0">
                <a:latin typeface="Arial"/>
                <a:cs typeface="Arial"/>
              </a:rPr>
              <a:t>o</a:t>
            </a:r>
            <a:r>
              <a:rPr sz="2800" spc="110" dirty="0" smtClean="0">
                <a:latin typeface="Arial"/>
                <a:cs typeface="Arial"/>
              </a:rPr>
              <a:t> </a:t>
            </a:r>
            <a:r>
              <a:rPr sz="2800" spc="4" dirty="0" smtClean="0">
                <a:latin typeface="Arial"/>
                <a:cs typeface="Arial"/>
              </a:rPr>
              <a:t>vo</a:t>
            </a:r>
            <a:r>
              <a:rPr sz="2800" spc="0" dirty="0" smtClean="0">
                <a:latin typeface="Arial"/>
                <a:cs typeface="Arial"/>
              </a:rPr>
              <a:t>l</a:t>
            </a:r>
            <a:r>
              <a:rPr sz="2800" spc="4" dirty="0" smtClean="0">
                <a:latin typeface="Arial"/>
                <a:cs typeface="Arial"/>
              </a:rPr>
              <a:t>u</a:t>
            </a:r>
            <a:r>
              <a:rPr sz="2800" spc="0" dirty="0" smtClean="0">
                <a:latin typeface="Arial"/>
                <a:cs typeface="Arial"/>
              </a:rPr>
              <a:t>m</a:t>
            </a:r>
            <a:r>
              <a:rPr sz="2800" spc="14" dirty="0" smtClean="0">
                <a:latin typeface="Arial"/>
                <a:cs typeface="Arial"/>
              </a:rPr>
              <a:t>é</a:t>
            </a:r>
            <a:r>
              <a:rPr sz="2800" spc="4" dirty="0" smtClean="0">
                <a:latin typeface="Arial"/>
                <a:cs typeface="Arial"/>
              </a:rPr>
              <a:t>tr</a:t>
            </a:r>
            <a:r>
              <a:rPr sz="2800" spc="0" dirty="0" smtClean="0">
                <a:latin typeface="Arial"/>
                <a:cs typeface="Arial"/>
              </a:rPr>
              <a:t>i</a:t>
            </a:r>
            <a:r>
              <a:rPr sz="2800" spc="4" dirty="0" smtClean="0">
                <a:latin typeface="Arial"/>
                <a:cs typeface="Arial"/>
              </a:rPr>
              <a:t>c</a:t>
            </a:r>
            <a:r>
              <a:rPr sz="2800" spc="0" dirty="0" smtClean="0">
                <a:latin typeface="Arial"/>
                <a:cs typeface="Arial"/>
              </a:rPr>
              <a:t>a</a:t>
            </a:r>
            <a:r>
              <a:rPr sz="2800" spc="56" dirty="0" smtClean="0">
                <a:latin typeface="Arial"/>
                <a:cs typeface="Arial"/>
              </a:rPr>
              <a:t> </a:t>
            </a:r>
            <a:r>
              <a:rPr sz="2800" spc="4" dirty="0" smtClean="0">
                <a:latin typeface="Arial"/>
                <a:cs typeface="Arial"/>
              </a:rPr>
              <a:t>d</a:t>
            </a:r>
            <a:r>
              <a:rPr sz="2800" spc="0" dirty="0" smtClean="0">
                <a:latin typeface="Arial"/>
                <a:cs typeface="Arial"/>
              </a:rPr>
              <a:t>e</a:t>
            </a:r>
            <a:r>
              <a:rPr sz="2800" spc="153" dirty="0" smtClean="0">
                <a:latin typeface="Arial"/>
                <a:cs typeface="Arial"/>
              </a:rPr>
              <a:t> </a:t>
            </a:r>
            <a:r>
              <a:rPr sz="2800" spc="4" dirty="0" smtClean="0">
                <a:latin typeface="Arial"/>
                <a:cs typeface="Arial"/>
              </a:rPr>
              <a:t>u</a:t>
            </a:r>
            <a:r>
              <a:rPr sz="2800" spc="0" dirty="0" smtClean="0">
                <a:latin typeface="Arial"/>
                <a:cs typeface="Arial"/>
              </a:rPr>
              <a:t>m</a:t>
            </a:r>
            <a:r>
              <a:rPr sz="2800" spc="150" dirty="0" smtClean="0">
                <a:latin typeface="Arial"/>
                <a:cs typeface="Arial"/>
              </a:rPr>
              <a:t> </a:t>
            </a:r>
            <a:r>
              <a:rPr sz="2800" spc="4" dirty="0" smtClean="0">
                <a:latin typeface="Arial"/>
                <a:cs typeface="Arial"/>
              </a:rPr>
              <a:t>f</a:t>
            </a:r>
            <a:r>
              <a:rPr sz="2800" spc="0" dirty="0" smtClean="0">
                <a:latin typeface="Arial"/>
                <a:cs typeface="Arial"/>
              </a:rPr>
              <a:t>l</a:t>
            </a:r>
            <a:r>
              <a:rPr sz="2800" spc="4" dirty="0" smtClean="0">
                <a:latin typeface="Arial"/>
                <a:cs typeface="Arial"/>
              </a:rPr>
              <a:t>u</a:t>
            </a:r>
            <a:r>
              <a:rPr sz="2800" spc="0" dirty="0" smtClean="0">
                <a:latin typeface="Arial"/>
                <a:cs typeface="Arial"/>
              </a:rPr>
              <a:t>i</a:t>
            </a:r>
            <a:r>
              <a:rPr sz="2800" spc="4" dirty="0" smtClean="0">
                <a:latin typeface="Arial"/>
                <a:cs typeface="Arial"/>
              </a:rPr>
              <a:t>d</a:t>
            </a:r>
            <a:r>
              <a:rPr sz="2800" spc="0" dirty="0" smtClean="0">
                <a:latin typeface="Arial"/>
                <a:cs typeface="Arial"/>
              </a:rPr>
              <a:t>o</a:t>
            </a:r>
            <a:r>
              <a:rPr sz="2800" spc="133" dirty="0" smtClean="0">
                <a:latin typeface="Arial"/>
                <a:cs typeface="Arial"/>
              </a:rPr>
              <a:t> </a:t>
            </a:r>
            <a:r>
              <a:rPr sz="2800" spc="4" dirty="0" smtClean="0">
                <a:latin typeface="Arial"/>
                <a:cs typeface="Arial"/>
              </a:rPr>
              <a:t>qu</a:t>
            </a:r>
            <a:r>
              <a:rPr sz="2800" spc="0" dirty="0" smtClean="0">
                <a:latin typeface="Arial"/>
                <a:cs typeface="Arial"/>
              </a:rPr>
              <a:t>e</a:t>
            </a:r>
            <a:endParaRPr sz="28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238384" y="4357002"/>
            <a:ext cx="277329" cy="2920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245"/>
              </a:lnSpc>
              <a:spcBef>
                <a:spcPts val="112"/>
              </a:spcBef>
            </a:pPr>
            <a:r>
              <a:rPr sz="2100" spc="291" dirty="0" smtClean="0">
                <a:solidFill>
                  <a:srgbClr val="65FF32"/>
                </a:solidFill>
                <a:latin typeface="Arial"/>
                <a:cs typeface="Arial"/>
              </a:rPr>
              <a:t>□</a:t>
            </a:r>
            <a:endParaRPr sz="21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581289" y="4626654"/>
            <a:ext cx="7997933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  <a:tabLst>
                <a:tab pos="1143000" algn="l"/>
                <a:tab pos="1854200" algn="l"/>
                <a:tab pos="2730500" algn="l"/>
                <a:tab pos="4470400" algn="l"/>
                <a:tab pos="5334000" algn="l"/>
                <a:tab pos="6210300" algn="l"/>
              </a:tabLst>
            </a:pPr>
            <a:r>
              <a:rPr sz="2800" spc="4" dirty="0" smtClean="0">
                <a:latin typeface="Arial"/>
                <a:cs typeface="Arial"/>
              </a:rPr>
              <a:t>esco</a:t>
            </a:r>
            <a:r>
              <a:rPr sz="2800" spc="0" dirty="0" smtClean="0">
                <a:latin typeface="Arial"/>
                <a:cs typeface="Arial"/>
              </a:rPr>
              <a:t>a	</a:t>
            </a:r>
            <a:r>
              <a:rPr sz="2800" spc="4" dirty="0" smtClean="0">
                <a:latin typeface="Arial"/>
                <a:cs typeface="Arial"/>
              </a:rPr>
              <a:t>po</a:t>
            </a:r>
            <a:r>
              <a:rPr sz="2800" spc="0" dirty="0" smtClean="0">
                <a:latin typeface="Arial"/>
                <a:cs typeface="Arial"/>
              </a:rPr>
              <a:t>r	</a:t>
            </a:r>
            <a:r>
              <a:rPr sz="2800" spc="4" dirty="0" smtClean="0">
                <a:latin typeface="Arial"/>
                <a:cs typeface="Arial"/>
              </a:rPr>
              <a:t>u</a:t>
            </a:r>
            <a:r>
              <a:rPr sz="2800" spc="0" dirty="0" smtClean="0">
                <a:latin typeface="Arial"/>
                <a:cs typeface="Arial"/>
              </a:rPr>
              <a:t>ma	</a:t>
            </a:r>
            <a:r>
              <a:rPr sz="2800" spc="4" dirty="0" smtClean="0">
                <a:latin typeface="Arial"/>
                <a:cs typeface="Arial"/>
              </a:rPr>
              <a:t>t</a:t>
            </a:r>
            <a:r>
              <a:rPr sz="2800" spc="14" dirty="0" smtClean="0">
                <a:latin typeface="Arial"/>
                <a:cs typeface="Arial"/>
              </a:rPr>
              <a:t>u</a:t>
            </a:r>
            <a:r>
              <a:rPr sz="2800" spc="4" dirty="0" smtClean="0">
                <a:latin typeface="Arial"/>
                <a:cs typeface="Arial"/>
              </a:rPr>
              <a:t>bu</a:t>
            </a:r>
            <a:r>
              <a:rPr sz="2800" spc="0" dirty="0" smtClean="0">
                <a:latin typeface="Arial"/>
                <a:cs typeface="Arial"/>
              </a:rPr>
              <a:t>l</a:t>
            </a:r>
            <a:r>
              <a:rPr sz="2800" spc="4" dirty="0" smtClean="0">
                <a:latin typeface="Arial"/>
                <a:cs typeface="Arial"/>
              </a:rPr>
              <a:t>açã</a:t>
            </a:r>
            <a:r>
              <a:rPr sz="2800" spc="0" dirty="0" smtClean="0">
                <a:latin typeface="Arial"/>
                <a:cs typeface="Arial"/>
              </a:rPr>
              <a:t>o	</a:t>
            </a:r>
            <a:r>
              <a:rPr sz="2800" spc="4" dirty="0" smtClean="0">
                <a:latin typeface="Arial"/>
                <a:cs typeface="Arial"/>
              </a:rPr>
              <a:t>co</a:t>
            </a:r>
            <a:r>
              <a:rPr sz="2800" spc="0" dirty="0" smtClean="0">
                <a:latin typeface="Arial"/>
                <a:cs typeface="Arial"/>
              </a:rPr>
              <a:t>m	</a:t>
            </a:r>
            <a:r>
              <a:rPr sz="2800" spc="14" dirty="0" smtClean="0">
                <a:latin typeface="Arial"/>
                <a:cs typeface="Arial"/>
              </a:rPr>
              <a:t>u</a:t>
            </a:r>
            <a:r>
              <a:rPr sz="2800" spc="0" dirty="0" smtClean="0">
                <a:latin typeface="Arial"/>
                <a:cs typeface="Arial"/>
              </a:rPr>
              <a:t>ma	</a:t>
            </a:r>
            <a:r>
              <a:rPr sz="2800" spc="4" dirty="0" smtClean="0">
                <a:latin typeface="Arial"/>
                <a:cs typeface="Arial"/>
              </a:rPr>
              <a:t>ve</a:t>
            </a:r>
            <a:r>
              <a:rPr sz="2800" spc="0" dirty="0" smtClean="0">
                <a:latin typeface="Arial"/>
                <a:cs typeface="Arial"/>
              </a:rPr>
              <a:t>l</a:t>
            </a:r>
            <a:r>
              <a:rPr sz="2800" spc="4" dirty="0" smtClean="0">
                <a:latin typeface="Arial"/>
                <a:cs typeface="Arial"/>
              </a:rPr>
              <a:t>oc</a:t>
            </a:r>
            <a:r>
              <a:rPr sz="2800" spc="0" dirty="0" smtClean="0">
                <a:latin typeface="Arial"/>
                <a:cs typeface="Arial"/>
              </a:rPr>
              <a:t>i</a:t>
            </a:r>
            <a:r>
              <a:rPr sz="2800" spc="4" dirty="0" smtClean="0">
                <a:latin typeface="Arial"/>
                <a:cs typeface="Arial"/>
              </a:rPr>
              <a:t>dad</a:t>
            </a:r>
            <a:r>
              <a:rPr sz="2800" spc="0" dirty="0" smtClean="0">
                <a:latin typeface="Arial"/>
                <a:cs typeface="Arial"/>
              </a:rPr>
              <a:t>e</a:t>
            </a:r>
            <a:endParaRPr sz="28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581289" y="4968029"/>
            <a:ext cx="1059927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0" dirty="0" smtClean="0">
                <a:latin typeface="Arial"/>
                <a:cs typeface="Arial"/>
              </a:rPr>
              <a:t>m</a:t>
            </a:r>
            <a:r>
              <a:rPr sz="2800" spc="4" dirty="0" smtClean="0">
                <a:latin typeface="Arial"/>
                <a:cs typeface="Arial"/>
              </a:rPr>
              <a:t>éd</a:t>
            </a:r>
            <a:r>
              <a:rPr sz="2800" spc="0" dirty="0" smtClean="0">
                <a:latin typeface="Arial"/>
                <a:cs typeface="Arial"/>
              </a:rPr>
              <a:t>ia</a:t>
            </a:r>
            <a:endParaRPr sz="28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742407" y="4968029"/>
            <a:ext cx="4091133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  <a:tabLst>
                <a:tab pos="596900" algn="l"/>
                <a:tab pos="1282700" algn="l"/>
                <a:tab pos="2146300" algn="l"/>
              </a:tabLst>
            </a:pPr>
            <a:r>
              <a:rPr sz="2800" spc="4" dirty="0" smtClean="0">
                <a:latin typeface="Arial"/>
                <a:cs typeface="Arial"/>
              </a:rPr>
              <a:t>d</a:t>
            </a:r>
            <a:r>
              <a:rPr sz="2800" spc="0" dirty="0" smtClean="0">
                <a:latin typeface="Arial"/>
                <a:cs typeface="Arial"/>
              </a:rPr>
              <a:t>e	</a:t>
            </a:r>
            <a:r>
              <a:rPr sz="2800" spc="4" dirty="0" smtClean="0">
                <a:latin typeface="Arial"/>
                <a:cs typeface="Arial"/>
              </a:rPr>
              <a:t>1,</a:t>
            </a:r>
            <a:r>
              <a:rPr sz="2800" spc="0" dirty="0" smtClean="0">
                <a:latin typeface="Arial"/>
                <a:cs typeface="Arial"/>
              </a:rPr>
              <a:t>4	m</a:t>
            </a:r>
            <a:r>
              <a:rPr sz="2800" spc="4" dirty="0" smtClean="0">
                <a:latin typeface="Arial"/>
                <a:cs typeface="Arial"/>
              </a:rPr>
              <a:t>/s</a:t>
            </a:r>
            <a:r>
              <a:rPr sz="2800" spc="0" dirty="0" smtClean="0">
                <a:latin typeface="Arial"/>
                <a:cs typeface="Arial"/>
              </a:rPr>
              <a:t>,	</a:t>
            </a:r>
            <a:r>
              <a:rPr sz="2800" spc="4" dirty="0" smtClean="0">
                <a:latin typeface="Arial"/>
                <a:cs typeface="Arial"/>
              </a:rPr>
              <a:t>sabend</a:t>
            </a:r>
            <a:r>
              <a:rPr sz="2800" spc="14" dirty="0" smtClean="0">
                <a:latin typeface="Arial"/>
                <a:cs typeface="Arial"/>
              </a:rPr>
              <a:t>o</a:t>
            </a:r>
            <a:r>
              <a:rPr sz="2800" spc="4" dirty="0" smtClean="0">
                <a:latin typeface="Arial"/>
                <a:cs typeface="Arial"/>
              </a:rPr>
              <a:t>-s</a:t>
            </a:r>
            <a:r>
              <a:rPr sz="2800" spc="0" dirty="0" smtClean="0">
                <a:latin typeface="Arial"/>
                <a:cs typeface="Arial"/>
              </a:rPr>
              <a:t>e</a:t>
            </a:r>
            <a:endParaRPr sz="28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931683" y="4968029"/>
            <a:ext cx="2649359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  <a:tabLst>
                <a:tab pos="787400" algn="l"/>
                <a:tab pos="1181100" algn="l"/>
              </a:tabLst>
            </a:pPr>
            <a:r>
              <a:rPr sz="2800" spc="4" dirty="0" smtClean="0">
                <a:latin typeface="Arial"/>
                <a:cs typeface="Arial"/>
              </a:rPr>
              <a:t>qu</a:t>
            </a:r>
            <a:r>
              <a:rPr sz="2800" spc="0" dirty="0" smtClean="0">
                <a:latin typeface="Arial"/>
                <a:cs typeface="Arial"/>
              </a:rPr>
              <a:t>e	o	</a:t>
            </a:r>
            <a:r>
              <a:rPr sz="2800" spc="4" dirty="0" smtClean="0">
                <a:latin typeface="Arial"/>
                <a:cs typeface="Arial"/>
              </a:rPr>
              <a:t>d</a:t>
            </a:r>
            <a:r>
              <a:rPr sz="2800" spc="0" dirty="0" smtClean="0">
                <a:latin typeface="Arial"/>
                <a:cs typeface="Arial"/>
              </a:rPr>
              <a:t>i</a:t>
            </a:r>
            <a:r>
              <a:rPr sz="2800" spc="4" dirty="0" smtClean="0">
                <a:latin typeface="Arial"/>
                <a:cs typeface="Arial"/>
              </a:rPr>
              <a:t>â</a:t>
            </a:r>
            <a:r>
              <a:rPr sz="2800" spc="9" dirty="0" smtClean="0">
                <a:latin typeface="Arial"/>
                <a:cs typeface="Arial"/>
              </a:rPr>
              <a:t>m</a:t>
            </a:r>
            <a:r>
              <a:rPr sz="2800" spc="4" dirty="0" smtClean="0">
                <a:latin typeface="Arial"/>
                <a:cs typeface="Arial"/>
              </a:rPr>
              <a:t>etr</a:t>
            </a:r>
            <a:r>
              <a:rPr sz="2800" spc="0" dirty="0" smtClean="0">
                <a:latin typeface="Arial"/>
                <a:cs typeface="Arial"/>
              </a:rPr>
              <a:t>o</a:t>
            </a:r>
            <a:endParaRPr sz="28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581289" y="5309405"/>
            <a:ext cx="7182729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0" dirty="0" smtClean="0">
                <a:latin typeface="Arial"/>
                <a:cs typeface="Arial"/>
              </a:rPr>
              <a:t>i</a:t>
            </a:r>
            <a:r>
              <a:rPr sz="2800" spc="4" dirty="0" smtClean="0">
                <a:latin typeface="Arial"/>
                <a:cs typeface="Arial"/>
              </a:rPr>
              <a:t>ntern</a:t>
            </a:r>
            <a:r>
              <a:rPr sz="2800" spc="0" dirty="0" smtClean="0">
                <a:latin typeface="Arial"/>
                <a:cs typeface="Arial"/>
              </a:rPr>
              <a:t>o</a:t>
            </a:r>
            <a:r>
              <a:rPr sz="2800" spc="-85" dirty="0" smtClean="0">
                <a:latin typeface="Arial"/>
                <a:cs typeface="Arial"/>
              </a:rPr>
              <a:t> </a:t>
            </a:r>
            <a:r>
              <a:rPr sz="2800" spc="4" dirty="0" smtClean="0">
                <a:latin typeface="Arial"/>
                <a:cs typeface="Arial"/>
              </a:rPr>
              <a:t>d</a:t>
            </a:r>
            <a:r>
              <a:rPr sz="2800" spc="0" dirty="0" smtClean="0">
                <a:latin typeface="Arial"/>
                <a:cs typeface="Arial"/>
              </a:rPr>
              <a:t>a</a:t>
            </a:r>
            <a:r>
              <a:rPr sz="2800" spc="-31" dirty="0" smtClean="0">
                <a:latin typeface="Arial"/>
                <a:cs typeface="Arial"/>
              </a:rPr>
              <a:t> </a:t>
            </a:r>
            <a:r>
              <a:rPr sz="2800" spc="4" dirty="0" smtClean="0">
                <a:latin typeface="Arial"/>
                <a:cs typeface="Arial"/>
              </a:rPr>
              <a:t>seçã</a:t>
            </a:r>
            <a:r>
              <a:rPr sz="2800" spc="0" dirty="0" smtClean="0">
                <a:latin typeface="Arial"/>
                <a:cs typeface="Arial"/>
              </a:rPr>
              <a:t>o</a:t>
            </a:r>
            <a:r>
              <a:rPr sz="2800" spc="-74" dirty="0" smtClean="0">
                <a:latin typeface="Arial"/>
                <a:cs typeface="Arial"/>
              </a:rPr>
              <a:t> </a:t>
            </a:r>
            <a:r>
              <a:rPr sz="2800" spc="4" dirty="0" smtClean="0">
                <a:latin typeface="Arial"/>
                <a:cs typeface="Arial"/>
              </a:rPr>
              <a:t>d</a:t>
            </a:r>
            <a:r>
              <a:rPr sz="2800" spc="0" dirty="0" smtClean="0">
                <a:latin typeface="Arial"/>
                <a:cs typeface="Arial"/>
              </a:rPr>
              <a:t>a</a:t>
            </a:r>
            <a:r>
              <a:rPr sz="2800" spc="-31" dirty="0" smtClean="0">
                <a:latin typeface="Arial"/>
                <a:cs typeface="Arial"/>
              </a:rPr>
              <a:t> </a:t>
            </a:r>
            <a:r>
              <a:rPr sz="2800" spc="4" dirty="0" smtClean="0">
                <a:latin typeface="Arial"/>
                <a:cs typeface="Arial"/>
              </a:rPr>
              <a:t>tubu</a:t>
            </a:r>
            <a:r>
              <a:rPr sz="2800" spc="0" dirty="0" smtClean="0">
                <a:latin typeface="Arial"/>
                <a:cs typeface="Arial"/>
              </a:rPr>
              <a:t>l</a:t>
            </a:r>
            <a:r>
              <a:rPr sz="2800" spc="4" dirty="0" smtClean="0">
                <a:latin typeface="Arial"/>
                <a:cs typeface="Arial"/>
              </a:rPr>
              <a:t>açã</a:t>
            </a:r>
            <a:r>
              <a:rPr sz="2800" spc="0" dirty="0" smtClean="0">
                <a:latin typeface="Arial"/>
                <a:cs typeface="Arial"/>
              </a:rPr>
              <a:t>o</a:t>
            </a:r>
            <a:r>
              <a:rPr sz="2800" spc="-121" dirty="0" smtClean="0">
                <a:latin typeface="Arial"/>
                <a:cs typeface="Arial"/>
              </a:rPr>
              <a:t> </a:t>
            </a:r>
            <a:r>
              <a:rPr sz="2800" spc="0" dirty="0" smtClean="0">
                <a:latin typeface="Arial"/>
                <a:cs typeface="Arial"/>
              </a:rPr>
              <a:t>é</a:t>
            </a:r>
            <a:r>
              <a:rPr sz="2800" spc="-15" dirty="0" smtClean="0">
                <a:latin typeface="Arial"/>
                <a:cs typeface="Arial"/>
              </a:rPr>
              <a:t> </a:t>
            </a:r>
            <a:r>
              <a:rPr sz="2800" spc="0" dirty="0" smtClean="0">
                <a:latin typeface="Arial"/>
                <a:cs typeface="Arial"/>
              </a:rPr>
              <a:t>i</a:t>
            </a:r>
            <a:r>
              <a:rPr sz="2800" spc="4" dirty="0" smtClean="0">
                <a:latin typeface="Arial"/>
                <a:cs typeface="Arial"/>
              </a:rPr>
              <a:t>gua</a:t>
            </a:r>
            <a:r>
              <a:rPr sz="2800" spc="0" dirty="0" smtClean="0">
                <a:latin typeface="Arial"/>
                <a:cs typeface="Arial"/>
              </a:rPr>
              <a:t>l</a:t>
            </a:r>
            <a:r>
              <a:rPr sz="2800" spc="-44" dirty="0" smtClean="0">
                <a:latin typeface="Arial"/>
                <a:cs typeface="Arial"/>
              </a:rPr>
              <a:t> </a:t>
            </a:r>
            <a:r>
              <a:rPr sz="2800" spc="0" dirty="0" smtClean="0">
                <a:latin typeface="Arial"/>
                <a:cs typeface="Arial"/>
              </a:rPr>
              <a:t>a</a:t>
            </a:r>
            <a:r>
              <a:rPr sz="2800" spc="-15" dirty="0" smtClean="0">
                <a:latin typeface="Arial"/>
                <a:cs typeface="Arial"/>
              </a:rPr>
              <a:t> </a:t>
            </a:r>
            <a:r>
              <a:rPr sz="2800" spc="4" dirty="0" smtClean="0">
                <a:latin typeface="Arial"/>
                <a:cs typeface="Arial"/>
              </a:rPr>
              <a:t>5c</a:t>
            </a:r>
            <a:r>
              <a:rPr sz="2800" spc="0" dirty="0" smtClean="0">
                <a:latin typeface="Arial"/>
                <a:cs typeface="Arial"/>
              </a:rPr>
              <a:t>m.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12"/>
          <p:cNvSpPr txBox="1"/>
          <p:nvPr/>
        </p:nvSpPr>
        <p:spPr>
          <a:xfrm>
            <a:off x="1310017" y="1034143"/>
            <a:ext cx="4780730" cy="4825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779"/>
              </a:lnSpc>
              <a:spcBef>
                <a:spcPts val="189"/>
              </a:spcBef>
            </a:pPr>
            <a:r>
              <a:rPr sz="3600" spc="192" dirty="0" smtClean="0">
                <a:solidFill>
                  <a:srgbClr val="00CC65"/>
                </a:solidFill>
                <a:latin typeface="Arial"/>
                <a:cs typeface="Arial"/>
              </a:rPr>
              <a:t>E</a:t>
            </a:r>
            <a:r>
              <a:rPr sz="3600" spc="143" dirty="0" smtClean="0">
                <a:solidFill>
                  <a:srgbClr val="00CC65"/>
                </a:solidFill>
                <a:latin typeface="Arial"/>
                <a:cs typeface="Arial"/>
              </a:rPr>
              <a:t>x</a:t>
            </a:r>
            <a:r>
              <a:rPr sz="3600" spc="160" dirty="0" smtClean="0">
                <a:solidFill>
                  <a:srgbClr val="00CC65"/>
                </a:solidFill>
                <a:latin typeface="Arial"/>
                <a:cs typeface="Arial"/>
              </a:rPr>
              <a:t>e</a:t>
            </a:r>
            <a:r>
              <a:rPr sz="3600" spc="95" dirty="0" smtClean="0">
                <a:solidFill>
                  <a:srgbClr val="00CC65"/>
                </a:solidFill>
                <a:latin typeface="Arial"/>
                <a:cs typeface="Arial"/>
              </a:rPr>
              <a:t>r</a:t>
            </a:r>
            <a:r>
              <a:rPr sz="3600" spc="143" dirty="0" smtClean="0">
                <a:solidFill>
                  <a:srgbClr val="00CC65"/>
                </a:solidFill>
                <a:latin typeface="Arial"/>
                <a:cs typeface="Arial"/>
              </a:rPr>
              <a:t>c</a:t>
            </a:r>
            <a:r>
              <a:rPr sz="3600" spc="63" dirty="0" smtClean="0">
                <a:solidFill>
                  <a:srgbClr val="00CC65"/>
                </a:solidFill>
                <a:latin typeface="Arial"/>
                <a:cs typeface="Arial"/>
              </a:rPr>
              <a:t>í</a:t>
            </a:r>
            <a:r>
              <a:rPr sz="3600" spc="143" dirty="0" smtClean="0">
                <a:solidFill>
                  <a:srgbClr val="00CC65"/>
                </a:solidFill>
                <a:latin typeface="Arial"/>
                <a:cs typeface="Arial"/>
              </a:rPr>
              <a:t>c</a:t>
            </a:r>
            <a:r>
              <a:rPr sz="3600" spc="58" dirty="0" smtClean="0">
                <a:solidFill>
                  <a:srgbClr val="00CC65"/>
                </a:solidFill>
                <a:latin typeface="Arial"/>
                <a:cs typeface="Arial"/>
              </a:rPr>
              <a:t>i</a:t>
            </a:r>
            <a:r>
              <a:rPr sz="3600" spc="154" dirty="0" smtClean="0">
                <a:solidFill>
                  <a:srgbClr val="00CC65"/>
                </a:solidFill>
                <a:latin typeface="Arial"/>
                <a:cs typeface="Arial"/>
              </a:rPr>
              <a:t>o</a:t>
            </a:r>
            <a:r>
              <a:rPr sz="3600" spc="143" dirty="0" smtClean="0">
                <a:solidFill>
                  <a:srgbClr val="00CC65"/>
                </a:solidFill>
                <a:latin typeface="Arial"/>
                <a:cs typeface="Arial"/>
              </a:rPr>
              <a:t>s</a:t>
            </a:r>
            <a:r>
              <a:rPr sz="3600" spc="27" dirty="0" smtClean="0">
                <a:solidFill>
                  <a:srgbClr val="00CC65"/>
                </a:solidFill>
                <a:latin typeface="Arial"/>
                <a:cs typeface="Arial"/>
              </a:rPr>
              <a:t> </a:t>
            </a:r>
            <a:r>
              <a:rPr sz="3600" spc="0" dirty="0" smtClean="0">
                <a:solidFill>
                  <a:srgbClr val="00CC65"/>
                </a:solidFill>
                <a:latin typeface="Arial"/>
                <a:cs typeface="Arial"/>
              </a:rPr>
              <a:t>P</a:t>
            </a:r>
            <a:r>
              <a:rPr sz="3600" spc="191" dirty="0" smtClean="0">
                <a:solidFill>
                  <a:srgbClr val="00CC65"/>
                </a:solidFill>
                <a:latin typeface="Arial"/>
                <a:cs typeface="Arial"/>
              </a:rPr>
              <a:t>r</a:t>
            </a:r>
            <a:r>
              <a:rPr sz="3600" spc="175" dirty="0" smtClean="0">
                <a:solidFill>
                  <a:srgbClr val="00CC65"/>
                </a:solidFill>
                <a:latin typeface="Arial"/>
                <a:cs typeface="Arial"/>
              </a:rPr>
              <a:t>opo</a:t>
            </a:r>
            <a:r>
              <a:rPr sz="3600" spc="197" dirty="0" smtClean="0">
                <a:solidFill>
                  <a:srgbClr val="00CC65"/>
                </a:solidFill>
                <a:latin typeface="Arial"/>
                <a:cs typeface="Arial"/>
              </a:rPr>
              <a:t>s</a:t>
            </a:r>
            <a:r>
              <a:rPr sz="3600" spc="190" dirty="0" smtClean="0">
                <a:solidFill>
                  <a:srgbClr val="00CC65"/>
                </a:solidFill>
                <a:latin typeface="Arial"/>
                <a:cs typeface="Arial"/>
              </a:rPr>
              <a:t>to</a:t>
            </a:r>
            <a:r>
              <a:rPr sz="3600" spc="197" dirty="0" smtClean="0">
                <a:solidFill>
                  <a:srgbClr val="00CC65"/>
                </a:solidFill>
                <a:latin typeface="Arial"/>
                <a:cs typeface="Arial"/>
              </a:rPr>
              <a:t>s</a:t>
            </a:r>
            <a:endParaRPr sz="36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581289" y="1643395"/>
            <a:ext cx="7978525" cy="76911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indent="0" algn="just">
              <a:lnSpc>
                <a:spcPts val="2299"/>
              </a:lnSpc>
              <a:spcBef>
                <a:spcPts val="150"/>
              </a:spcBef>
            </a:pPr>
            <a:r>
              <a:rPr sz="2000" spc="0" dirty="0" smtClean="0">
                <a:latin typeface="Arial"/>
                <a:cs typeface="Arial"/>
              </a:rPr>
              <a:t>3)</a:t>
            </a:r>
            <a:r>
              <a:rPr sz="2000" spc="15" dirty="0" smtClean="0">
                <a:latin typeface="Arial"/>
                <a:cs typeface="Arial"/>
              </a:rPr>
              <a:t> </a:t>
            </a:r>
            <a:r>
              <a:rPr sz="2000" spc="4" dirty="0" smtClean="0">
                <a:latin typeface="Arial"/>
                <a:cs typeface="Arial"/>
              </a:rPr>
              <a:t>C</a:t>
            </a:r>
            <a:r>
              <a:rPr sz="2000" spc="0" dirty="0" smtClean="0">
                <a:latin typeface="Arial"/>
                <a:cs typeface="Arial"/>
              </a:rPr>
              <a:t>a</a:t>
            </a:r>
            <a:r>
              <a:rPr sz="2000" spc="-14" dirty="0" smtClean="0">
                <a:latin typeface="Arial"/>
                <a:cs typeface="Arial"/>
              </a:rPr>
              <a:t>l</a:t>
            </a:r>
            <a:r>
              <a:rPr sz="2000" spc="4" dirty="0" smtClean="0">
                <a:latin typeface="Arial"/>
                <a:cs typeface="Arial"/>
              </a:rPr>
              <a:t>c</a:t>
            </a:r>
            <a:r>
              <a:rPr sz="2000" spc="0" dirty="0" smtClean="0">
                <a:latin typeface="Arial"/>
                <a:cs typeface="Arial"/>
              </a:rPr>
              <a:t>ular</a:t>
            </a:r>
            <a:r>
              <a:rPr sz="2000" spc="5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o </a:t>
            </a:r>
            <a:r>
              <a:rPr sz="2000" spc="-4" dirty="0" smtClean="0">
                <a:latin typeface="Arial"/>
                <a:cs typeface="Arial"/>
              </a:rPr>
              <a:t>v</a:t>
            </a:r>
            <a:r>
              <a:rPr sz="2000" spc="0" dirty="0" smtClean="0">
                <a:latin typeface="Arial"/>
                <a:cs typeface="Arial"/>
              </a:rPr>
              <a:t>olume</a:t>
            </a:r>
            <a:r>
              <a:rPr sz="2000" spc="10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de</a:t>
            </a:r>
            <a:r>
              <a:rPr sz="2000" spc="10" dirty="0" smtClean="0">
                <a:latin typeface="Arial"/>
                <a:cs typeface="Arial"/>
              </a:rPr>
              <a:t> </a:t>
            </a:r>
            <a:r>
              <a:rPr sz="2000" spc="-9" dirty="0" smtClean="0">
                <a:latin typeface="Arial"/>
                <a:cs typeface="Arial"/>
              </a:rPr>
              <a:t>u</a:t>
            </a:r>
            <a:r>
              <a:rPr sz="2000" spc="0" dirty="0" smtClean="0">
                <a:latin typeface="Arial"/>
                <a:cs typeface="Arial"/>
              </a:rPr>
              <a:t>m</a:t>
            </a:r>
            <a:r>
              <a:rPr sz="2000" spc="10" dirty="0" smtClean="0">
                <a:latin typeface="Arial"/>
                <a:cs typeface="Arial"/>
              </a:rPr>
              <a:t> </a:t>
            </a:r>
            <a:r>
              <a:rPr sz="2000" spc="4" dirty="0" smtClean="0">
                <a:latin typeface="Arial"/>
                <a:cs typeface="Arial"/>
              </a:rPr>
              <a:t>r</a:t>
            </a:r>
            <a:r>
              <a:rPr sz="2000" spc="-9" dirty="0" smtClean="0">
                <a:latin typeface="Arial"/>
                <a:cs typeface="Arial"/>
              </a:rPr>
              <a:t>e</a:t>
            </a:r>
            <a:r>
              <a:rPr sz="2000" spc="4" dirty="0" smtClean="0">
                <a:latin typeface="Arial"/>
                <a:cs typeface="Arial"/>
              </a:rPr>
              <a:t>s</a:t>
            </a:r>
            <a:r>
              <a:rPr sz="2000" spc="-9" dirty="0" smtClean="0">
                <a:latin typeface="Arial"/>
                <a:cs typeface="Arial"/>
              </a:rPr>
              <a:t>e</a:t>
            </a:r>
            <a:r>
              <a:rPr sz="2000" spc="4" dirty="0" smtClean="0">
                <a:latin typeface="Arial"/>
                <a:cs typeface="Arial"/>
              </a:rPr>
              <a:t>r</a:t>
            </a:r>
            <a:r>
              <a:rPr sz="2000" spc="-4" dirty="0" smtClean="0">
                <a:latin typeface="Arial"/>
                <a:cs typeface="Arial"/>
              </a:rPr>
              <a:t>v</a:t>
            </a:r>
            <a:r>
              <a:rPr sz="2000" spc="0" dirty="0" smtClean="0">
                <a:latin typeface="Arial"/>
                <a:cs typeface="Arial"/>
              </a:rPr>
              <a:t>a</a:t>
            </a:r>
            <a:r>
              <a:rPr sz="2000" spc="-14" dirty="0" smtClean="0">
                <a:latin typeface="Arial"/>
                <a:cs typeface="Arial"/>
              </a:rPr>
              <a:t>t</a:t>
            </a:r>
            <a:r>
              <a:rPr sz="2000" spc="0" dirty="0" smtClean="0">
                <a:latin typeface="Arial"/>
                <a:cs typeface="Arial"/>
              </a:rPr>
              <a:t>ó</a:t>
            </a:r>
            <a:r>
              <a:rPr sz="2000" spc="4" dirty="0" smtClean="0">
                <a:latin typeface="Arial"/>
                <a:cs typeface="Arial"/>
              </a:rPr>
              <a:t>r</a:t>
            </a:r>
            <a:r>
              <a:rPr sz="2000" spc="-14" dirty="0" smtClean="0">
                <a:latin typeface="Arial"/>
                <a:cs typeface="Arial"/>
              </a:rPr>
              <a:t>i</a:t>
            </a:r>
            <a:r>
              <a:rPr sz="2000" spc="0" dirty="0" smtClean="0">
                <a:latin typeface="Arial"/>
                <a:cs typeface="Arial"/>
              </a:rPr>
              <a:t>o,</a:t>
            </a:r>
            <a:r>
              <a:rPr sz="2000" spc="5" dirty="0" smtClean="0">
                <a:latin typeface="Arial"/>
                <a:cs typeface="Arial"/>
              </a:rPr>
              <a:t> </a:t>
            </a:r>
            <a:r>
              <a:rPr sz="2000" spc="4" dirty="0" smtClean="0">
                <a:latin typeface="Arial"/>
                <a:cs typeface="Arial"/>
              </a:rPr>
              <a:t>s</a:t>
            </a:r>
            <a:r>
              <a:rPr sz="2000" spc="-9" dirty="0" smtClean="0">
                <a:latin typeface="Arial"/>
                <a:cs typeface="Arial"/>
              </a:rPr>
              <a:t>a</a:t>
            </a:r>
            <a:r>
              <a:rPr sz="2000" spc="0" dirty="0" smtClean="0">
                <a:latin typeface="Arial"/>
                <a:cs typeface="Arial"/>
              </a:rPr>
              <a:t>ben</a:t>
            </a:r>
            <a:r>
              <a:rPr sz="2000" spc="-9" dirty="0" smtClean="0">
                <a:latin typeface="Arial"/>
                <a:cs typeface="Arial"/>
              </a:rPr>
              <a:t>do</a:t>
            </a:r>
            <a:r>
              <a:rPr sz="2000" spc="4" dirty="0" smtClean="0">
                <a:latin typeface="Arial"/>
                <a:cs typeface="Arial"/>
              </a:rPr>
              <a:t>-</a:t>
            </a:r>
            <a:r>
              <a:rPr sz="2000" spc="-4" dirty="0" smtClean="0">
                <a:latin typeface="Arial"/>
                <a:cs typeface="Arial"/>
              </a:rPr>
              <a:t>s</a:t>
            </a:r>
            <a:r>
              <a:rPr sz="2000" spc="0" dirty="0" smtClean="0">
                <a:latin typeface="Arial"/>
                <a:cs typeface="Arial"/>
              </a:rPr>
              <a:t>e</a:t>
            </a:r>
            <a:r>
              <a:rPr sz="2000" spc="15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que</a:t>
            </a:r>
            <a:r>
              <a:rPr sz="2000" spc="9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a</a:t>
            </a:r>
            <a:r>
              <a:rPr sz="2000" spc="9" dirty="0" smtClean="0">
                <a:latin typeface="Arial"/>
                <a:cs typeface="Arial"/>
              </a:rPr>
              <a:t> </a:t>
            </a:r>
            <a:r>
              <a:rPr sz="2000" spc="-4" dirty="0" smtClean="0">
                <a:latin typeface="Arial"/>
                <a:cs typeface="Arial"/>
              </a:rPr>
              <a:t>v</a:t>
            </a:r>
            <a:r>
              <a:rPr sz="2000" spc="-9" dirty="0" smtClean="0">
                <a:latin typeface="Arial"/>
                <a:cs typeface="Arial"/>
              </a:rPr>
              <a:t>a</a:t>
            </a:r>
            <a:r>
              <a:rPr sz="2000" spc="4" dirty="0" smtClean="0">
                <a:latin typeface="Arial"/>
                <a:cs typeface="Arial"/>
              </a:rPr>
              <a:t>z</a:t>
            </a:r>
            <a:r>
              <a:rPr sz="2000" spc="-9" dirty="0" smtClean="0">
                <a:latin typeface="Arial"/>
                <a:cs typeface="Arial"/>
              </a:rPr>
              <a:t>ã</a:t>
            </a:r>
            <a:r>
              <a:rPr sz="2000" spc="0" dirty="0" smtClean="0">
                <a:latin typeface="Arial"/>
                <a:cs typeface="Arial"/>
              </a:rPr>
              <a:t>o</a:t>
            </a:r>
            <a:r>
              <a:rPr sz="2000" spc="24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de </a:t>
            </a:r>
            <a:endParaRPr sz="2000">
              <a:latin typeface="Arial"/>
              <a:cs typeface="Arial"/>
            </a:endParaRPr>
          </a:p>
          <a:p>
            <a:pPr marL="12700" algn="just">
              <a:lnSpc>
                <a:spcPts val="1924"/>
              </a:lnSpc>
            </a:pPr>
            <a:r>
              <a:rPr sz="2000" spc="0" dirty="0" smtClean="0">
                <a:latin typeface="Arial"/>
                <a:cs typeface="Arial"/>
              </a:rPr>
              <a:t>e</a:t>
            </a:r>
            <a:r>
              <a:rPr sz="2000" spc="-4" dirty="0" smtClean="0">
                <a:latin typeface="Arial"/>
                <a:cs typeface="Arial"/>
              </a:rPr>
              <a:t>s</a:t>
            </a:r>
            <a:r>
              <a:rPr sz="2000" spc="4" dirty="0" smtClean="0">
                <a:latin typeface="Arial"/>
                <a:cs typeface="Arial"/>
              </a:rPr>
              <a:t>c</a:t>
            </a:r>
            <a:r>
              <a:rPr sz="2000" spc="0" dirty="0" smtClean="0">
                <a:latin typeface="Arial"/>
                <a:cs typeface="Arial"/>
              </a:rPr>
              <a:t>o</a:t>
            </a:r>
            <a:r>
              <a:rPr sz="2000" spc="-9" dirty="0" smtClean="0">
                <a:latin typeface="Arial"/>
                <a:cs typeface="Arial"/>
              </a:rPr>
              <a:t>a</a:t>
            </a:r>
            <a:r>
              <a:rPr sz="2000" spc="0" dirty="0" smtClean="0">
                <a:latin typeface="Arial"/>
                <a:cs typeface="Arial"/>
              </a:rPr>
              <a:t>men</a:t>
            </a:r>
            <a:r>
              <a:rPr sz="2000" spc="-14" dirty="0" smtClean="0">
                <a:latin typeface="Arial"/>
                <a:cs typeface="Arial"/>
              </a:rPr>
              <a:t>t</a:t>
            </a:r>
            <a:r>
              <a:rPr sz="2000" spc="0" dirty="0" smtClean="0">
                <a:latin typeface="Arial"/>
                <a:cs typeface="Arial"/>
              </a:rPr>
              <a:t>o</a:t>
            </a:r>
            <a:r>
              <a:rPr sz="2000" spc="4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de</a:t>
            </a:r>
            <a:r>
              <a:rPr sz="2000" spc="4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um l</a:t>
            </a:r>
            <a:r>
              <a:rPr sz="2000" spc="-4" dirty="0" smtClean="0">
                <a:latin typeface="Arial"/>
                <a:cs typeface="Arial"/>
              </a:rPr>
              <a:t>í</a:t>
            </a:r>
            <a:r>
              <a:rPr sz="2000" spc="0" dirty="0" smtClean="0">
                <a:latin typeface="Arial"/>
                <a:cs typeface="Arial"/>
              </a:rPr>
              <a:t>quido</a:t>
            </a:r>
            <a:r>
              <a:rPr sz="2000" spc="4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é</a:t>
            </a:r>
            <a:r>
              <a:rPr sz="2000" spc="14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igual</a:t>
            </a:r>
            <a:r>
              <a:rPr sz="2000" spc="14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a</a:t>
            </a:r>
            <a:r>
              <a:rPr sz="2000" spc="14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5</a:t>
            </a:r>
            <a:r>
              <a:rPr sz="2000" spc="14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l</a:t>
            </a:r>
            <a:r>
              <a:rPr sz="2000" spc="4" dirty="0" smtClean="0">
                <a:latin typeface="Arial"/>
                <a:cs typeface="Arial"/>
              </a:rPr>
              <a:t>/s</a:t>
            </a:r>
            <a:r>
              <a:rPr sz="2000" spc="0" dirty="0" smtClean="0">
                <a:latin typeface="Arial"/>
                <a:cs typeface="Arial"/>
              </a:rPr>
              <a:t>.</a:t>
            </a:r>
            <a:r>
              <a:rPr sz="2000" spc="9" dirty="0" smtClean="0">
                <a:latin typeface="Arial"/>
                <a:cs typeface="Arial"/>
              </a:rPr>
              <a:t> </a:t>
            </a:r>
            <a:r>
              <a:rPr sz="2000" spc="-4" dirty="0" smtClean="0">
                <a:latin typeface="Arial"/>
                <a:cs typeface="Arial"/>
              </a:rPr>
              <a:t>P</a:t>
            </a:r>
            <a:r>
              <a:rPr sz="2000" spc="0" dirty="0" smtClean="0">
                <a:latin typeface="Arial"/>
                <a:cs typeface="Arial"/>
              </a:rPr>
              <a:t>a</a:t>
            </a:r>
            <a:r>
              <a:rPr sz="2000" spc="4" dirty="0" smtClean="0">
                <a:latin typeface="Arial"/>
                <a:cs typeface="Arial"/>
              </a:rPr>
              <a:t>r</a:t>
            </a:r>
            <a:r>
              <a:rPr sz="2000" spc="0" dirty="0" smtClean="0">
                <a:latin typeface="Arial"/>
                <a:cs typeface="Arial"/>
              </a:rPr>
              <a:t>a</a:t>
            </a:r>
            <a:r>
              <a:rPr sz="2000" spc="14" dirty="0" smtClean="0">
                <a:latin typeface="Arial"/>
                <a:cs typeface="Arial"/>
              </a:rPr>
              <a:t> </a:t>
            </a:r>
            <a:r>
              <a:rPr sz="2000" spc="-9" dirty="0" smtClean="0">
                <a:latin typeface="Arial"/>
                <a:cs typeface="Arial"/>
              </a:rPr>
              <a:t>e</a:t>
            </a:r>
            <a:r>
              <a:rPr sz="2000" spc="0" dirty="0" smtClean="0">
                <a:latin typeface="Arial"/>
                <a:cs typeface="Arial"/>
              </a:rPr>
              <a:t>n</a:t>
            </a:r>
            <a:r>
              <a:rPr sz="2000" spc="-4" dirty="0" smtClean="0">
                <a:latin typeface="Arial"/>
                <a:cs typeface="Arial"/>
              </a:rPr>
              <a:t>c</a:t>
            </a:r>
            <a:r>
              <a:rPr sz="2000" spc="-9" dirty="0" smtClean="0">
                <a:latin typeface="Arial"/>
                <a:cs typeface="Arial"/>
              </a:rPr>
              <a:t>h</a:t>
            </a:r>
            <a:r>
              <a:rPr sz="2000" spc="4" dirty="0" smtClean="0">
                <a:latin typeface="Arial"/>
                <a:cs typeface="Arial"/>
              </a:rPr>
              <a:t>e</a:t>
            </a:r>
            <a:r>
              <a:rPr sz="2000" spc="0" dirty="0" smtClean="0">
                <a:latin typeface="Arial"/>
                <a:cs typeface="Arial"/>
              </a:rPr>
              <a:t>r</a:t>
            </a:r>
            <a:r>
              <a:rPr sz="2000" spc="19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o</a:t>
            </a:r>
            <a:r>
              <a:rPr sz="2000" spc="4" dirty="0" smtClean="0">
                <a:latin typeface="Arial"/>
                <a:cs typeface="Arial"/>
              </a:rPr>
              <a:t> r</a:t>
            </a:r>
            <a:r>
              <a:rPr sz="2000" spc="0" dirty="0" smtClean="0">
                <a:latin typeface="Arial"/>
                <a:cs typeface="Arial"/>
              </a:rPr>
              <a:t>e</a:t>
            </a:r>
            <a:r>
              <a:rPr sz="2000" spc="-4" dirty="0" smtClean="0">
                <a:latin typeface="Arial"/>
                <a:cs typeface="Arial"/>
              </a:rPr>
              <a:t>s</a:t>
            </a:r>
            <a:r>
              <a:rPr sz="2000" spc="-9" dirty="0" smtClean="0">
                <a:latin typeface="Arial"/>
                <a:cs typeface="Arial"/>
              </a:rPr>
              <a:t>e</a:t>
            </a:r>
            <a:r>
              <a:rPr sz="2000" spc="4" dirty="0" smtClean="0">
                <a:latin typeface="Arial"/>
                <a:cs typeface="Arial"/>
              </a:rPr>
              <a:t>r</a:t>
            </a:r>
            <a:r>
              <a:rPr sz="2000" spc="-4" dirty="0" smtClean="0">
                <a:latin typeface="Arial"/>
                <a:cs typeface="Arial"/>
              </a:rPr>
              <a:t>v</a:t>
            </a:r>
            <a:r>
              <a:rPr sz="2000" spc="0" dirty="0" smtClean="0">
                <a:latin typeface="Arial"/>
                <a:cs typeface="Arial"/>
              </a:rPr>
              <a:t>a</a:t>
            </a:r>
            <a:r>
              <a:rPr sz="2000" spc="-14" dirty="0" smtClean="0">
                <a:latin typeface="Arial"/>
                <a:cs typeface="Arial"/>
              </a:rPr>
              <a:t>t</a:t>
            </a:r>
            <a:r>
              <a:rPr sz="2000" spc="0" dirty="0" smtClean="0">
                <a:latin typeface="Arial"/>
                <a:cs typeface="Arial"/>
              </a:rPr>
              <a:t>ó</a:t>
            </a:r>
            <a:r>
              <a:rPr sz="2000" spc="4" dirty="0" smtClean="0">
                <a:latin typeface="Arial"/>
                <a:cs typeface="Arial"/>
              </a:rPr>
              <a:t>r</a:t>
            </a:r>
            <a:r>
              <a:rPr sz="2000" spc="0" dirty="0" smtClean="0">
                <a:latin typeface="Arial"/>
                <a:cs typeface="Arial"/>
              </a:rPr>
              <a:t>io </a:t>
            </a:r>
            <a:endParaRPr sz="2000">
              <a:latin typeface="Arial"/>
              <a:cs typeface="Arial"/>
            </a:endParaRPr>
          </a:p>
          <a:p>
            <a:pPr marL="12700" algn="just">
              <a:lnSpc>
                <a:spcPts val="1924"/>
              </a:lnSpc>
            </a:pPr>
            <a:r>
              <a:rPr sz="2000" spc="-4" dirty="0" smtClean="0">
                <a:latin typeface="Arial"/>
                <a:cs typeface="Arial"/>
              </a:rPr>
              <a:t>t</a:t>
            </a:r>
            <a:r>
              <a:rPr sz="2000" spc="0" dirty="0" smtClean="0">
                <a:latin typeface="Arial"/>
                <a:cs typeface="Arial"/>
              </a:rPr>
              <a:t>o</a:t>
            </a:r>
            <a:r>
              <a:rPr sz="2000" spc="-4" dirty="0" smtClean="0">
                <a:latin typeface="Arial"/>
                <a:cs typeface="Arial"/>
              </a:rPr>
              <a:t>t</a:t>
            </a:r>
            <a:r>
              <a:rPr sz="2000" spc="0" dirty="0" smtClean="0">
                <a:latin typeface="Arial"/>
                <a:cs typeface="Arial"/>
              </a:rPr>
              <a:t>alme</a:t>
            </a:r>
            <a:r>
              <a:rPr sz="2000" spc="-9" dirty="0" smtClean="0">
                <a:latin typeface="Arial"/>
                <a:cs typeface="Arial"/>
              </a:rPr>
              <a:t>n</a:t>
            </a:r>
            <a:r>
              <a:rPr sz="2000" spc="-4" dirty="0" smtClean="0">
                <a:latin typeface="Arial"/>
                <a:cs typeface="Arial"/>
              </a:rPr>
              <a:t>t</a:t>
            </a:r>
            <a:r>
              <a:rPr sz="2000" spc="0" dirty="0" smtClean="0">
                <a:latin typeface="Arial"/>
                <a:cs typeface="Arial"/>
              </a:rPr>
              <a:t>e</a:t>
            </a:r>
            <a:r>
              <a:rPr sz="2000" spc="-14" dirty="0" smtClean="0">
                <a:latin typeface="Arial"/>
                <a:cs typeface="Arial"/>
              </a:rPr>
              <a:t> </a:t>
            </a:r>
            <a:r>
              <a:rPr sz="2000" spc="4" dirty="0" smtClean="0">
                <a:latin typeface="Arial"/>
                <a:cs typeface="Arial"/>
              </a:rPr>
              <a:t>s</a:t>
            </a:r>
            <a:r>
              <a:rPr sz="2000" spc="-9" dirty="0" smtClean="0">
                <a:latin typeface="Arial"/>
                <a:cs typeface="Arial"/>
              </a:rPr>
              <a:t>ã</a:t>
            </a:r>
            <a:r>
              <a:rPr sz="2000" spc="0" dirty="0" smtClean="0">
                <a:latin typeface="Arial"/>
                <a:cs typeface="Arial"/>
              </a:rPr>
              <a:t>o n</a:t>
            </a:r>
            <a:r>
              <a:rPr sz="2000" spc="-9" dirty="0" smtClean="0">
                <a:latin typeface="Arial"/>
                <a:cs typeface="Arial"/>
              </a:rPr>
              <a:t>e</a:t>
            </a:r>
            <a:r>
              <a:rPr sz="2000" spc="4" dirty="0" smtClean="0">
                <a:latin typeface="Arial"/>
                <a:cs typeface="Arial"/>
              </a:rPr>
              <a:t>c</a:t>
            </a:r>
            <a:r>
              <a:rPr sz="2000" spc="-9" dirty="0" smtClean="0">
                <a:latin typeface="Arial"/>
                <a:cs typeface="Arial"/>
              </a:rPr>
              <a:t>e</a:t>
            </a:r>
            <a:r>
              <a:rPr sz="2000" spc="4" dirty="0" smtClean="0">
                <a:latin typeface="Arial"/>
                <a:cs typeface="Arial"/>
              </a:rPr>
              <a:t>s</a:t>
            </a:r>
            <a:r>
              <a:rPr sz="2000" spc="-4" dirty="0" smtClean="0">
                <a:latin typeface="Arial"/>
                <a:cs typeface="Arial"/>
              </a:rPr>
              <a:t>s</a:t>
            </a:r>
            <a:r>
              <a:rPr sz="2000" spc="0" dirty="0" smtClean="0">
                <a:latin typeface="Arial"/>
                <a:cs typeface="Arial"/>
              </a:rPr>
              <a:t>á</a:t>
            </a:r>
            <a:r>
              <a:rPr sz="2000" spc="4" dirty="0" smtClean="0">
                <a:latin typeface="Arial"/>
                <a:cs typeface="Arial"/>
              </a:rPr>
              <a:t>r</a:t>
            </a:r>
            <a:r>
              <a:rPr sz="2000" spc="0" dirty="0" smtClean="0">
                <a:latin typeface="Arial"/>
                <a:cs typeface="Arial"/>
              </a:rPr>
              <a:t>i</a:t>
            </a:r>
            <a:r>
              <a:rPr sz="2000" spc="-9" dirty="0" smtClean="0">
                <a:latin typeface="Arial"/>
                <a:cs typeface="Arial"/>
              </a:rPr>
              <a:t>a</a:t>
            </a:r>
            <a:r>
              <a:rPr sz="2000" spc="0" dirty="0" smtClean="0">
                <a:latin typeface="Arial"/>
                <a:cs typeface="Arial"/>
              </a:rPr>
              <a:t>s 2</a:t>
            </a:r>
            <a:r>
              <a:rPr sz="2000" spc="-14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h</a:t>
            </a:r>
            <a:r>
              <a:rPr sz="2000" spc="-9" dirty="0" smtClean="0">
                <a:latin typeface="Arial"/>
                <a:cs typeface="Arial"/>
              </a:rPr>
              <a:t>o</a:t>
            </a:r>
            <a:r>
              <a:rPr sz="2000" spc="4" dirty="0" smtClean="0">
                <a:latin typeface="Arial"/>
                <a:cs typeface="Arial"/>
              </a:rPr>
              <a:t>r</a:t>
            </a:r>
            <a:r>
              <a:rPr sz="2000" spc="-9" dirty="0" smtClean="0">
                <a:latin typeface="Arial"/>
                <a:cs typeface="Arial"/>
              </a:rPr>
              <a:t>a</a:t>
            </a:r>
            <a:r>
              <a:rPr sz="2000" spc="4" dirty="0" smtClean="0">
                <a:latin typeface="Arial"/>
                <a:cs typeface="Arial"/>
              </a:rPr>
              <a:t>s</a:t>
            </a:r>
            <a:r>
              <a:rPr sz="2000" spc="0" dirty="0" smtClean="0">
                <a:latin typeface="Arial"/>
                <a:cs typeface="Arial"/>
              </a:rPr>
              <a:t>.</a:t>
            </a:r>
            <a:endParaRPr sz="20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238384" y="1695333"/>
            <a:ext cx="208978" cy="2158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635"/>
              </a:lnSpc>
              <a:spcBef>
                <a:spcPts val="81"/>
              </a:spcBef>
            </a:pPr>
            <a:r>
              <a:rPr sz="1500" spc="208" dirty="0" smtClean="0">
                <a:solidFill>
                  <a:srgbClr val="65FF32"/>
                </a:solidFill>
                <a:latin typeface="Arial"/>
                <a:cs typeface="Arial"/>
              </a:rPr>
              <a:t>□</a:t>
            </a:r>
            <a:endParaRPr sz="15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581289" y="3046999"/>
            <a:ext cx="7986438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  <a:tabLst>
                <a:tab pos="368300" algn="l"/>
                <a:tab pos="825500" algn="l"/>
                <a:tab pos="2870200" algn="l"/>
                <a:tab pos="3289300" algn="l"/>
                <a:tab pos="3771900" algn="l"/>
                <a:tab pos="5321300" algn="l"/>
                <a:tab pos="6311900" algn="l"/>
                <a:tab pos="6858000" algn="l"/>
              </a:tabLst>
            </a:pPr>
            <a:r>
              <a:rPr sz="2000" spc="0" dirty="0" smtClean="0">
                <a:latin typeface="Arial"/>
                <a:cs typeface="Arial"/>
              </a:rPr>
              <a:t>4)	</a:t>
            </a:r>
            <a:r>
              <a:rPr sz="2000" spc="4" dirty="0" smtClean="0">
                <a:latin typeface="Arial"/>
                <a:cs typeface="Arial"/>
              </a:rPr>
              <a:t>N</a:t>
            </a:r>
            <a:r>
              <a:rPr sz="2000" spc="0" dirty="0" smtClean="0">
                <a:latin typeface="Arial"/>
                <a:cs typeface="Arial"/>
              </a:rPr>
              <a:t>o	en</a:t>
            </a:r>
            <a:r>
              <a:rPr sz="2000" spc="-14" dirty="0" smtClean="0">
                <a:latin typeface="Arial"/>
                <a:cs typeface="Arial"/>
              </a:rPr>
              <a:t>t</a:t>
            </a:r>
            <a:r>
              <a:rPr sz="2000" spc="0" dirty="0" smtClean="0">
                <a:latin typeface="Arial"/>
                <a:cs typeface="Arial"/>
              </a:rPr>
              <a:t>a</a:t>
            </a:r>
            <a:r>
              <a:rPr sz="2000" spc="-14" dirty="0" smtClean="0">
                <a:latin typeface="Arial"/>
                <a:cs typeface="Arial"/>
              </a:rPr>
              <a:t>m</a:t>
            </a:r>
            <a:r>
              <a:rPr sz="2000" spc="0" dirty="0" smtClean="0">
                <a:latin typeface="Arial"/>
                <a:cs typeface="Arial"/>
              </a:rPr>
              <a:t>bo</a:t>
            </a:r>
            <a:r>
              <a:rPr sz="2000" spc="-9" dirty="0" smtClean="0">
                <a:latin typeface="Arial"/>
                <a:cs typeface="Arial"/>
              </a:rPr>
              <a:t>r</a:t>
            </a:r>
            <a:r>
              <a:rPr sz="2000" spc="0" dirty="0" smtClean="0">
                <a:latin typeface="Arial"/>
                <a:cs typeface="Arial"/>
              </a:rPr>
              <a:t>am</a:t>
            </a:r>
            <a:r>
              <a:rPr sz="2000" spc="-9" dirty="0" smtClean="0">
                <a:latin typeface="Arial"/>
                <a:cs typeface="Arial"/>
              </a:rPr>
              <a:t>e</a:t>
            </a:r>
            <a:r>
              <a:rPr sz="2000" spc="0" dirty="0" smtClean="0">
                <a:latin typeface="Arial"/>
                <a:cs typeface="Arial"/>
              </a:rPr>
              <a:t>n</a:t>
            </a:r>
            <a:r>
              <a:rPr sz="2000" spc="-4" dirty="0" smtClean="0">
                <a:latin typeface="Arial"/>
                <a:cs typeface="Arial"/>
              </a:rPr>
              <a:t>t</a:t>
            </a:r>
            <a:r>
              <a:rPr sz="2000" spc="0" dirty="0" smtClean="0">
                <a:latin typeface="Arial"/>
                <a:cs typeface="Arial"/>
              </a:rPr>
              <a:t>o	</a:t>
            </a:r>
            <a:r>
              <a:rPr sz="2000" spc="-9" dirty="0" smtClean="0">
                <a:latin typeface="Arial"/>
                <a:cs typeface="Arial"/>
              </a:rPr>
              <a:t>d</a:t>
            </a:r>
            <a:r>
              <a:rPr sz="2000" spc="0" dirty="0" smtClean="0">
                <a:latin typeface="Arial"/>
                <a:cs typeface="Arial"/>
              </a:rPr>
              <a:t>e	</a:t>
            </a:r>
            <a:r>
              <a:rPr sz="2000" spc="-9" dirty="0" smtClean="0">
                <a:latin typeface="Arial"/>
                <a:cs typeface="Arial"/>
              </a:rPr>
              <a:t>u</a:t>
            </a:r>
            <a:r>
              <a:rPr sz="2000" spc="0" dirty="0" smtClean="0">
                <a:latin typeface="Arial"/>
                <a:cs typeface="Arial"/>
              </a:rPr>
              <a:t>m	</a:t>
            </a:r>
            <a:r>
              <a:rPr sz="2000" spc="-9" dirty="0" smtClean="0">
                <a:latin typeface="Arial"/>
                <a:cs typeface="Arial"/>
              </a:rPr>
              <a:t>d</a:t>
            </a:r>
            <a:r>
              <a:rPr sz="2000" spc="0" dirty="0" smtClean="0">
                <a:latin typeface="Arial"/>
                <a:cs typeface="Arial"/>
              </a:rPr>
              <a:t>e</a:t>
            </a:r>
            <a:r>
              <a:rPr sz="2000" spc="-4" dirty="0" smtClean="0">
                <a:latin typeface="Arial"/>
                <a:cs typeface="Arial"/>
              </a:rPr>
              <a:t>t</a:t>
            </a:r>
            <a:r>
              <a:rPr sz="2000" spc="-9" dirty="0" smtClean="0">
                <a:latin typeface="Arial"/>
                <a:cs typeface="Arial"/>
              </a:rPr>
              <a:t>e</a:t>
            </a:r>
            <a:r>
              <a:rPr sz="2000" spc="4" dirty="0" smtClean="0">
                <a:latin typeface="Arial"/>
                <a:cs typeface="Arial"/>
              </a:rPr>
              <a:t>r</a:t>
            </a:r>
            <a:r>
              <a:rPr sz="2000" spc="-14" dirty="0" smtClean="0">
                <a:latin typeface="Arial"/>
                <a:cs typeface="Arial"/>
              </a:rPr>
              <a:t>m</a:t>
            </a:r>
            <a:r>
              <a:rPr sz="2000" spc="0" dirty="0" smtClean="0">
                <a:latin typeface="Arial"/>
                <a:cs typeface="Arial"/>
              </a:rPr>
              <a:t>inado	</a:t>
            </a:r>
            <a:r>
              <a:rPr sz="2000" spc="-9" dirty="0" smtClean="0">
                <a:latin typeface="Arial"/>
                <a:cs typeface="Arial"/>
              </a:rPr>
              <a:t>pr</a:t>
            </a:r>
            <a:r>
              <a:rPr sz="2000" spc="0" dirty="0" smtClean="0">
                <a:latin typeface="Arial"/>
                <a:cs typeface="Arial"/>
              </a:rPr>
              <a:t>odu</a:t>
            </a:r>
            <a:r>
              <a:rPr sz="2000" spc="-14" dirty="0" smtClean="0">
                <a:latin typeface="Arial"/>
                <a:cs typeface="Arial"/>
              </a:rPr>
              <a:t>t</a:t>
            </a:r>
            <a:r>
              <a:rPr sz="2000" spc="0" dirty="0" smtClean="0">
                <a:latin typeface="Arial"/>
                <a:cs typeface="Arial"/>
              </a:rPr>
              <a:t>o	</a:t>
            </a:r>
            <a:r>
              <a:rPr sz="2000" spc="4" dirty="0" smtClean="0">
                <a:latin typeface="Arial"/>
                <a:cs typeface="Arial"/>
              </a:rPr>
              <a:t>s</a:t>
            </a:r>
            <a:r>
              <a:rPr sz="2000" spc="0" dirty="0" smtClean="0">
                <a:latin typeface="Arial"/>
                <a:cs typeface="Arial"/>
              </a:rPr>
              <a:t>ão	</a:t>
            </a:r>
            <a:r>
              <a:rPr sz="2000" spc="4" dirty="0" smtClean="0">
                <a:latin typeface="Arial"/>
                <a:cs typeface="Arial"/>
              </a:rPr>
              <a:t>u</a:t>
            </a:r>
            <a:r>
              <a:rPr sz="2000" spc="-4" dirty="0" smtClean="0">
                <a:latin typeface="Arial"/>
                <a:cs typeface="Arial"/>
              </a:rPr>
              <a:t>t</a:t>
            </a:r>
            <a:r>
              <a:rPr sz="2000" spc="0" dirty="0" smtClean="0">
                <a:latin typeface="Arial"/>
                <a:cs typeface="Arial"/>
              </a:rPr>
              <a:t>ili</a:t>
            </a:r>
            <a:r>
              <a:rPr sz="2000" spc="4" dirty="0" smtClean="0">
                <a:latin typeface="Arial"/>
                <a:cs typeface="Arial"/>
              </a:rPr>
              <a:t>z</a:t>
            </a:r>
            <a:r>
              <a:rPr sz="2000" spc="-9" dirty="0" smtClean="0">
                <a:latin typeface="Arial"/>
                <a:cs typeface="Arial"/>
              </a:rPr>
              <a:t>a</a:t>
            </a:r>
            <a:r>
              <a:rPr sz="2000" spc="0" dirty="0" smtClean="0">
                <a:latin typeface="Arial"/>
                <a:cs typeface="Arial"/>
              </a:rPr>
              <a:t>dos</a:t>
            </a:r>
            <a:endParaRPr sz="20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238384" y="3098936"/>
            <a:ext cx="208978" cy="2158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635"/>
              </a:lnSpc>
              <a:spcBef>
                <a:spcPts val="81"/>
              </a:spcBef>
            </a:pPr>
            <a:r>
              <a:rPr sz="1500" spc="208" dirty="0" smtClean="0">
                <a:solidFill>
                  <a:srgbClr val="65FF32"/>
                </a:solidFill>
                <a:latin typeface="Arial"/>
                <a:cs typeface="Arial"/>
              </a:rPr>
              <a:t>□</a:t>
            </a:r>
            <a:endParaRPr sz="15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581289" y="3290839"/>
            <a:ext cx="7980795" cy="52527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930"/>
              </a:lnSpc>
              <a:spcBef>
                <a:spcPts val="276"/>
              </a:spcBef>
              <a:tabLst>
                <a:tab pos="1193800" algn="l"/>
                <a:tab pos="1612900" algn="l"/>
                <a:tab pos="2159000" algn="l"/>
                <a:tab pos="2895600" algn="l"/>
                <a:tab pos="3568700" algn="l"/>
                <a:tab pos="4470400" algn="l"/>
                <a:tab pos="4953000" algn="l"/>
                <a:tab pos="5867400" algn="l"/>
                <a:tab pos="7023100" algn="l"/>
                <a:tab pos="7442200" algn="l"/>
              </a:tabLst>
            </a:pPr>
            <a:r>
              <a:rPr sz="2000" spc="-4" dirty="0" smtClean="0">
                <a:latin typeface="Arial"/>
                <a:cs typeface="Arial"/>
              </a:rPr>
              <a:t>t</a:t>
            </a:r>
            <a:r>
              <a:rPr sz="2000" spc="0" dirty="0" smtClean="0">
                <a:latin typeface="Arial"/>
                <a:cs typeface="Arial"/>
              </a:rPr>
              <a:t>am</a:t>
            </a:r>
            <a:r>
              <a:rPr sz="2000" spc="-9" dirty="0" smtClean="0">
                <a:latin typeface="Arial"/>
                <a:cs typeface="Arial"/>
              </a:rPr>
              <a:t>b</a:t>
            </a:r>
            <a:r>
              <a:rPr sz="2000" spc="0" dirty="0" smtClean="0">
                <a:latin typeface="Arial"/>
                <a:cs typeface="Arial"/>
              </a:rPr>
              <a:t>o</a:t>
            </a:r>
            <a:r>
              <a:rPr sz="2000" spc="-9" dirty="0" smtClean="0">
                <a:latin typeface="Arial"/>
                <a:cs typeface="Arial"/>
              </a:rPr>
              <a:t>r</a:t>
            </a:r>
            <a:r>
              <a:rPr sz="2000" spc="0" dirty="0" smtClean="0">
                <a:latin typeface="Arial"/>
                <a:cs typeface="Arial"/>
              </a:rPr>
              <a:t>es	de	214	li</a:t>
            </a:r>
            <a:r>
              <a:rPr sz="2000" spc="-4" dirty="0" smtClean="0">
                <a:latin typeface="Arial"/>
                <a:cs typeface="Arial"/>
              </a:rPr>
              <a:t>t</a:t>
            </a:r>
            <a:r>
              <a:rPr sz="2000" spc="4" dirty="0" smtClean="0">
                <a:latin typeface="Arial"/>
                <a:cs typeface="Arial"/>
              </a:rPr>
              <a:t>r</a:t>
            </a:r>
            <a:r>
              <a:rPr sz="2000" spc="-9" dirty="0" smtClean="0">
                <a:latin typeface="Arial"/>
                <a:cs typeface="Arial"/>
              </a:rPr>
              <a:t>o</a:t>
            </a:r>
            <a:r>
              <a:rPr sz="2000" spc="4" dirty="0" smtClean="0">
                <a:latin typeface="Arial"/>
                <a:cs typeface="Arial"/>
              </a:rPr>
              <a:t>s</a:t>
            </a:r>
            <a:r>
              <a:rPr sz="2000" spc="0" dirty="0" smtClean="0">
                <a:latin typeface="Arial"/>
                <a:cs typeface="Arial"/>
              </a:rPr>
              <a:t>.	</a:t>
            </a:r>
            <a:r>
              <a:rPr sz="2000" spc="-4" dirty="0" smtClean="0">
                <a:latin typeface="Arial"/>
                <a:cs typeface="Arial"/>
              </a:rPr>
              <a:t>P</a:t>
            </a:r>
            <a:r>
              <a:rPr sz="2000" spc="0" dirty="0" smtClean="0">
                <a:latin typeface="Arial"/>
                <a:cs typeface="Arial"/>
              </a:rPr>
              <a:t>a</a:t>
            </a:r>
            <a:r>
              <a:rPr sz="2000" spc="4" dirty="0" smtClean="0">
                <a:latin typeface="Arial"/>
                <a:cs typeface="Arial"/>
              </a:rPr>
              <a:t>r</a:t>
            </a:r>
            <a:r>
              <a:rPr sz="2000" spc="0" dirty="0" smtClean="0">
                <a:latin typeface="Arial"/>
                <a:cs typeface="Arial"/>
              </a:rPr>
              <a:t>a	e</a:t>
            </a:r>
            <a:r>
              <a:rPr sz="2000" spc="-9" dirty="0" smtClean="0">
                <a:latin typeface="Arial"/>
                <a:cs typeface="Arial"/>
              </a:rPr>
              <a:t>n</a:t>
            </a:r>
            <a:r>
              <a:rPr sz="2000" spc="4" dirty="0" smtClean="0">
                <a:latin typeface="Arial"/>
                <a:cs typeface="Arial"/>
              </a:rPr>
              <a:t>c</a:t>
            </a:r>
            <a:r>
              <a:rPr sz="2000" spc="0" dirty="0" smtClean="0">
                <a:latin typeface="Arial"/>
                <a:cs typeface="Arial"/>
              </a:rPr>
              <a:t>h</a:t>
            </a:r>
            <a:r>
              <a:rPr sz="2000" spc="-9" dirty="0" smtClean="0">
                <a:latin typeface="Arial"/>
                <a:cs typeface="Arial"/>
              </a:rPr>
              <a:t>e</a:t>
            </a:r>
            <a:r>
              <a:rPr sz="2000" spc="0" dirty="0" smtClean="0">
                <a:latin typeface="Arial"/>
                <a:cs typeface="Arial"/>
              </a:rPr>
              <a:t>r	um	</a:t>
            </a:r>
            <a:r>
              <a:rPr sz="2000" spc="-4" dirty="0" smtClean="0">
                <a:latin typeface="Arial"/>
                <a:cs typeface="Arial"/>
              </a:rPr>
              <a:t>t</a:t>
            </a:r>
            <a:r>
              <a:rPr sz="2000" spc="-9" dirty="0" smtClean="0">
                <a:latin typeface="Arial"/>
                <a:cs typeface="Arial"/>
              </a:rPr>
              <a:t>a</a:t>
            </a:r>
            <a:r>
              <a:rPr sz="2000" spc="0" dirty="0" smtClean="0">
                <a:latin typeface="Arial"/>
                <a:cs typeface="Arial"/>
              </a:rPr>
              <a:t>m</a:t>
            </a:r>
            <a:r>
              <a:rPr sz="2000" spc="-9" dirty="0" smtClean="0">
                <a:latin typeface="Arial"/>
                <a:cs typeface="Arial"/>
              </a:rPr>
              <a:t>b</a:t>
            </a:r>
            <a:r>
              <a:rPr sz="2000" spc="0" dirty="0" smtClean="0">
                <a:latin typeface="Arial"/>
                <a:cs typeface="Arial"/>
              </a:rPr>
              <a:t>or	le</a:t>
            </a:r>
            <a:r>
              <a:rPr sz="2000" spc="-4" dirty="0" smtClean="0">
                <a:latin typeface="Arial"/>
                <a:cs typeface="Arial"/>
              </a:rPr>
              <a:t>v</a:t>
            </a:r>
            <a:r>
              <a:rPr sz="2000" spc="0" dirty="0" smtClean="0">
                <a:latin typeface="Arial"/>
                <a:cs typeface="Arial"/>
              </a:rPr>
              <a:t>am</a:t>
            </a:r>
            <a:r>
              <a:rPr sz="2000" spc="-9" dirty="0" smtClean="0">
                <a:latin typeface="Arial"/>
                <a:cs typeface="Arial"/>
              </a:rPr>
              <a:t>-</a:t>
            </a:r>
            <a:r>
              <a:rPr sz="2000" spc="4" dirty="0" smtClean="0">
                <a:latin typeface="Arial"/>
                <a:cs typeface="Arial"/>
              </a:rPr>
              <a:t>s</a:t>
            </a:r>
            <a:r>
              <a:rPr sz="2000" spc="0" dirty="0" smtClean="0">
                <a:latin typeface="Arial"/>
                <a:cs typeface="Arial"/>
              </a:rPr>
              <a:t>e	20	min. </a:t>
            </a:r>
            <a:r>
              <a:rPr sz="2000" spc="4" dirty="0" smtClean="0">
                <a:latin typeface="Arial"/>
                <a:cs typeface="Arial"/>
              </a:rPr>
              <a:t>C</a:t>
            </a:r>
            <a:r>
              <a:rPr sz="2000" spc="0" dirty="0" smtClean="0">
                <a:latin typeface="Arial"/>
                <a:cs typeface="Arial"/>
              </a:rPr>
              <a:t>al</a:t>
            </a:r>
            <a:r>
              <a:rPr sz="2000" spc="4" dirty="0" smtClean="0">
                <a:latin typeface="Arial"/>
                <a:cs typeface="Arial"/>
              </a:rPr>
              <a:t>c</a:t>
            </a:r>
            <a:r>
              <a:rPr sz="2000" spc="0" dirty="0" smtClean="0">
                <a:latin typeface="Arial"/>
                <a:cs typeface="Arial"/>
              </a:rPr>
              <a:t>ule:</a:t>
            </a:r>
            <a:endParaRPr sz="20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581289" y="3841002"/>
            <a:ext cx="302769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0" dirty="0" smtClean="0">
                <a:latin typeface="Arial"/>
                <a:cs typeface="Arial"/>
              </a:rPr>
              <a:t>a)</a:t>
            </a:r>
            <a:endParaRPr sz="20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994169" y="3841002"/>
            <a:ext cx="246126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0" dirty="0" smtClean="0">
                <a:latin typeface="Arial"/>
                <a:cs typeface="Arial"/>
              </a:rPr>
              <a:t>A</a:t>
            </a:r>
            <a:endParaRPr sz="20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349429" y="3841002"/>
            <a:ext cx="754269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-4" dirty="0" smtClean="0">
                <a:latin typeface="Arial"/>
                <a:cs typeface="Arial"/>
              </a:rPr>
              <a:t>v</a:t>
            </a:r>
            <a:r>
              <a:rPr sz="2000" spc="-9" dirty="0" smtClean="0">
                <a:latin typeface="Arial"/>
                <a:cs typeface="Arial"/>
              </a:rPr>
              <a:t>a</a:t>
            </a:r>
            <a:r>
              <a:rPr sz="2000" spc="4" dirty="0" smtClean="0">
                <a:latin typeface="Arial"/>
                <a:cs typeface="Arial"/>
              </a:rPr>
              <a:t>z</a:t>
            </a:r>
            <a:r>
              <a:rPr sz="2000" spc="0" dirty="0" smtClean="0">
                <a:latin typeface="Arial"/>
                <a:cs typeface="Arial"/>
              </a:rPr>
              <a:t>ão</a:t>
            </a:r>
            <a:endParaRPr sz="20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211937" y="3841002"/>
            <a:ext cx="1375973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-4" dirty="0" smtClean="0">
                <a:latin typeface="Arial"/>
                <a:cs typeface="Arial"/>
              </a:rPr>
              <a:t>v</a:t>
            </a:r>
            <a:r>
              <a:rPr sz="2000" spc="0" dirty="0" smtClean="0">
                <a:latin typeface="Arial"/>
                <a:cs typeface="Arial"/>
              </a:rPr>
              <a:t>olumé</a:t>
            </a:r>
            <a:r>
              <a:rPr sz="2000" spc="-14" dirty="0" smtClean="0">
                <a:latin typeface="Arial"/>
                <a:cs typeface="Arial"/>
              </a:rPr>
              <a:t>t</a:t>
            </a:r>
            <a:r>
              <a:rPr sz="2000" spc="4" dirty="0" smtClean="0">
                <a:latin typeface="Arial"/>
                <a:cs typeface="Arial"/>
              </a:rPr>
              <a:t>r</a:t>
            </a:r>
            <a:r>
              <a:rPr sz="2000" spc="0" dirty="0" smtClean="0">
                <a:latin typeface="Arial"/>
                <a:cs typeface="Arial"/>
              </a:rPr>
              <a:t>i</a:t>
            </a:r>
            <a:r>
              <a:rPr sz="2000" spc="4" dirty="0" smtClean="0">
                <a:latin typeface="Arial"/>
                <a:cs typeface="Arial"/>
              </a:rPr>
              <a:t>c</a:t>
            </a:r>
            <a:r>
              <a:rPr sz="2000" spc="0" dirty="0" smtClean="0">
                <a:latin typeface="Arial"/>
                <a:cs typeface="Arial"/>
              </a:rPr>
              <a:t>a</a:t>
            </a:r>
            <a:endParaRPr sz="20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696149" y="3841002"/>
            <a:ext cx="359593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0" dirty="0" smtClean="0">
                <a:latin typeface="Arial"/>
                <a:cs typeface="Arial"/>
              </a:rPr>
              <a:t>da</a:t>
            </a:r>
            <a:endParaRPr sz="20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165505" y="3841002"/>
            <a:ext cx="1177823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-4" dirty="0" smtClean="0">
                <a:latin typeface="Arial"/>
                <a:cs typeface="Arial"/>
              </a:rPr>
              <a:t>t</a:t>
            </a:r>
            <a:r>
              <a:rPr sz="2000" spc="-9" dirty="0" smtClean="0">
                <a:latin typeface="Arial"/>
                <a:cs typeface="Arial"/>
              </a:rPr>
              <a:t>u</a:t>
            </a:r>
            <a:r>
              <a:rPr sz="2000" spc="0" dirty="0" smtClean="0">
                <a:latin typeface="Arial"/>
                <a:cs typeface="Arial"/>
              </a:rPr>
              <a:t>bula</a:t>
            </a:r>
            <a:r>
              <a:rPr sz="2000" spc="-4" dirty="0" smtClean="0">
                <a:latin typeface="Arial"/>
                <a:cs typeface="Arial"/>
              </a:rPr>
              <a:t>ç</a:t>
            </a:r>
            <a:r>
              <a:rPr sz="2000" spc="0" dirty="0" smtClean="0">
                <a:latin typeface="Arial"/>
                <a:cs typeface="Arial"/>
              </a:rPr>
              <a:t>ão</a:t>
            </a:r>
            <a:endParaRPr sz="20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453091" y="3841002"/>
            <a:ext cx="1010176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0" dirty="0" smtClean="0">
                <a:latin typeface="Arial"/>
                <a:cs typeface="Arial"/>
              </a:rPr>
              <a:t>u</a:t>
            </a:r>
            <a:r>
              <a:rPr sz="2000" spc="-4" dirty="0" smtClean="0">
                <a:latin typeface="Arial"/>
                <a:cs typeface="Arial"/>
              </a:rPr>
              <a:t>t</a:t>
            </a:r>
            <a:r>
              <a:rPr sz="2000" spc="0" dirty="0" smtClean="0">
                <a:latin typeface="Arial"/>
                <a:cs typeface="Arial"/>
              </a:rPr>
              <a:t>ili</a:t>
            </a:r>
            <a:r>
              <a:rPr sz="2000" spc="4" dirty="0" smtClean="0">
                <a:latin typeface="Arial"/>
                <a:cs typeface="Arial"/>
              </a:rPr>
              <a:t>z</a:t>
            </a:r>
            <a:r>
              <a:rPr sz="2000" spc="0" dirty="0" smtClean="0">
                <a:latin typeface="Arial"/>
                <a:cs typeface="Arial"/>
              </a:rPr>
              <a:t>ada</a:t>
            </a:r>
            <a:endParaRPr sz="20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7569982" y="3841002"/>
            <a:ext cx="585104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0" dirty="0" smtClean="0">
                <a:latin typeface="Arial"/>
                <a:cs typeface="Arial"/>
              </a:rPr>
              <a:t>p</a:t>
            </a:r>
            <a:r>
              <a:rPr sz="2000" spc="-9" dirty="0" smtClean="0">
                <a:latin typeface="Arial"/>
                <a:cs typeface="Arial"/>
              </a:rPr>
              <a:t>a</a:t>
            </a:r>
            <a:r>
              <a:rPr sz="2000" spc="4" dirty="0" smtClean="0">
                <a:latin typeface="Arial"/>
                <a:cs typeface="Arial"/>
              </a:rPr>
              <a:t>r</a:t>
            </a:r>
            <a:r>
              <a:rPr sz="2000" spc="0" dirty="0" smtClean="0">
                <a:latin typeface="Arial"/>
                <a:cs typeface="Arial"/>
              </a:rPr>
              <a:t>a</a:t>
            </a:r>
            <a:endParaRPr sz="20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264007" y="3841002"/>
            <a:ext cx="851291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-9" dirty="0" smtClean="0">
                <a:latin typeface="Arial"/>
                <a:cs typeface="Arial"/>
              </a:rPr>
              <a:t>e</a:t>
            </a:r>
            <a:r>
              <a:rPr sz="2000" spc="0" dirty="0" smtClean="0">
                <a:latin typeface="Arial"/>
                <a:cs typeface="Arial"/>
              </a:rPr>
              <a:t>n</a:t>
            </a:r>
            <a:r>
              <a:rPr sz="2000" spc="-4" dirty="0" smtClean="0">
                <a:latin typeface="Arial"/>
                <a:cs typeface="Arial"/>
              </a:rPr>
              <a:t>c</a:t>
            </a:r>
            <a:r>
              <a:rPr sz="2000" spc="-9" dirty="0" smtClean="0">
                <a:latin typeface="Arial"/>
                <a:cs typeface="Arial"/>
              </a:rPr>
              <a:t>h</a:t>
            </a:r>
            <a:r>
              <a:rPr sz="2000" spc="0" dirty="0" smtClean="0">
                <a:latin typeface="Arial"/>
                <a:cs typeface="Arial"/>
              </a:rPr>
              <a:t>er</a:t>
            </a:r>
            <a:endParaRPr sz="20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9222486" y="3841002"/>
            <a:ext cx="345294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0" dirty="0" smtClean="0">
                <a:latin typeface="Arial"/>
                <a:cs typeface="Arial"/>
              </a:rPr>
              <a:t>os</a:t>
            </a:r>
            <a:endParaRPr sz="20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581289" y="4084842"/>
            <a:ext cx="1206086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-4" dirty="0" smtClean="0">
                <a:latin typeface="Arial"/>
                <a:cs typeface="Arial"/>
              </a:rPr>
              <a:t>t</a:t>
            </a:r>
            <a:r>
              <a:rPr sz="2000" spc="0" dirty="0" smtClean="0">
                <a:latin typeface="Arial"/>
                <a:cs typeface="Arial"/>
              </a:rPr>
              <a:t>am</a:t>
            </a:r>
            <a:r>
              <a:rPr sz="2000" spc="-9" dirty="0" smtClean="0">
                <a:latin typeface="Arial"/>
                <a:cs typeface="Arial"/>
              </a:rPr>
              <a:t>b</a:t>
            </a:r>
            <a:r>
              <a:rPr sz="2000" spc="0" dirty="0" smtClean="0">
                <a:latin typeface="Arial"/>
                <a:cs typeface="Arial"/>
              </a:rPr>
              <a:t>o</a:t>
            </a:r>
            <a:r>
              <a:rPr sz="2000" spc="-9" dirty="0" smtClean="0">
                <a:latin typeface="Arial"/>
                <a:cs typeface="Arial"/>
              </a:rPr>
              <a:t>r</a:t>
            </a:r>
            <a:r>
              <a:rPr sz="2000" spc="0" dirty="0" smtClean="0">
                <a:latin typeface="Arial"/>
                <a:cs typeface="Arial"/>
              </a:rPr>
              <a:t>e</a:t>
            </a:r>
            <a:r>
              <a:rPr sz="2000" spc="4" dirty="0" smtClean="0">
                <a:latin typeface="Arial"/>
                <a:cs typeface="Arial"/>
              </a:rPr>
              <a:t>s</a:t>
            </a:r>
            <a:r>
              <a:rPr sz="2000" spc="0" dirty="0" smtClean="0">
                <a:latin typeface="Arial"/>
                <a:cs typeface="Arial"/>
              </a:rPr>
              <a:t>.</a:t>
            </a:r>
            <a:endParaRPr sz="20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581289" y="4389642"/>
            <a:ext cx="302769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0" dirty="0" smtClean="0">
                <a:latin typeface="Arial"/>
                <a:cs typeface="Arial"/>
              </a:rPr>
              <a:t>b)</a:t>
            </a:r>
            <a:endParaRPr sz="20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982101" y="4389642"/>
            <a:ext cx="274351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0" dirty="0" smtClean="0">
                <a:latin typeface="Arial"/>
                <a:cs typeface="Arial"/>
              </a:rPr>
              <a:t>O</a:t>
            </a:r>
            <a:endParaRPr sz="20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2354041" y="4389642"/>
            <a:ext cx="1063597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0" dirty="0" smtClean="0">
                <a:latin typeface="Arial"/>
                <a:cs typeface="Arial"/>
              </a:rPr>
              <a:t>diâ</a:t>
            </a:r>
            <a:r>
              <a:rPr sz="2000" spc="-14" dirty="0" smtClean="0">
                <a:latin typeface="Arial"/>
                <a:cs typeface="Arial"/>
              </a:rPr>
              <a:t>m</a:t>
            </a:r>
            <a:r>
              <a:rPr sz="2000" spc="0" dirty="0" smtClean="0">
                <a:latin typeface="Arial"/>
                <a:cs typeface="Arial"/>
              </a:rPr>
              <a:t>e</a:t>
            </a:r>
            <a:r>
              <a:rPr sz="2000" spc="-14" dirty="0" smtClean="0">
                <a:latin typeface="Arial"/>
                <a:cs typeface="Arial"/>
              </a:rPr>
              <a:t>t</a:t>
            </a:r>
            <a:r>
              <a:rPr sz="2000" spc="4" dirty="0" smtClean="0">
                <a:latin typeface="Arial"/>
                <a:cs typeface="Arial"/>
              </a:rPr>
              <a:t>r</a:t>
            </a:r>
            <a:r>
              <a:rPr sz="2000" spc="0" dirty="0" smtClean="0">
                <a:latin typeface="Arial"/>
                <a:cs typeface="Arial"/>
              </a:rPr>
              <a:t>o</a:t>
            </a:r>
            <a:endParaRPr sz="20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3513686" y="4389642"/>
            <a:ext cx="359593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0" dirty="0" smtClean="0">
                <a:latin typeface="Arial"/>
                <a:cs typeface="Arial"/>
              </a:rPr>
              <a:t>da</a:t>
            </a:r>
            <a:endParaRPr sz="200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3969326" y="4389642"/>
            <a:ext cx="1774111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  <a:tabLst>
                <a:tab pos="1346200" algn="l"/>
              </a:tabLst>
            </a:pPr>
            <a:r>
              <a:rPr sz="2000" spc="-4" dirty="0" smtClean="0">
                <a:latin typeface="Arial"/>
                <a:cs typeface="Arial"/>
              </a:rPr>
              <a:t>t</a:t>
            </a:r>
            <a:r>
              <a:rPr sz="2000" spc="0" dirty="0" smtClean="0">
                <a:latin typeface="Arial"/>
                <a:cs typeface="Arial"/>
              </a:rPr>
              <a:t>u</a:t>
            </a:r>
            <a:r>
              <a:rPr sz="2000" spc="-9" dirty="0" smtClean="0">
                <a:latin typeface="Arial"/>
                <a:cs typeface="Arial"/>
              </a:rPr>
              <a:t>b</a:t>
            </a:r>
            <a:r>
              <a:rPr sz="2000" spc="0" dirty="0" smtClean="0">
                <a:latin typeface="Arial"/>
                <a:cs typeface="Arial"/>
              </a:rPr>
              <a:t>ula</a:t>
            </a:r>
            <a:r>
              <a:rPr sz="2000" spc="4" dirty="0" smtClean="0">
                <a:latin typeface="Arial"/>
                <a:cs typeface="Arial"/>
              </a:rPr>
              <a:t>ç</a:t>
            </a:r>
            <a:r>
              <a:rPr sz="2000" spc="0" dirty="0" smtClean="0">
                <a:latin typeface="Arial"/>
                <a:cs typeface="Arial"/>
              </a:rPr>
              <a:t>ão,	</a:t>
            </a:r>
            <a:r>
              <a:rPr sz="2000" spc="-9" dirty="0" smtClean="0">
                <a:latin typeface="Arial"/>
                <a:cs typeface="Arial"/>
              </a:rPr>
              <a:t>e</a:t>
            </a:r>
            <a:r>
              <a:rPr sz="2000" spc="0" dirty="0" smtClean="0">
                <a:latin typeface="Arial"/>
                <a:cs typeface="Arial"/>
              </a:rPr>
              <a:t>m</a:t>
            </a:r>
            <a:endParaRPr sz="200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5839123" y="4389642"/>
            <a:ext cx="1317371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0" dirty="0" smtClean="0">
                <a:latin typeface="Arial"/>
                <a:cs typeface="Arial"/>
              </a:rPr>
              <a:t>mil</a:t>
            </a:r>
            <a:r>
              <a:rPr sz="2000" spc="-4" dirty="0" smtClean="0">
                <a:latin typeface="Arial"/>
                <a:cs typeface="Arial"/>
              </a:rPr>
              <a:t>í</a:t>
            </a:r>
            <a:r>
              <a:rPr sz="2000" spc="0" dirty="0" smtClean="0">
                <a:latin typeface="Arial"/>
                <a:cs typeface="Arial"/>
              </a:rPr>
              <a:t>me</a:t>
            </a:r>
            <a:r>
              <a:rPr sz="2000" spc="-14" dirty="0" smtClean="0">
                <a:latin typeface="Arial"/>
                <a:cs typeface="Arial"/>
              </a:rPr>
              <a:t>t</a:t>
            </a:r>
            <a:r>
              <a:rPr sz="2000" spc="4" dirty="0" smtClean="0">
                <a:latin typeface="Arial"/>
                <a:cs typeface="Arial"/>
              </a:rPr>
              <a:t>r</a:t>
            </a:r>
            <a:r>
              <a:rPr sz="2000" spc="-9" dirty="0" smtClean="0">
                <a:latin typeface="Arial"/>
                <a:cs typeface="Arial"/>
              </a:rPr>
              <a:t>o</a:t>
            </a:r>
            <a:r>
              <a:rPr sz="2000" spc="4" dirty="0" smtClean="0">
                <a:latin typeface="Arial"/>
                <a:cs typeface="Arial"/>
              </a:rPr>
              <a:t>s</a:t>
            </a:r>
            <a:r>
              <a:rPr sz="2000" spc="0" dirty="0" smtClean="0">
                <a:latin typeface="Arial"/>
                <a:cs typeface="Arial"/>
              </a:rPr>
              <a:t>,</a:t>
            </a:r>
            <a:endParaRPr sz="200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7251870" y="4389642"/>
            <a:ext cx="1403773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4" dirty="0" smtClean="0">
                <a:latin typeface="Arial"/>
                <a:cs typeface="Arial"/>
              </a:rPr>
              <a:t>s</a:t>
            </a:r>
            <a:r>
              <a:rPr sz="2000" spc="-9" dirty="0" smtClean="0">
                <a:latin typeface="Arial"/>
                <a:cs typeface="Arial"/>
              </a:rPr>
              <a:t>ab</a:t>
            </a:r>
            <a:r>
              <a:rPr sz="2000" spc="0" dirty="0" smtClean="0">
                <a:latin typeface="Arial"/>
                <a:cs typeface="Arial"/>
              </a:rPr>
              <a:t>end</a:t>
            </a:r>
            <a:r>
              <a:rPr sz="2000" spc="-9" dirty="0" smtClean="0">
                <a:latin typeface="Arial"/>
                <a:cs typeface="Arial"/>
              </a:rPr>
              <a:t>o</a:t>
            </a:r>
            <a:r>
              <a:rPr sz="2000" spc="-4" dirty="0" smtClean="0">
                <a:latin typeface="Arial"/>
                <a:cs typeface="Arial"/>
              </a:rPr>
              <a:t>-</a:t>
            </a:r>
            <a:r>
              <a:rPr sz="2000" spc="4" dirty="0" smtClean="0">
                <a:latin typeface="Arial"/>
                <a:cs typeface="Arial"/>
              </a:rPr>
              <a:t>s</a:t>
            </a:r>
            <a:r>
              <a:rPr sz="2000" spc="0" dirty="0" smtClean="0">
                <a:latin typeface="Arial"/>
                <a:cs typeface="Arial"/>
              </a:rPr>
              <a:t>e</a:t>
            </a:r>
            <a:endParaRPr sz="200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8751690" y="4389642"/>
            <a:ext cx="501286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0" dirty="0" smtClean="0">
                <a:latin typeface="Arial"/>
                <a:cs typeface="Arial"/>
              </a:rPr>
              <a:t>que</a:t>
            </a:r>
            <a:endParaRPr sz="2000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9349023" y="4389642"/>
            <a:ext cx="217900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0" dirty="0" smtClean="0">
                <a:latin typeface="Arial"/>
                <a:cs typeface="Arial"/>
              </a:rPr>
              <a:t>a</a:t>
            </a:r>
            <a:endParaRPr sz="2000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581289" y="4633482"/>
            <a:ext cx="4419821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-4" dirty="0" smtClean="0">
                <a:latin typeface="Arial"/>
                <a:cs typeface="Arial"/>
              </a:rPr>
              <a:t>v</a:t>
            </a:r>
            <a:r>
              <a:rPr sz="2000" spc="0" dirty="0" smtClean="0">
                <a:latin typeface="Arial"/>
                <a:cs typeface="Arial"/>
              </a:rPr>
              <a:t>elo</a:t>
            </a:r>
            <a:r>
              <a:rPr sz="2000" spc="4" dirty="0" smtClean="0">
                <a:latin typeface="Arial"/>
                <a:cs typeface="Arial"/>
              </a:rPr>
              <a:t>c</a:t>
            </a:r>
            <a:r>
              <a:rPr sz="2000" spc="0" dirty="0" smtClean="0">
                <a:latin typeface="Arial"/>
                <a:cs typeface="Arial"/>
              </a:rPr>
              <a:t>idade</a:t>
            </a:r>
            <a:r>
              <a:rPr sz="2000" spc="-14" dirty="0" smtClean="0">
                <a:latin typeface="Arial"/>
                <a:cs typeface="Arial"/>
              </a:rPr>
              <a:t> </a:t>
            </a:r>
            <a:r>
              <a:rPr sz="2000" spc="-9" dirty="0" smtClean="0">
                <a:latin typeface="Arial"/>
                <a:cs typeface="Arial"/>
              </a:rPr>
              <a:t>d</a:t>
            </a:r>
            <a:r>
              <a:rPr sz="2000" spc="0" dirty="0" smtClean="0">
                <a:latin typeface="Arial"/>
                <a:cs typeface="Arial"/>
              </a:rPr>
              <a:t>e e</a:t>
            </a:r>
            <a:r>
              <a:rPr sz="2000" spc="-4" dirty="0" smtClean="0">
                <a:latin typeface="Arial"/>
                <a:cs typeface="Arial"/>
              </a:rPr>
              <a:t>s</a:t>
            </a:r>
            <a:r>
              <a:rPr sz="2000" spc="4" dirty="0" smtClean="0">
                <a:latin typeface="Arial"/>
                <a:cs typeface="Arial"/>
              </a:rPr>
              <a:t>c</a:t>
            </a:r>
            <a:r>
              <a:rPr sz="2000" spc="-9" dirty="0" smtClean="0">
                <a:latin typeface="Arial"/>
                <a:cs typeface="Arial"/>
              </a:rPr>
              <a:t>o</a:t>
            </a:r>
            <a:r>
              <a:rPr sz="2000" spc="0" dirty="0" smtClean="0">
                <a:latin typeface="Arial"/>
                <a:cs typeface="Arial"/>
              </a:rPr>
              <a:t>am</a:t>
            </a:r>
            <a:r>
              <a:rPr sz="2000" spc="-9" dirty="0" smtClean="0">
                <a:latin typeface="Arial"/>
                <a:cs typeface="Arial"/>
              </a:rPr>
              <a:t>e</a:t>
            </a:r>
            <a:r>
              <a:rPr sz="2000" spc="0" dirty="0" smtClean="0">
                <a:latin typeface="Arial"/>
                <a:cs typeface="Arial"/>
              </a:rPr>
              <a:t>n</a:t>
            </a:r>
            <a:r>
              <a:rPr sz="2000" spc="-14" dirty="0" smtClean="0">
                <a:latin typeface="Arial"/>
                <a:cs typeface="Arial"/>
              </a:rPr>
              <a:t>t</a:t>
            </a:r>
            <a:r>
              <a:rPr sz="2000" spc="0" dirty="0" smtClean="0">
                <a:latin typeface="Arial"/>
                <a:cs typeface="Arial"/>
              </a:rPr>
              <a:t>o é </a:t>
            </a:r>
            <a:r>
              <a:rPr sz="2000" spc="-9" dirty="0" smtClean="0">
                <a:latin typeface="Arial"/>
                <a:cs typeface="Arial"/>
              </a:rPr>
              <a:t>d</a:t>
            </a:r>
            <a:r>
              <a:rPr sz="2000" spc="0" dirty="0" smtClean="0">
                <a:latin typeface="Arial"/>
                <a:cs typeface="Arial"/>
              </a:rPr>
              <a:t>e 5</a:t>
            </a:r>
            <a:r>
              <a:rPr sz="2000" spc="-14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m</a:t>
            </a:r>
            <a:r>
              <a:rPr sz="2000" spc="-4" dirty="0" smtClean="0">
                <a:latin typeface="Arial"/>
                <a:cs typeface="Arial"/>
              </a:rPr>
              <a:t>/s</a:t>
            </a:r>
            <a:r>
              <a:rPr sz="2000" spc="0" dirty="0" smtClean="0">
                <a:latin typeface="Arial"/>
                <a:cs typeface="Arial"/>
              </a:rPr>
              <a:t>.</a:t>
            </a:r>
            <a:endParaRPr sz="2000">
              <a:latin typeface="Arial"/>
              <a:cs typeface="Aria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1581289" y="4938282"/>
            <a:ext cx="289092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4" dirty="0" smtClean="0">
                <a:latin typeface="Arial"/>
                <a:cs typeface="Arial"/>
              </a:rPr>
              <a:t>c</a:t>
            </a:r>
            <a:r>
              <a:rPr sz="2000" spc="0" dirty="0" smtClean="0">
                <a:latin typeface="Arial"/>
                <a:cs typeface="Arial"/>
              </a:rPr>
              <a:t>)</a:t>
            </a:r>
            <a:endParaRPr sz="2000">
              <a:latin typeface="Arial"/>
              <a:cs typeface="Aria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962204" y="4938282"/>
            <a:ext cx="246126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0" dirty="0" smtClean="0">
                <a:latin typeface="Arial"/>
                <a:cs typeface="Arial"/>
              </a:rPr>
              <a:t>A</a:t>
            </a:r>
            <a:endParaRPr sz="2000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2300700" y="4938282"/>
            <a:ext cx="1133626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-9" dirty="0" smtClean="0">
                <a:latin typeface="Arial"/>
                <a:cs typeface="Arial"/>
              </a:rPr>
              <a:t>pr</a:t>
            </a:r>
            <a:r>
              <a:rPr sz="2000" spc="0" dirty="0" smtClean="0">
                <a:latin typeface="Arial"/>
                <a:cs typeface="Arial"/>
              </a:rPr>
              <a:t>od</a:t>
            </a:r>
            <a:r>
              <a:rPr sz="2000" spc="-9" dirty="0" smtClean="0">
                <a:latin typeface="Arial"/>
                <a:cs typeface="Arial"/>
              </a:rPr>
              <a:t>u</a:t>
            </a:r>
            <a:r>
              <a:rPr sz="2000" spc="-4" dirty="0" smtClean="0">
                <a:latin typeface="Arial"/>
                <a:cs typeface="Arial"/>
              </a:rPr>
              <a:t>ç</a:t>
            </a:r>
            <a:r>
              <a:rPr sz="2000" spc="0" dirty="0" smtClean="0">
                <a:latin typeface="Arial"/>
                <a:cs typeface="Arial"/>
              </a:rPr>
              <a:t>ão</a:t>
            </a:r>
            <a:endParaRPr sz="2000">
              <a:latin typeface="Arial"/>
              <a:cs typeface="Aria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3527325" y="4938282"/>
            <a:ext cx="625631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-9" dirty="0" smtClean="0">
                <a:latin typeface="Arial"/>
                <a:cs typeface="Arial"/>
              </a:rPr>
              <a:t>a</a:t>
            </a:r>
            <a:r>
              <a:rPr sz="2000" spc="0" dirty="0" smtClean="0">
                <a:latin typeface="Arial"/>
                <a:cs typeface="Arial"/>
              </a:rPr>
              <a:t>p</a:t>
            </a:r>
            <a:r>
              <a:rPr sz="2000" spc="-9" dirty="0" smtClean="0">
                <a:latin typeface="Arial"/>
                <a:cs typeface="Arial"/>
              </a:rPr>
              <a:t>ó</a:t>
            </a:r>
            <a:r>
              <a:rPr sz="2000" spc="0" dirty="0" smtClean="0">
                <a:latin typeface="Arial"/>
                <a:cs typeface="Arial"/>
              </a:rPr>
              <a:t>s</a:t>
            </a:r>
            <a:endParaRPr sz="2000">
              <a:latin typeface="Arial"/>
              <a:cs typeface="Aria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4245053" y="4938282"/>
            <a:ext cx="359593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0" dirty="0" smtClean="0">
                <a:latin typeface="Arial"/>
                <a:cs typeface="Arial"/>
              </a:rPr>
              <a:t>24</a:t>
            </a:r>
            <a:endParaRPr sz="2000">
              <a:latin typeface="Arial"/>
              <a:cs typeface="Arial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4696121" y="4938282"/>
            <a:ext cx="782414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0" dirty="0" smtClean="0">
                <a:latin typeface="Arial"/>
                <a:cs typeface="Arial"/>
              </a:rPr>
              <a:t>h</a:t>
            </a:r>
            <a:r>
              <a:rPr sz="2000" spc="-9" dirty="0" smtClean="0">
                <a:latin typeface="Arial"/>
                <a:cs typeface="Arial"/>
              </a:rPr>
              <a:t>o</a:t>
            </a:r>
            <a:r>
              <a:rPr sz="2000" spc="4" dirty="0" smtClean="0">
                <a:latin typeface="Arial"/>
                <a:cs typeface="Arial"/>
              </a:rPr>
              <a:t>r</a:t>
            </a:r>
            <a:r>
              <a:rPr sz="2000" spc="-9" dirty="0" smtClean="0">
                <a:latin typeface="Arial"/>
                <a:cs typeface="Arial"/>
              </a:rPr>
              <a:t>a</a:t>
            </a:r>
            <a:r>
              <a:rPr sz="2000" spc="4" dirty="0" smtClean="0">
                <a:latin typeface="Arial"/>
                <a:cs typeface="Arial"/>
              </a:rPr>
              <a:t>s</a:t>
            </a:r>
            <a:r>
              <a:rPr sz="2000" spc="0" dirty="0" smtClean="0">
                <a:latin typeface="Arial"/>
                <a:cs typeface="Arial"/>
              </a:rPr>
              <a:t>,</a:t>
            </a:r>
            <a:endParaRPr sz="2000">
              <a:latin typeface="Arial"/>
              <a:cs typeface="Arial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5569338" y="4938282"/>
            <a:ext cx="2363252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0" dirty="0" smtClean="0">
                <a:latin typeface="Arial"/>
                <a:cs typeface="Arial"/>
              </a:rPr>
              <a:t>d</a:t>
            </a:r>
            <a:r>
              <a:rPr sz="2000" spc="-9" dirty="0" smtClean="0">
                <a:latin typeface="Arial"/>
                <a:cs typeface="Arial"/>
              </a:rPr>
              <a:t>e</a:t>
            </a:r>
            <a:r>
              <a:rPr sz="2000" spc="-4" dirty="0" smtClean="0">
                <a:latin typeface="Arial"/>
                <a:cs typeface="Arial"/>
              </a:rPr>
              <a:t>s</a:t>
            </a:r>
            <a:r>
              <a:rPr sz="2000" spc="4" dirty="0" smtClean="0">
                <a:latin typeface="Arial"/>
                <a:cs typeface="Arial"/>
              </a:rPr>
              <a:t>c</a:t>
            </a:r>
            <a:r>
              <a:rPr sz="2000" spc="0" dirty="0" smtClean="0">
                <a:latin typeface="Arial"/>
                <a:cs typeface="Arial"/>
              </a:rPr>
              <a:t>o</a:t>
            </a:r>
            <a:r>
              <a:rPr sz="2000" spc="-9" dirty="0" smtClean="0">
                <a:latin typeface="Arial"/>
                <a:cs typeface="Arial"/>
              </a:rPr>
              <a:t>n</a:t>
            </a:r>
            <a:r>
              <a:rPr sz="2000" spc="4" dirty="0" smtClean="0">
                <a:latin typeface="Arial"/>
                <a:cs typeface="Arial"/>
              </a:rPr>
              <a:t>s</a:t>
            </a:r>
            <a:r>
              <a:rPr sz="2000" spc="0" dirty="0" smtClean="0">
                <a:latin typeface="Arial"/>
                <a:cs typeface="Arial"/>
              </a:rPr>
              <a:t>id</a:t>
            </a:r>
            <a:r>
              <a:rPr sz="2000" spc="-9" dirty="0" smtClean="0">
                <a:latin typeface="Arial"/>
                <a:cs typeface="Arial"/>
              </a:rPr>
              <a:t>e</a:t>
            </a:r>
            <a:r>
              <a:rPr sz="2000" spc="4" dirty="0" smtClean="0">
                <a:latin typeface="Arial"/>
                <a:cs typeface="Arial"/>
              </a:rPr>
              <a:t>r</a:t>
            </a:r>
            <a:r>
              <a:rPr sz="2000" spc="0" dirty="0" smtClean="0">
                <a:latin typeface="Arial"/>
                <a:cs typeface="Arial"/>
              </a:rPr>
              <a:t>a</a:t>
            </a:r>
            <a:r>
              <a:rPr sz="2000" spc="-9" dirty="0" smtClean="0">
                <a:latin typeface="Arial"/>
                <a:cs typeface="Arial"/>
              </a:rPr>
              <a:t>n</a:t>
            </a:r>
            <a:r>
              <a:rPr sz="2000" spc="0" dirty="0" smtClean="0">
                <a:latin typeface="Arial"/>
                <a:cs typeface="Arial"/>
              </a:rPr>
              <a:t>d</a:t>
            </a:r>
            <a:r>
              <a:rPr sz="2000" spc="-9" dirty="0" smtClean="0">
                <a:latin typeface="Arial"/>
                <a:cs typeface="Arial"/>
              </a:rPr>
              <a:t>o</a:t>
            </a:r>
            <a:r>
              <a:rPr sz="2000" spc="4" dirty="0" smtClean="0">
                <a:latin typeface="Arial"/>
                <a:cs typeface="Arial"/>
              </a:rPr>
              <a:t>-</a:t>
            </a:r>
            <a:r>
              <a:rPr sz="2000" spc="-4" dirty="0" smtClean="0">
                <a:latin typeface="Arial"/>
                <a:cs typeface="Arial"/>
              </a:rPr>
              <a:t>s</a:t>
            </a:r>
            <a:r>
              <a:rPr sz="2000" spc="0" dirty="0" smtClean="0">
                <a:latin typeface="Arial"/>
                <a:cs typeface="Arial"/>
              </a:rPr>
              <a:t>e</a:t>
            </a:r>
            <a:endParaRPr sz="2000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8024065" y="4938282"/>
            <a:ext cx="217900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0" dirty="0" smtClean="0">
                <a:latin typeface="Arial"/>
                <a:cs typeface="Arial"/>
              </a:rPr>
              <a:t>o</a:t>
            </a:r>
            <a:endParaRPr sz="2000">
              <a:latin typeface="Arial"/>
              <a:cs typeface="Arial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8334964" y="4938282"/>
            <a:ext cx="780848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-9" dirty="0" smtClean="0">
                <a:latin typeface="Arial"/>
                <a:cs typeface="Arial"/>
              </a:rPr>
              <a:t>t</a:t>
            </a:r>
            <a:r>
              <a:rPr sz="2000" spc="0" dirty="0" smtClean="0">
                <a:latin typeface="Arial"/>
                <a:cs typeface="Arial"/>
              </a:rPr>
              <a:t>em</a:t>
            </a:r>
            <a:r>
              <a:rPr sz="2000" spc="-9" dirty="0" smtClean="0">
                <a:latin typeface="Arial"/>
                <a:cs typeface="Arial"/>
              </a:rPr>
              <a:t>p</a:t>
            </a:r>
            <a:r>
              <a:rPr sz="2000" spc="0" dirty="0" smtClean="0">
                <a:latin typeface="Arial"/>
                <a:cs typeface="Arial"/>
              </a:rPr>
              <a:t>o</a:t>
            </a:r>
            <a:endParaRPr sz="2000">
              <a:latin typeface="Arial"/>
              <a:cs typeface="Arial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9207288" y="4938282"/>
            <a:ext cx="359593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0" dirty="0" smtClean="0">
                <a:latin typeface="Arial"/>
                <a:cs typeface="Arial"/>
              </a:rPr>
              <a:t>de</a:t>
            </a:r>
            <a:endParaRPr sz="2000">
              <a:latin typeface="Arial"/>
              <a:cs typeface="Arial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1581289" y="5183646"/>
            <a:ext cx="3336366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0" dirty="0" smtClean="0">
                <a:latin typeface="Arial"/>
                <a:cs typeface="Arial"/>
              </a:rPr>
              <a:t>de</a:t>
            </a:r>
            <a:r>
              <a:rPr sz="2000" spc="4" dirty="0" smtClean="0">
                <a:latin typeface="Arial"/>
                <a:cs typeface="Arial"/>
              </a:rPr>
              <a:t>s</a:t>
            </a:r>
            <a:r>
              <a:rPr sz="2000" spc="0" dirty="0" smtClean="0">
                <a:latin typeface="Arial"/>
                <a:cs typeface="Arial"/>
              </a:rPr>
              <a:t>l</a:t>
            </a:r>
            <a:r>
              <a:rPr sz="2000" spc="-9" dirty="0" smtClean="0">
                <a:latin typeface="Arial"/>
                <a:cs typeface="Arial"/>
              </a:rPr>
              <a:t>o</a:t>
            </a:r>
            <a:r>
              <a:rPr sz="2000" spc="4" dirty="0" smtClean="0">
                <a:latin typeface="Arial"/>
                <a:cs typeface="Arial"/>
              </a:rPr>
              <a:t>c</a:t>
            </a:r>
            <a:r>
              <a:rPr sz="2000" spc="0" dirty="0" smtClean="0">
                <a:latin typeface="Arial"/>
                <a:cs typeface="Arial"/>
              </a:rPr>
              <a:t>a</a:t>
            </a:r>
            <a:r>
              <a:rPr sz="2000" spc="-14" dirty="0" smtClean="0">
                <a:latin typeface="Arial"/>
                <a:cs typeface="Arial"/>
              </a:rPr>
              <a:t>m</a:t>
            </a:r>
            <a:r>
              <a:rPr sz="2000" spc="0" dirty="0" smtClean="0">
                <a:latin typeface="Arial"/>
                <a:cs typeface="Arial"/>
              </a:rPr>
              <a:t>en</a:t>
            </a:r>
            <a:r>
              <a:rPr sz="2000" spc="-14" dirty="0" smtClean="0">
                <a:latin typeface="Arial"/>
                <a:cs typeface="Arial"/>
              </a:rPr>
              <a:t>t</a:t>
            </a:r>
            <a:r>
              <a:rPr sz="2000" spc="0" dirty="0" smtClean="0">
                <a:latin typeface="Arial"/>
                <a:cs typeface="Arial"/>
              </a:rPr>
              <a:t>o d</a:t>
            </a:r>
            <a:r>
              <a:rPr sz="2000" spc="-9" dirty="0" smtClean="0">
                <a:latin typeface="Arial"/>
                <a:cs typeface="Arial"/>
              </a:rPr>
              <a:t>o</a:t>
            </a:r>
            <a:r>
              <a:rPr sz="2000" spc="0" dirty="0" smtClean="0">
                <a:latin typeface="Arial"/>
                <a:cs typeface="Arial"/>
              </a:rPr>
              <a:t>s </a:t>
            </a:r>
            <a:r>
              <a:rPr sz="2000" spc="-4" dirty="0" smtClean="0">
                <a:latin typeface="Arial"/>
                <a:cs typeface="Arial"/>
              </a:rPr>
              <a:t>t</a:t>
            </a:r>
            <a:r>
              <a:rPr sz="2000" spc="-9" dirty="0" smtClean="0">
                <a:latin typeface="Arial"/>
                <a:cs typeface="Arial"/>
              </a:rPr>
              <a:t>a</a:t>
            </a:r>
            <a:r>
              <a:rPr sz="2000" spc="0" dirty="0" smtClean="0">
                <a:latin typeface="Arial"/>
                <a:cs typeface="Arial"/>
              </a:rPr>
              <a:t>mb</a:t>
            </a:r>
            <a:r>
              <a:rPr sz="2000" spc="-9" dirty="0" smtClean="0">
                <a:latin typeface="Arial"/>
                <a:cs typeface="Arial"/>
              </a:rPr>
              <a:t>or</a:t>
            </a:r>
            <a:r>
              <a:rPr sz="2000" spc="0" dirty="0" smtClean="0">
                <a:latin typeface="Arial"/>
                <a:cs typeface="Arial"/>
              </a:rPr>
              <a:t>e</a:t>
            </a:r>
            <a:r>
              <a:rPr sz="2000" spc="4" dirty="0" smtClean="0">
                <a:latin typeface="Arial"/>
                <a:cs typeface="Arial"/>
              </a:rPr>
              <a:t>s</a:t>
            </a:r>
            <a:r>
              <a:rPr sz="2000" spc="0" dirty="0" smtClean="0">
                <a:latin typeface="Arial"/>
                <a:cs typeface="Arial"/>
              </a:rPr>
              <a:t>.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12"/>
          <p:cNvSpPr txBox="1"/>
          <p:nvPr/>
        </p:nvSpPr>
        <p:spPr>
          <a:xfrm>
            <a:off x="1310017" y="1034143"/>
            <a:ext cx="4780730" cy="4825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779"/>
              </a:lnSpc>
              <a:spcBef>
                <a:spcPts val="189"/>
              </a:spcBef>
            </a:pPr>
            <a:r>
              <a:rPr sz="3600" spc="192" dirty="0" smtClean="0">
                <a:solidFill>
                  <a:srgbClr val="00CC65"/>
                </a:solidFill>
                <a:latin typeface="Arial"/>
                <a:cs typeface="Arial"/>
              </a:rPr>
              <a:t>E</a:t>
            </a:r>
            <a:r>
              <a:rPr sz="3600" spc="143" dirty="0" smtClean="0">
                <a:solidFill>
                  <a:srgbClr val="00CC65"/>
                </a:solidFill>
                <a:latin typeface="Arial"/>
                <a:cs typeface="Arial"/>
              </a:rPr>
              <a:t>x</a:t>
            </a:r>
            <a:r>
              <a:rPr sz="3600" spc="160" dirty="0" smtClean="0">
                <a:solidFill>
                  <a:srgbClr val="00CC65"/>
                </a:solidFill>
                <a:latin typeface="Arial"/>
                <a:cs typeface="Arial"/>
              </a:rPr>
              <a:t>e</a:t>
            </a:r>
            <a:r>
              <a:rPr sz="3600" spc="95" dirty="0" smtClean="0">
                <a:solidFill>
                  <a:srgbClr val="00CC65"/>
                </a:solidFill>
                <a:latin typeface="Arial"/>
                <a:cs typeface="Arial"/>
              </a:rPr>
              <a:t>r</a:t>
            </a:r>
            <a:r>
              <a:rPr sz="3600" spc="143" dirty="0" smtClean="0">
                <a:solidFill>
                  <a:srgbClr val="00CC65"/>
                </a:solidFill>
                <a:latin typeface="Arial"/>
                <a:cs typeface="Arial"/>
              </a:rPr>
              <a:t>c</a:t>
            </a:r>
            <a:r>
              <a:rPr sz="3600" spc="63" dirty="0" smtClean="0">
                <a:solidFill>
                  <a:srgbClr val="00CC65"/>
                </a:solidFill>
                <a:latin typeface="Arial"/>
                <a:cs typeface="Arial"/>
              </a:rPr>
              <a:t>í</a:t>
            </a:r>
            <a:r>
              <a:rPr sz="3600" spc="143" dirty="0" smtClean="0">
                <a:solidFill>
                  <a:srgbClr val="00CC65"/>
                </a:solidFill>
                <a:latin typeface="Arial"/>
                <a:cs typeface="Arial"/>
              </a:rPr>
              <a:t>c</a:t>
            </a:r>
            <a:r>
              <a:rPr sz="3600" spc="58" dirty="0" smtClean="0">
                <a:solidFill>
                  <a:srgbClr val="00CC65"/>
                </a:solidFill>
                <a:latin typeface="Arial"/>
                <a:cs typeface="Arial"/>
              </a:rPr>
              <a:t>i</a:t>
            </a:r>
            <a:r>
              <a:rPr sz="3600" spc="154" dirty="0" smtClean="0">
                <a:solidFill>
                  <a:srgbClr val="00CC65"/>
                </a:solidFill>
                <a:latin typeface="Arial"/>
                <a:cs typeface="Arial"/>
              </a:rPr>
              <a:t>o</a:t>
            </a:r>
            <a:r>
              <a:rPr sz="3600" spc="143" dirty="0" smtClean="0">
                <a:solidFill>
                  <a:srgbClr val="00CC65"/>
                </a:solidFill>
                <a:latin typeface="Arial"/>
                <a:cs typeface="Arial"/>
              </a:rPr>
              <a:t>s</a:t>
            </a:r>
            <a:r>
              <a:rPr sz="3600" spc="27" dirty="0" smtClean="0">
                <a:solidFill>
                  <a:srgbClr val="00CC65"/>
                </a:solidFill>
                <a:latin typeface="Arial"/>
                <a:cs typeface="Arial"/>
              </a:rPr>
              <a:t> </a:t>
            </a:r>
            <a:r>
              <a:rPr sz="3600" spc="0" dirty="0" smtClean="0">
                <a:solidFill>
                  <a:srgbClr val="00CC65"/>
                </a:solidFill>
                <a:latin typeface="Arial"/>
                <a:cs typeface="Arial"/>
              </a:rPr>
              <a:t>P</a:t>
            </a:r>
            <a:r>
              <a:rPr sz="3600" spc="191" dirty="0" smtClean="0">
                <a:solidFill>
                  <a:srgbClr val="00CC65"/>
                </a:solidFill>
                <a:latin typeface="Arial"/>
                <a:cs typeface="Arial"/>
              </a:rPr>
              <a:t>r</a:t>
            </a:r>
            <a:r>
              <a:rPr sz="3600" spc="175" dirty="0" smtClean="0">
                <a:solidFill>
                  <a:srgbClr val="00CC65"/>
                </a:solidFill>
                <a:latin typeface="Arial"/>
                <a:cs typeface="Arial"/>
              </a:rPr>
              <a:t>opo</a:t>
            </a:r>
            <a:r>
              <a:rPr sz="3600" spc="197" dirty="0" smtClean="0">
                <a:solidFill>
                  <a:srgbClr val="00CC65"/>
                </a:solidFill>
                <a:latin typeface="Arial"/>
                <a:cs typeface="Arial"/>
              </a:rPr>
              <a:t>s</a:t>
            </a:r>
            <a:r>
              <a:rPr sz="3600" spc="190" dirty="0" smtClean="0">
                <a:solidFill>
                  <a:srgbClr val="00CC65"/>
                </a:solidFill>
                <a:latin typeface="Arial"/>
                <a:cs typeface="Arial"/>
              </a:rPr>
              <a:t>to</a:t>
            </a:r>
            <a:r>
              <a:rPr sz="3600" spc="197" dirty="0" smtClean="0">
                <a:solidFill>
                  <a:srgbClr val="00CC65"/>
                </a:solidFill>
                <a:latin typeface="Arial"/>
                <a:cs typeface="Arial"/>
              </a:rPr>
              <a:t>s</a:t>
            </a:r>
            <a:endParaRPr sz="36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581289" y="1643395"/>
            <a:ext cx="7987077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0" dirty="0" smtClean="0">
                <a:latin typeface="Arial"/>
                <a:cs typeface="Arial"/>
              </a:rPr>
              <a:t>5)</a:t>
            </a:r>
            <a:r>
              <a:rPr sz="2000" spc="229" dirty="0" smtClean="0">
                <a:latin typeface="Arial"/>
                <a:cs typeface="Arial"/>
              </a:rPr>
              <a:t> </a:t>
            </a:r>
            <a:r>
              <a:rPr sz="2000" spc="4" dirty="0" smtClean="0">
                <a:latin typeface="Arial"/>
                <a:cs typeface="Arial"/>
              </a:rPr>
              <a:t>U</a:t>
            </a:r>
            <a:r>
              <a:rPr sz="2000" spc="0" dirty="0" smtClean="0">
                <a:latin typeface="Arial"/>
                <a:cs typeface="Arial"/>
              </a:rPr>
              <a:t>m</a:t>
            </a:r>
            <a:r>
              <a:rPr sz="2000" spc="219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de</a:t>
            </a:r>
            <a:r>
              <a:rPr sz="2000" spc="-14" dirty="0" smtClean="0">
                <a:latin typeface="Arial"/>
                <a:cs typeface="Arial"/>
              </a:rPr>
              <a:t>t</a:t>
            </a:r>
            <a:r>
              <a:rPr sz="2000" spc="0" dirty="0" smtClean="0">
                <a:latin typeface="Arial"/>
                <a:cs typeface="Arial"/>
              </a:rPr>
              <a:t>e</a:t>
            </a:r>
            <a:r>
              <a:rPr sz="2000" spc="-9" dirty="0" smtClean="0">
                <a:latin typeface="Arial"/>
                <a:cs typeface="Arial"/>
              </a:rPr>
              <a:t>r</a:t>
            </a:r>
            <a:r>
              <a:rPr sz="2000" spc="0" dirty="0" smtClean="0">
                <a:latin typeface="Arial"/>
                <a:cs typeface="Arial"/>
              </a:rPr>
              <a:t>minado</a:t>
            </a:r>
            <a:r>
              <a:rPr sz="2000" spc="225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l</a:t>
            </a:r>
            <a:r>
              <a:rPr sz="2000" spc="-4" dirty="0" smtClean="0">
                <a:latin typeface="Arial"/>
                <a:cs typeface="Arial"/>
              </a:rPr>
              <a:t>í</a:t>
            </a:r>
            <a:r>
              <a:rPr sz="2000" spc="0" dirty="0" smtClean="0">
                <a:latin typeface="Arial"/>
                <a:cs typeface="Arial"/>
              </a:rPr>
              <a:t>qui</a:t>
            </a:r>
            <a:r>
              <a:rPr sz="2000" spc="-9" dirty="0" smtClean="0">
                <a:latin typeface="Arial"/>
                <a:cs typeface="Arial"/>
              </a:rPr>
              <a:t>d</a:t>
            </a:r>
            <a:r>
              <a:rPr sz="2000" spc="0" dirty="0" smtClean="0">
                <a:latin typeface="Arial"/>
                <a:cs typeface="Arial"/>
              </a:rPr>
              <a:t>o</a:t>
            </a:r>
            <a:r>
              <a:rPr sz="2000" spc="234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é</a:t>
            </a:r>
            <a:r>
              <a:rPr sz="2000" spc="225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d</a:t>
            </a:r>
            <a:r>
              <a:rPr sz="2000" spc="-9" dirty="0" smtClean="0">
                <a:latin typeface="Arial"/>
                <a:cs typeface="Arial"/>
              </a:rPr>
              <a:t>e</a:t>
            </a:r>
            <a:r>
              <a:rPr sz="2000" spc="4" dirty="0" smtClean="0">
                <a:latin typeface="Arial"/>
                <a:cs typeface="Arial"/>
              </a:rPr>
              <a:t>s</a:t>
            </a:r>
            <a:r>
              <a:rPr sz="2000" spc="-4" dirty="0" smtClean="0">
                <a:latin typeface="Arial"/>
                <a:cs typeface="Arial"/>
              </a:rPr>
              <a:t>c</a:t>
            </a:r>
            <a:r>
              <a:rPr sz="2000" spc="0" dirty="0" smtClean="0">
                <a:latin typeface="Arial"/>
                <a:cs typeface="Arial"/>
              </a:rPr>
              <a:t>a</a:t>
            </a:r>
            <a:r>
              <a:rPr sz="2000" spc="-9" dirty="0" smtClean="0">
                <a:latin typeface="Arial"/>
                <a:cs typeface="Arial"/>
              </a:rPr>
              <a:t>r</a:t>
            </a:r>
            <a:r>
              <a:rPr sz="2000" spc="4" dirty="0" smtClean="0">
                <a:latin typeface="Arial"/>
                <a:cs typeface="Arial"/>
              </a:rPr>
              <a:t>r</a:t>
            </a:r>
            <a:r>
              <a:rPr sz="2000" spc="-9" dirty="0" smtClean="0">
                <a:latin typeface="Arial"/>
                <a:cs typeface="Arial"/>
              </a:rPr>
              <a:t>e</a:t>
            </a:r>
            <a:r>
              <a:rPr sz="2000" spc="0" dirty="0" smtClean="0">
                <a:latin typeface="Arial"/>
                <a:cs typeface="Arial"/>
              </a:rPr>
              <a:t>gado</a:t>
            </a:r>
            <a:r>
              <a:rPr sz="2000" spc="225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de</a:t>
            </a:r>
            <a:r>
              <a:rPr sz="2000" spc="225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um</a:t>
            </a:r>
            <a:r>
              <a:rPr sz="2000" spc="219" dirty="0" smtClean="0">
                <a:latin typeface="Arial"/>
                <a:cs typeface="Arial"/>
              </a:rPr>
              <a:t> </a:t>
            </a:r>
            <a:r>
              <a:rPr sz="2000" spc="-4" dirty="0" smtClean="0">
                <a:latin typeface="Arial"/>
                <a:cs typeface="Arial"/>
              </a:rPr>
              <a:t>t</a:t>
            </a:r>
            <a:r>
              <a:rPr sz="2000" spc="0" dirty="0" smtClean="0">
                <a:latin typeface="Arial"/>
                <a:cs typeface="Arial"/>
              </a:rPr>
              <a:t>anq</a:t>
            </a:r>
            <a:r>
              <a:rPr sz="2000" spc="-4" dirty="0" smtClean="0">
                <a:latin typeface="Arial"/>
                <a:cs typeface="Arial"/>
              </a:rPr>
              <a:t>u</a:t>
            </a:r>
            <a:r>
              <a:rPr sz="2000" spc="0" dirty="0" smtClean="0">
                <a:latin typeface="Arial"/>
                <a:cs typeface="Arial"/>
              </a:rPr>
              <a:t>e</a:t>
            </a:r>
            <a:r>
              <a:rPr sz="2000" spc="234" dirty="0" smtClean="0">
                <a:latin typeface="Arial"/>
                <a:cs typeface="Arial"/>
              </a:rPr>
              <a:t> </a:t>
            </a:r>
            <a:r>
              <a:rPr sz="2000" spc="4" dirty="0" smtClean="0">
                <a:latin typeface="Arial"/>
                <a:cs typeface="Arial"/>
              </a:rPr>
              <a:t>c</a:t>
            </a:r>
            <a:r>
              <a:rPr sz="2000" spc="0" dirty="0" smtClean="0">
                <a:latin typeface="Arial"/>
                <a:cs typeface="Arial"/>
              </a:rPr>
              <a:t>úbi</a:t>
            </a:r>
            <a:r>
              <a:rPr sz="2000" spc="-4" dirty="0" smtClean="0">
                <a:latin typeface="Arial"/>
                <a:cs typeface="Arial"/>
              </a:rPr>
              <a:t>c</a:t>
            </a:r>
            <a:r>
              <a:rPr sz="2000" spc="0" dirty="0" smtClean="0">
                <a:latin typeface="Arial"/>
                <a:cs typeface="Arial"/>
              </a:rPr>
              <a:t>o</a:t>
            </a:r>
            <a:r>
              <a:rPr sz="2000" spc="249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de</a:t>
            </a:r>
            <a:endParaRPr sz="20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238384" y="1695333"/>
            <a:ext cx="208978" cy="2158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635"/>
              </a:lnSpc>
              <a:spcBef>
                <a:spcPts val="81"/>
              </a:spcBef>
            </a:pPr>
            <a:r>
              <a:rPr sz="1500" spc="208" dirty="0" smtClean="0">
                <a:solidFill>
                  <a:srgbClr val="65FF32"/>
                </a:solidFill>
                <a:latin typeface="Arial"/>
                <a:cs typeface="Arial"/>
              </a:rPr>
              <a:t>□</a:t>
            </a:r>
            <a:endParaRPr sz="15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581289" y="1887235"/>
            <a:ext cx="7976972" cy="52527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930"/>
              </a:lnSpc>
              <a:spcBef>
                <a:spcPts val="276"/>
              </a:spcBef>
            </a:pPr>
            <a:r>
              <a:rPr sz="2000" spc="0" dirty="0" smtClean="0">
                <a:latin typeface="Arial"/>
                <a:cs typeface="Arial"/>
              </a:rPr>
              <a:t>5m</a:t>
            </a:r>
            <a:r>
              <a:rPr sz="2000" spc="64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de</a:t>
            </a:r>
            <a:r>
              <a:rPr sz="2000" spc="69" dirty="0" smtClean="0">
                <a:latin typeface="Arial"/>
                <a:cs typeface="Arial"/>
              </a:rPr>
              <a:t> </a:t>
            </a:r>
            <a:r>
              <a:rPr sz="2000" spc="-9" dirty="0" smtClean="0">
                <a:latin typeface="Arial"/>
                <a:cs typeface="Arial"/>
              </a:rPr>
              <a:t>ar</a:t>
            </a:r>
            <a:r>
              <a:rPr sz="2000" spc="0" dirty="0" smtClean="0">
                <a:latin typeface="Arial"/>
                <a:cs typeface="Arial"/>
              </a:rPr>
              <a:t>e</a:t>
            </a:r>
            <a:r>
              <a:rPr sz="2000" spc="4" dirty="0" smtClean="0">
                <a:latin typeface="Arial"/>
                <a:cs typeface="Arial"/>
              </a:rPr>
              <a:t>s</a:t>
            </a:r>
            <a:r>
              <a:rPr sz="2000" spc="-14" dirty="0" smtClean="0">
                <a:latin typeface="Arial"/>
                <a:cs typeface="Arial"/>
              </a:rPr>
              <a:t>t</a:t>
            </a:r>
            <a:r>
              <a:rPr sz="2000" spc="0" dirty="0" smtClean="0">
                <a:latin typeface="Arial"/>
                <a:cs typeface="Arial"/>
              </a:rPr>
              <a:t>a</a:t>
            </a:r>
            <a:r>
              <a:rPr sz="2000" spc="54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por</a:t>
            </a:r>
            <a:r>
              <a:rPr sz="2000" spc="59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um</a:t>
            </a:r>
            <a:r>
              <a:rPr sz="2000" spc="64" dirty="0" smtClean="0">
                <a:latin typeface="Arial"/>
                <a:cs typeface="Arial"/>
              </a:rPr>
              <a:t> </a:t>
            </a:r>
            <a:r>
              <a:rPr sz="2000" spc="-4" dirty="0" smtClean="0">
                <a:latin typeface="Arial"/>
                <a:cs typeface="Arial"/>
              </a:rPr>
              <a:t>t</a:t>
            </a:r>
            <a:r>
              <a:rPr sz="2000" spc="-9" dirty="0" smtClean="0">
                <a:latin typeface="Arial"/>
                <a:cs typeface="Arial"/>
              </a:rPr>
              <a:t>u</a:t>
            </a:r>
            <a:r>
              <a:rPr sz="2000" spc="0" dirty="0" smtClean="0">
                <a:latin typeface="Arial"/>
                <a:cs typeface="Arial"/>
              </a:rPr>
              <a:t>bo</a:t>
            </a:r>
            <a:r>
              <a:rPr sz="2000" spc="69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de</a:t>
            </a:r>
            <a:r>
              <a:rPr sz="2000" spc="79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5</a:t>
            </a:r>
            <a:r>
              <a:rPr sz="2000" spc="-4" dirty="0" smtClean="0">
                <a:latin typeface="Arial"/>
                <a:cs typeface="Arial"/>
              </a:rPr>
              <a:t>c</a:t>
            </a:r>
            <a:r>
              <a:rPr sz="2000" spc="0" dirty="0" smtClean="0">
                <a:latin typeface="Arial"/>
                <a:cs typeface="Arial"/>
              </a:rPr>
              <a:t>m</a:t>
            </a:r>
            <a:r>
              <a:rPr sz="2000" spc="79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de</a:t>
            </a:r>
            <a:r>
              <a:rPr sz="2000" spc="69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diâme</a:t>
            </a:r>
            <a:r>
              <a:rPr sz="2000" spc="-14" dirty="0" smtClean="0">
                <a:latin typeface="Arial"/>
                <a:cs typeface="Arial"/>
              </a:rPr>
              <a:t>t</a:t>
            </a:r>
            <a:r>
              <a:rPr sz="2000" spc="4" dirty="0" smtClean="0">
                <a:latin typeface="Arial"/>
                <a:cs typeface="Arial"/>
              </a:rPr>
              <a:t>r</a:t>
            </a:r>
            <a:r>
              <a:rPr sz="2000" spc="0" dirty="0" smtClean="0">
                <a:latin typeface="Arial"/>
                <a:cs typeface="Arial"/>
              </a:rPr>
              <a:t>o.</a:t>
            </a:r>
            <a:r>
              <a:rPr sz="2000" spc="75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A</a:t>
            </a:r>
            <a:r>
              <a:rPr sz="2000" spc="75" dirty="0" smtClean="0">
                <a:latin typeface="Arial"/>
                <a:cs typeface="Arial"/>
              </a:rPr>
              <a:t> </a:t>
            </a:r>
            <a:r>
              <a:rPr sz="2000" spc="-4" dirty="0" smtClean="0">
                <a:latin typeface="Arial"/>
                <a:cs typeface="Arial"/>
              </a:rPr>
              <a:t>v</a:t>
            </a:r>
            <a:r>
              <a:rPr sz="2000" spc="-9" dirty="0" smtClean="0">
                <a:latin typeface="Arial"/>
                <a:cs typeface="Arial"/>
              </a:rPr>
              <a:t>a</a:t>
            </a:r>
            <a:r>
              <a:rPr sz="2000" spc="4" dirty="0" smtClean="0">
                <a:latin typeface="Arial"/>
                <a:cs typeface="Arial"/>
              </a:rPr>
              <a:t>zã</a:t>
            </a:r>
            <a:r>
              <a:rPr sz="2000" spc="0" dirty="0" smtClean="0">
                <a:latin typeface="Arial"/>
                <a:cs typeface="Arial"/>
              </a:rPr>
              <a:t>o</a:t>
            </a:r>
            <a:r>
              <a:rPr sz="2000" spc="79" dirty="0" smtClean="0">
                <a:latin typeface="Arial"/>
                <a:cs typeface="Arial"/>
              </a:rPr>
              <a:t> </a:t>
            </a:r>
            <a:r>
              <a:rPr sz="2000" spc="-9" dirty="0" smtClean="0">
                <a:latin typeface="Arial"/>
                <a:cs typeface="Arial"/>
              </a:rPr>
              <a:t>n</a:t>
            </a:r>
            <a:r>
              <a:rPr sz="2000" spc="0" dirty="0" smtClean="0">
                <a:latin typeface="Arial"/>
                <a:cs typeface="Arial"/>
              </a:rPr>
              <a:t>o</a:t>
            </a:r>
            <a:r>
              <a:rPr sz="2000" spc="79" dirty="0" smtClean="0">
                <a:latin typeface="Arial"/>
                <a:cs typeface="Arial"/>
              </a:rPr>
              <a:t> </a:t>
            </a:r>
            <a:r>
              <a:rPr sz="2000" spc="-4" dirty="0" smtClean="0">
                <a:latin typeface="Arial"/>
                <a:cs typeface="Arial"/>
              </a:rPr>
              <a:t>t</a:t>
            </a:r>
            <a:r>
              <a:rPr sz="2000" spc="0" dirty="0" smtClean="0">
                <a:latin typeface="Arial"/>
                <a:cs typeface="Arial"/>
              </a:rPr>
              <a:t>u</a:t>
            </a:r>
            <a:r>
              <a:rPr sz="2000" spc="-9" dirty="0" smtClean="0">
                <a:latin typeface="Arial"/>
                <a:cs typeface="Arial"/>
              </a:rPr>
              <a:t>b</a:t>
            </a:r>
            <a:r>
              <a:rPr sz="2000" spc="0" dirty="0" smtClean="0">
                <a:latin typeface="Arial"/>
                <a:cs typeface="Arial"/>
              </a:rPr>
              <a:t>o</a:t>
            </a:r>
            <a:r>
              <a:rPr sz="2000" spc="69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é</a:t>
            </a:r>
            <a:r>
              <a:rPr sz="2000" spc="79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10 l</a:t>
            </a:r>
            <a:r>
              <a:rPr sz="2000" spc="-4" dirty="0" smtClean="0">
                <a:latin typeface="Arial"/>
                <a:cs typeface="Arial"/>
              </a:rPr>
              <a:t>/</a:t>
            </a:r>
            <a:r>
              <a:rPr sz="2000" spc="4" dirty="0" smtClean="0">
                <a:latin typeface="Arial"/>
                <a:cs typeface="Arial"/>
              </a:rPr>
              <a:t>s</a:t>
            </a:r>
            <a:r>
              <a:rPr sz="2000" spc="0" dirty="0" smtClean="0">
                <a:latin typeface="Arial"/>
                <a:cs typeface="Arial"/>
              </a:rPr>
              <a:t>,</a:t>
            </a:r>
            <a:r>
              <a:rPr sz="2000" spc="-9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de</a:t>
            </a:r>
            <a:r>
              <a:rPr sz="2000" spc="-14" dirty="0" smtClean="0">
                <a:latin typeface="Arial"/>
                <a:cs typeface="Arial"/>
              </a:rPr>
              <a:t>t</a:t>
            </a:r>
            <a:r>
              <a:rPr sz="2000" spc="-9" dirty="0" smtClean="0">
                <a:latin typeface="Arial"/>
                <a:cs typeface="Arial"/>
              </a:rPr>
              <a:t>e</a:t>
            </a:r>
            <a:r>
              <a:rPr sz="2000" spc="4" dirty="0" smtClean="0">
                <a:latin typeface="Arial"/>
                <a:cs typeface="Arial"/>
              </a:rPr>
              <a:t>r</a:t>
            </a:r>
            <a:r>
              <a:rPr sz="2000" spc="0" dirty="0" smtClean="0">
                <a:latin typeface="Arial"/>
                <a:cs typeface="Arial"/>
              </a:rPr>
              <a:t>min</a:t>
            </a:r>
            <a:r>
              <a:rPr sz="2000" spc="-9" dirty="0" smtClean="0">
                <a:latin typeface="Arial"/>
                <a:cs typeface="Arial"/>
              </a:rPr>
              <a:t>a</a:t>
            </a:r>
            <a:r>
              <a:rPr sz="2000" spc="4" dirty="0" smtClean="0">
                <a:latin typeface="Arial"/>
                <a:cs typeface="Arial"/>
              </a:rPr>
              <a:t>r</a:t>
            </a:r>
            <a:r>
              <a:rPr sz="2000" spc="0" dirty="0" smtClean="0">
                <a:latin typeface="Arial"/>
                <a:cs typeface="Arial"/>
              </a:rPr>
              <a:t>:</a:t>
            </a:r>
            <a:endParaRPr sz="20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581289" y="2437399"/>
            <a:ext cx="302769" cy="5847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0" dirty="0" smtClean="0">
                <a:latin typeface="Arial"/>
                <a:cs typeface="Arial"/>
              </a:rPr>
              <a:t>a)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95825"/>
              </a:lnSpc>
            </a:pPr>
            <a:r>
              <a:rPr sz="2000" spc="0" dirty="0" smtClean="0">
                <a:latin typeface="Arial"/>
                <a:cs typeface="Arial"/>
              </a:rPr>
              <a:t>b)</a:t>
            </a:r>
            <a:endParaRPr sz="20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876946" y="2437399"/>
            <a:ext cx="3532898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0" dirty="0" smtClean="0">
                <a:latin typeface="Arial"/>
                <a:cs typeface="Arial"/>
              </a:rPr>
              <a:t>a </a:t>
            </a:r>
            <a:r>
              <a:rPr sz="2000" spc="-4" dirty="0" smtClean="0">
                <a:latin typeface="Arial"/>
                <a:cs typeface="Arial"/>
              </a:rPr>
              <a:t>v</a:t>
            </a:r>
            <a:r>
              <a:rPr sz="2000" spc="0" dirty="0" smtClean="0">
                <a:latin typeface="Arial"/>
                <a:cs typeface="Arial"/>
              </a:rPr>
              <a:t>elo</a:t>
            </a:r>
            <a:r>
              <a:rPr sz="2000" spc="4" dirty="0" smtClean="0">
                <a:latin typeface="Arial"/>
                <a:cs typeface="Arial"/>
              </a:rPr>
              <a:t>c</a:t>
            </a:r>
            <a:r>
              <a:rPr sz="2000" spc="0" dirty="0" smtClean="0">
                <a:latin typeface="Arial"/>
                <a:cs typeface="Arial"/>
              </a:rPr>
              <a:t>id</a:t>
            </a:r>
            <a:r>
              <a:rPr sz="2000" spc="-9" dirty="0" smtClean="0">
                <a:latin typeface="Arial"/>
                <a:cs typeface="Arial"/>
              </a:rPr>
              <a:t>a</a:t>
            </a:r>
            <a:r>
              <a:rPr sz="2000" spc="0" dirty="0" smtClean="0">
                <a:latin typeface="Arial"/>
                <a:cs typeface="Arial"/>
              </a:rPr>
              <a:t>de do</a:t>
            </a:r>
            <a:r>
              <a:rPr sz="2000" spc="-14" dirty="0" smtClean="0">
                <a:latin typeface="Arial"/>
                <a:cs typeface="Arial"/>
              </a:rPr>
              <a:t> </a:t>
            </a:r>
            <a:r>
              <a:rPr sz="2000" spc="-4" dirty="0" smtClean="0">
                <a:latin typeface="Arial"/>
                <a:cs typeface="Arial"/>
              </a:rPr>
              <a:t>f</a:t>
            </a:r>
            <a:r>
              <a:rPr sz="2000" spc="0" dirty="0" smtClean="0">
                <a:latin typeface="Arial"/>
                <a:cs typeface="Arial"/>
              </a:rPr>
              <a:t>lu</a:t>
            </a:r>
            <a:r>
              <a:rPr sz="2000" spc="-4" dirty="0" smtClean="0">
                <a:latin typeface="Arial"/>
                <a:cs typeface="Arial"/>
              </a:rPr>
              <a:t>í</a:t>
            </a:r>
            <a:r>
              <a:rPr sz="2000" spc="0" dirty="0" smtClean="0">
                <a:latin typeface="Arial"/>
                <a:cs typeface="Arial"/>
              </a:rPr>
              <a:t>do</a:t>
            </a:r>
            <a:r>
              <a:rPr sz="2000" spc="-14" dirty="0" smtClean="0">
                <a:latin typeface="Arial"/>
                <a:cs typeface="Arial"/>
              </a:rPr>
              <a:t> </a:t>
            </a:r>
            <a:r>
              <a:rPr sz="2000" spc="-9" dirty="0" smtClean="0">
                <a:latin typeface="Arial"/>
                <a:cs typeface="Arial"/>
              </a:rPr>
              <a:t>n</a:t>
            </a:r>
            <a:r>
              <a:rPr sz="2000" spc="0" dirty="0" smtClean="0">
                <a:latin typeface="Arial"/>
                <a:cs typeface="Arial"/>
              </a:rPr>
              <a:t>o </a:t>
            </a:r>
            <a:r>
              <a:rPr sz="2000" spc="-4" dirty="0" smtClean="0">
                <a:latin typeface="Arial"/>
                <a:cs typeface="Arial"/>
              </a:rPr>
              <a:t>t</a:t>
            </a:r>
            <a:r>
              <a:rPr sz="2000" spc="0" dirty="0" smtClean="0">
                <a:latin typeface="Arial"/>
                <a:cs typeface="Arial"/>
              </a:rPr>
              <a:t>u</a:t>
            </a:r>
            <a:r>
              <a:rPr sz="2000" spc="-9" dirty="0" smtClean="0">
                <a:latin typeface="Arial"/>
                <a:cs typeface="Arial"/>
              </a:rPr>
              <a:t>b</a:t>
            </a:r>
            <a:r>
              <a:rPr sz="2000" spc="0" dirty="0" smtClean="0">
                <a:latin typeface="Arial"/>
                <a:cs typeface="Arial"/>
              </a:rPr>
              <a:t>o.</a:t>
            </a:r>
            <a:endParaRPr sz="20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876946" y="2742199"/>
            <a:ext cx="993581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0" dirty="0" smtClean="0">
                <a:latin typeface="Arial"/>
                <a:cs typeface="Arial"/>
              </a:rPr>
              <a:t>o </a:t>
            </a:r>
            <a:r>
              <a:rPr sz="2000" spc="-4" dirty="0" smtClean="0">
                <a:latin typeface="Arial"/>
                <a:cs typeface="Arial"/>
              </a:rPr>
              <a:t>t</a:t>
            </a:r>
            <a:r>
              <a:rPr sz="2000" spc="-9" dirty="0" smtClean="0">
                <a:latin typeface="Arial"/>
                <a:cs typeface="Arial"/>
              </a:rPr>
              <a:t>e</a:t>
            </a:r>
            <a:r>
              <a:rPr sz="2000" spc="0" dirty="0" smtClean="0">
                <a:latin typeface="Arial"/>
                <a:cs typeface="Arial"/>
              </a:rPr>
              <a:t>mpo</a:t>
            </a:r>
            <a:endParaRPr sz="20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862942" y="2742199"/>
            <a:ext cx="5423086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-9" dirty="0" smtClean="0">
                <a:latin typeface="Arial"/>
                <a:cs typeface="Arial"/>
              </a:rPr>
              <a:t>q</a:t>
            </a:r>
            <a:r>
              <a:rPr sz="2000" spc="0" dirty="0" smtClean="0">
                <a:latin typeface="Arial"/>
                <a:cs typeface="Arial"/>
              </a:rPr>
              <a:t>ue o</a:t>
            </a:r>
            <a:r>
              <a:rPr sz="2000" spc="-14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n</a:t>
            </a:r>
            <a:r>
              <a:rPr sz="2000" spc="-4" dirty="0" smtClean="0">
                <a:latin typeface="Arial"/>
                <a:cs typeface="Arial"/>
              </a:rPr>
              <a:t>ív</a:t>
            </a:r>
            <a:r>
              <a:rPr sz="2000" spc="0" dirty="0" smtClean="0">
                <a:latin typeface="Arial"/>
                <a:cs typeface="Arial"/>
              </a:rPr>
              <a:t>el do</a:t>
            </a:r>
            <a:r>
              <a:rPr sz="2000" spc="-14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l</a:t>
            </a:r>
            <a:r>
              <a:rPr sz="2000" spc="-4" dirty="0" smtClean="0">
                <a:latin typeface="Arial"/>
                <a:cs typeface="Arial"/>
              </a:rPr>
              <a:t>í</a:t>
            </a:r>
            <a:r>
              <a:rPr sz="2000" spc="0" dirty="0" smtClean="0">
                <a:latin typeface="Arial"/>
                <a:cs typeface="Arial"/>
              </a:rPr>
              <a:t>quido le</a:t>
            </a:r>
            <a:r>
              <a:rPr sz="2000" spc="-4" dirty="0" smtClean="0">
                <a:latin typeface="Arial"/>
                <a:cs typeface="Arial"/>
              </a:rPr>
              <a:t>v</a:t>
            </a:r>
            <a:r>
              <a:rPr sz="2000" spc="0" dirty="0" smtClean="0">
                <a:latin typeface="Arial"/>
                <a:cs typeface="Arial"/>
              </a:rPr>
              <a:t>a</a:t>
            </a:r>
            <a:r>
              <a:rPr sz="2000" spc="4" dirty="0" smtClean="0">
                <a:latin typeface="Arial"/>
                <a:cs typeface="Arial"/>
              </a:rPr>
              <a:t>r</a:t>
            </a:r>
            <a:r>
              <a:rPr sz="2000" spc="0" dirty="0" smtClean="0">
                <a:latin typeface="Arial"/>
                <a:cs typeface="Arial"/>
              </a:rPr>
              <a:t>á</a:t>
            </a:r>
            <a:r>
              <a:rPr sz="2000" spc="-14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p</a:t>
            </a:r>
            <a:r>
              <a:rPr sz="2000" spc="-9" dirty="0" smtClean="0">
                <a:latin typeface="Arial"/>
                <a:cs typeface="Arial"/>
              </a:rPr>
              <a:t>a</a:t>
            </a:r>
            <a:r>
              <a:rPr sz="2000" spc="4" dirty="0" smtClean="0">
                <a:latin typeface="Arial"/>
                <a:cs typeface="Arial"/>
              </a:rPr>
              <a:t>r</a:t>
            </a:r>
            <a:r>
              <a:rPr sz="2000" spc="0" dirty="0" smtClean="0">
                <a:latin typeface="Arial"/>
                <a:cs typeface="Arial"/>
              </a:rPr>
              <a:t>a </a:t>
            </a:r>
            <a:r>
              <a:rPr sz="2000" spc="-9" dirty="0" smtClean="0">
                <a:latin typeface="Arial"/>
                <a:cs typeface="Arial"/>
              </a:rPr>
              <a:t>d</a:t>
            </a:r>
            <a:r>
              <a:rPr sz="2000" spc="0" dirty="0" smtClean="0">
                <a:latin typeface="Arial"/>
                <a:cs typeface="Arial"/>
              </a:rPr>
              <a:t>e</a:t>
            </a:r>
            <a:r>
              <a:rPr sz="2000" spc="-4" dirty="0" smtClean="0">
                <a:latin typeface="Arial"/>
                <a:cs typeface="Arial"/>
              </a:rPr>
              <a:t>s</a:t>
            </a:r>
            <a:r>
              <a:rPr sz="2000" spc="4" dirty="0" smtClean="0">
                <a:latin typeface="Arial"/>
                <a:cs typeface="Arial"/>
              </a:rPr>
              <a:t>c</a:t>
            </a:r>
            <a:r>
              <a:rPr sz="2000" spc="-9" dirty="0" smtClean="0">
                <a:latin typeface="Arial"/>
                <a:cs typeface="Arial"/>
              </a:rPr>
              <a:t>e</a:t>
            </a:r>
            <a:r>
              <a:rPr sz="2000" spc="0" dirty="0" smtClean="0">
                <a:latin typeface="Arial"/>
                <a:cs typeface="Arial"/>
              </a:rPr>
              <a:t>r</a:t>
            </a:r>
            <a:r>
              <a:rPr sz="2000" spc="-4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20</a:t>
            </a:r>
            <a:r>
              <a:rPr sz="2000" spc="-4" dirty="0" smtClean="0">
                <a:latin typeface="Arial"/>
                <a:cs typeface="Arial"/>
              </a:rPr>
              <a:t>c</a:t>
            </a:r>
            <a:r>
              <a:rPr sz="2000" spc="0" dirty="0" smtClean="0">
                <a:latin typeface="Arial"/>
                <a:cs typeface="Arial"/>
              </a:rPr>
              <a:t>m.</a:t>
            </a:r>
            <a:endParaRPr sz="20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581289" y="3351798"/>
            <a:ext cx="302769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0" dirty="0" smtClean="0">
                <a:latin typeface="Arial"/>
                <a:cs typeface="Arial"/>
              </a:rPr>
              <a:t>6)</a:t>
            </a:r>
            <a:endParaRPr sz="20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928762" y="3351798"/>
            <a:ext cx="924828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4" dirty="0" smtClean="0">
                <a:latin typeface="Arial"/>
                <a:cs typeface="Arial"/>
              </a:rPr>
              <a:t>C</a:t>
            </a:r>
            <a:r>
              <a:rPr sz="2000" spc="0" dirty="0" smtClean="0">
                <a:latin typeface="Arial"/>
                <a:cs typeface="Arial"/>
              </a:rPr>
              <a:t>a</a:t>
            </a:r>
            <a:r>
              <a:rPr sz="2000" spc="-14" dirty="0" smtClean="0">
                <a:latin typeface="Arial"/>
                <a:cs typeface="Arial"/>
              </a:rPr>
              <a:t>l</a:t>
            </a:r>
            <a:r>
              <a:rPr sz="2000" spc="4" dirty="0" smtClean="0">
                <a:latin typeface="Arial"/>
                <a:cs typeface="Arial"/>
              </a:rPr>
              <a:t>c</a:t>
            </a:r>
            <a:r>
              <a:rPr sz="2000" spc="0" dirty="0" smtClean="0">
                <a:latin typeface="Arial"/>
                <a:cs typeface="Arial"/>
              </a:rPr>
              <a:t>ule</a:t>
            </a:r>
            <a:endParaRPr sz="20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897821" y="3351798"/>
            <a:ext cx="6669142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0" dirty="0" smtClean="0">
                <a:latin typeface="Arial"/>
                <a:cs typeface="Arial"/>
              </a:rPr>
              <a:t>a</a:t>
            </a:r>
            <a:r>
              <a:rPr sz="2000" spc="380" dirty="0" smtClean="0">
                <a:latin typeface="Arial"/>
                <a:cs typeface="Arial"/>
              </a:rPr>
              <a:t> </a:t>
            </a:r>
            <a:r>
              <a:rPr sz="2000" spc="-4" dirty="0" smtClean="0">
                <a:latin typeface="Arial"/>
                <a:cs typeface="Arial"/>
              </a:rPr>
              <a:t>v</a:t>
            </a:r>
            <a:r>
              <a:rPr sz="2000" spc="0" dirty="0" smtClean="0">
                <a:latin typeface="Arial"/>
                <a:cs typeface="Arial"/>
              </a:rPr>
              <a:t>a</a:t>
            </a:r>
            <a:r>
              <a:rPr sz="2000" spc="4" dirty="0" smtClean="0">
                <a:latin typeface="Arial"/>
                <a:cs typeface="Arial"/>
              </a:rPr>
              <a:t>z</a:t>
            </a:r>
            <a:r>
              <a:rPr sz="2000" spc="0" dirty="0" smtClean="0">
                <a:latin typeface="Arial"/>
                <a:cs typeface="Arial"/>
              </a:rPr>
              <a:t>ão</a:t>
            </a:r>
            <a:r>
              <a:rPr sz="2000" spc="391" dirty="0" smtClean="0">
                <a:latin typeface="Arial"/>
                <a:cs typeface="Arial"/>
              </a:rPr>
              <a:t> </a:t>
            </a:r>
            <a:r>
              <a:rPr sz="2000" spc="-9" dirty="0" smtClean="0">
                <a:latin typeface="Arial"/>
                <a:cs typeface="Arial"/>
              </a:rPr>
              <a:t>e</a:t>
            </a:r>
            <a:r>
              <a:rPr sz="2000" spc="0" dirty="0" smtClean="0">
                <a:latin typeface="Arial"/>
                <a:cs typeface="Arial"/>
              </a:rPr>
              <a:t>m</a:t>
            </a:r>
            <a:r>
              <a:rPr sz="2000" spc="391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ma</a:t>
            </a:r>
            <a:r>
              <a:rPr sz="2000" spc="-4" dirty="0" smtClean="0">
                <a:latin typeface="Arial"/>
                <a:cs typeface="Arial"/>
              </a:rPr>
              <a:t>s</a:t>
            </a:r>
            <a:r>
              <a:rPr sz="2000" spc="4" dirty="0" smtClean="0">
                <a:latin typeface="Arial"/>
                <a:cs typeface="Arial"/>
              </a:rPr>
              <a:t>s</a:t>
            </a:r>
            <a:r>
              <a:rPr sz="2000" spc="0" dirty="0" smtClean="0">
                <a:latin typeface="Arial"/>
                <a:cs typeface="Arial"/>
              </a:rPr>
              <a:t>a</a:t>
            </a:r>
            <a:r>
              <a:rPr sz="2000" spc="380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de</a:t>
            </a:r>
            <a:r>
              <a:rPr sz="2000" spc="405" dirty="0" smtClean="0">
                <a:latin typeface="Arial"/>
                <a:cs typeface="Arial"/>
              </a:rPr>
              <a:t> </a:t>
            </a:r>
            <a:r>
              <a:rPr sz="2000" spc="-9" dirty="0" smtClean="0">
                <a:latin typeface="Arial"/>
                <a:cs typeface="Arial"/>
              </a:rPr>
              <a:t>u</a:t>
            </a:r>
            <a:r>
              <a:rPr sz="2000" spc="0" dirty="0" smtClean="0">
                <a:latin typeface="Arial"/>
                <a:cs typeface="Arial"/>
              </a:rPr>
              <a:t>m</a:t>
            </a:r>
            <a:r>
              <a:rPr sz="2000" spc="400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p</a:t>
            </a:r>
            <a:r>
              <a:rPr sz="2000" spc="-9" dirty="0" smtClean="0">
                <a:latin typeface="Arial"/>
                <a:cs typeface="Arial"/>
              </a:rPr>
              <a:t>r</a:t>
            </a:r>
            <a:r>
              <a:rPr sz="2000" spc="0" dirty="0" smtClean="0">
                <a:latin typeface="Arial"/>
                <a:cs typeface="Arial"/>
              </a:rPr>
              <a:t>odu</a:t>
            </a:r>
            <a:r>
              <a:rPr sz="2000" spc="-14" dirty="0" smtClean="0">
                <a:latin typeface="Arial"/>
                <a:cs typeface="Arial"/>
              </a:rPr>
              <a:t>t</a:t>
            </a:r>
            <a:r>
              <a:rPr sz="2000" spc="0" dirty="0" smtClean="0">
                <a:latin typeface="Arial"/>
                <a:cs typeface="Arial"/>
              </a:rPr>
              <a:t>o</a:t>
            </a:r>
            <a:r>
              <a:rPr sz="2000" spc="405" dirty="0" smtClean="0">
                <a:latin typeface="Arial"/>
                <a:cs typeface="Arial"/>
              </a:rPr>
              <a:t> </a:t>
            </a:r>
            <a:r>
              <a:rPr sz="2000" spc="-9" dirty="0" smtClean="0">
                <a:latin typeface="Arial"/>
                <a:cs typeface="Arial"/>
              </a:rPr>
              <a:t>q</a:t>
            </a:r>
            <a:r>
              <a:rPr sz="2000" spc="0" dirty="0" smtClean="0">
                <a:latin typeface="Arial"/>
                <a:cs typeface="Arial"/>
              </a:rPr>
              <a:t>ue</a:t>
            </a:r>
            <a:r>
              <a:rPr sz="2000" spc="405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e</a:t>
            </a:r>
            <a:r>
              <a:rPr sz="2000" spc="-4" dirty="0" smtClean="0">
                <a:latin typeface="Arial"/>
                <a:cs typeface="Arial"/>
              </a:rPr>
              <a:t>s</a:t>
            </a:r>
            <a:r>
              <a:rPr sz="2000" spc="4" dirty="0" smtClean="0">
                <a:latin typeface="Arial"/>
                <a:cs typeface="Arial"/>
              </a:rPr>
              <a:t>c</a:t>
            </a:r>
            <a:r>
              <a:rPr sz="2000" spc="-9" dirty="0" smtClean="0">
                <a:latin typeface="Arial"/>
                <a:cs typeface="Arial"/>
              </a:rPr>
              <a:t>o</a:t>
            </a:r>
            <a:r>
              <a:rPr sz="2000" spc="0" dirty="0" smtClean="0">
                <a:latin typeface="Arial"/>
                <a:cs typeface="Arial"/>
              </a:rPr>
              <a:t>a</a:t>
            </a:r>
            <a:r>
              <a:rPr sz="2000" spc="411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p</a:t>
            </a:r>
            <a:r>
              <a:rPr sz="2000" spc="-9" dirty="0" smtClean="0">
                <a:latin typeface="Arial"/>
                <a:cs typeface="Arial"/>
              </a:rPr>
              <a:t>o</a:t>
            </a:r>
            <a:r>
              <a:rPr sz="2000" spc="0" dirty="0" smtClean="0">
                <a:latin typeface="Arial"/>
                <a:cs typeface="Arial"/>
              </a:rPr>
              <a:t>r</a:t>
            </a:r>
            <a:r>
              <a:rPr sz="2000" spc="411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u</a:t>
            </a:r>
            <a:r>
              <a:rPr sz="2000" spc="-14" dirty="0" smtClean="0">
                <a:latin typeface="Arial"/>
                <a:cs typeface="Arial"/>
              </a:rPr>
              <a:t>m</a:t>
            </a:r>
            <a:r>
              <a:rPr sz="2000" spc="0" dirty="0" smtClean="0">
                <a:latin typeface="Arial"/>
                <a:cs typeface="Arial"/>
              </a:rPr>
              <a:t>a</a:t>
            </a:r>
            <a:endParaRPr sz="20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238384" y="3403736"/>
            <a:ext cx="208978" cy="2158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635"/>
              </a:lnSpc>
              <a:spcBef>
                <a:spcPts val="81"/>
              </a:spcBef>
            </a:pPr>
            <a:r>
              <a:rPr sz="1500" spc="208" dirty="0" smtClean="0">
                <a:solidFill>
                  <a:srgbClr val="65FF32"/>
                </a:solidFill>
                <a:latin typeface="Arial"/>
                <a:cs typeface="Arial"/>
              </a:rPr>
              <a:t>□</a:t>
            </a:r>
            <a:endParaRPr sz="15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581289" y="3595639"/>
            <a:ext cx="1179347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-4" dirty="0" smtClean="0">
                <a:latin typeface="Arial"/>
                <a:cs typeface="Arial"/>
              </a:rPr>
              <a:t>t</a:t>
            </a:r>
            <a:r>
              <a:rPr sz="2000" spc="0" dirty="0" smtClean="0">
                <a:latin typeface="Arial"/>
                <a:cs typeface="Arial"/>
              </a:rPr>
              <a:t>ubul</a:t>
            </a:r>
            <a:r>
              <a:rPr sz="2000" spc="-9" dirty="0" smtClean="0">
                <a:latin typeface="Arial"/>
                <a:cs typeface="Arial"/>
              </a:rPr>
              <a:t>a</a:t>
            </a:r>
            <a:r>
              <a:rPr sz="2000" spc="4" dirty="0" smtClean="0">
                <a:latin typeface="Arial"/>
                <a:cs typeface="Arial"/>
              </a:rPr>
              <a:t>ç</a:t>
            </a:r>
            <a:r>
              <a:rPr sz="2000" spc="0" dirty="0" smtClean="0">
                <a:latin typeface="Arial"/>
                <a:cs typeface="Arial"/>
              </a:rPr>
              <a:t>ão</a:t>
            </a:r>
            <a:endParaRPr sz="20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891735" y="3595639"/>
            <a:ext cx="6676710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  <a:tabLst>
                <a:tab pos="495300" algn="l"/>
                <a:tab pos="1270000" algn="l"/>
                <a:tab pos="1765300" algn="l"/>
                <a:tab pos="3022600" algn="l"/>
                <a:tab pos="3924300" algn="l"/>
                <a:tab pos="4546600" algn="l"/>
                <a:tab pos="4902200" algn="l"/>
                <a:tab pos="6324600" algn="l"/>
              </a:tabLst>
            </a:pPr>
            <a:r>
              <a:rPr sz="2000" spc="-9" dirty="0" smtClean="0">
                <a:latin typeface="Arial"/>
                <a:cs typeface="Arial"/>
              </a:rPr>
              <a:t>d</a:t>
            </a:r>
            <a:r>
              <a:rPr sz="2000" spc="0" dirty="0" smtClean="0">
                <a:latin typeface="Arial"/>
                <a:cs typeface="Arial"/>
              </a:rPr>
              <a:t>e	0</a:t>
            </a:r>
            <a:r>
              <a:rPr sz="2000" spc="-14" dirty="0" smtClean="0">
                <a:latin typeface="Arial"/>
                <a:cs typeface="Arial"/>
              </a:rPr>
              <a:t>,</a:t>
            </a:r>
            <a:r>
              <a:rPr sz="2000" spc="0" dirty="0" smtClean="0">
                <a:latin typeface="Arial"/>
                <a:cs typeface="Arial"/>
              </a:rPr>
              <a:t>3m	de	diâm</a:t>
            </a:r>
            <a:r>
              <a:rPr sz="2000" spc="-9" dirty="0" smtClean="0">
                <a:latin typeface="Arial"/>
                <a:cs typeface="Arial"/>
              </a:rPr>
              <a:t>e</a:t>
            </a:r>
            <a:r>
              <a:rPr sz="2000" spc="-4" dirty="0" smtClean="0">
                <a:latin typeface="Arial"/>
                <a:cs typeface="Arial"/>
              </a:rPr>
              <a:t>t</a:t>
            </a:r>
            <a:r>
              <a:rPr sz="2000" spc="-9" dirty="0" smtClean="0">
                <a:latin typeface="Arial"/>
                <a:cs typeface="Arial"/>
              </a:rPr>
              <a:t>r</a:t>
            </a:r>
            <a:r>
              <a:rPr sz="2000" spc="0" dirty="0" smtClean="0">
                <a:latin typeface="Arial"/>
                <a:cs typeface="Arial"/>
              </a:rPr>
              <a:t>o,	</a:t>
            </a:r>
            <a:r>
              <a:rPr sz="2000" spc="4" dirty="0" smtClean="0">
                <a:latin typeface="Arial"/>
                <a:cs typeface="Arial"/>
              </a:rPr>
              <a:t>s</a:t>
            </a:r>
            <a:r>
              <a:rPr sz="2000" spc="0" dirty="0" smtClean="0">
                <a:latin typeface="Arial"/>
                <a:cs typeface="Arial"/>
              </a:rPr>
              <a:t>e</a:t>
            </a:r>
            <a:r>
              <a:rPr sz="2000" spc="-9" dirty="0" smtClean="0">
                <a:latin typeface="Arial"/>
                <a:cs typeface="Arial"/>
              </a:rPr>
              <a:t>n</a:t>
            </a:r>
            <a:r>
              <a:rPr sz="2000" spc="0" dirty="0" smtClean="0">
                <a:latin typeface="Arial"/>
                <a:cs typeface="Arial"/>
              </a:rPr>
              <a:t>do	que	a	</a:t>
            </a:r>
            <a:r>
              <a:rPr sz="2000" spc="-4" dirty="0" smtClean="0">
                <a:latin typeface="Arial"/>
                <a:cs typeface="Arial"/>
              </a:rPr>
              <a:t>v</a:t>
            </a:r>
            <a:r>
              <a:rPr sz="2000" spc="0" dirty="0" smtClean="0">
                <a:latin typeface="Arial"/>
                <a:cs typeface="Arial"/>
              </a:rPr>
              <a:t>elo</a:t>
            </a:r>
            <a:r>
              <a:rPr sz="2000" spc="4" dirty="0" smtClean="0">
                <a:latin typeface="Arial"/>
                <a:cs typeface="Arial"/>
              </a:rPr>
              <a:t>c</a:t>
            </a:r>
            <a:r>
              <a:rPr sz="2000" spc="0" dirty="0" smtClean="0">
                <a:latin typeface="Arial"/>
                <a:cs typeface="Arial"/>
              </a:rPr>
              <a:t>id</a:t>
            </a:r>
            <a:r>
              <a:rPr sz="2000" spc="-4" dirty="0" smtClean="0">
                <a:latin typeface="Arial"/>
                <a:cs typeface="Arial"/>
              </a:rPr>
              <a:t>a</a:t>
            </a:r>
            <a:r>
              <a:rPr sz="2000" spc="-9" dirty="0" smtClean="0">
                <a:latin typeface="Arial"/>
                <a:cs typeface="Arial"/>
              </a:rPr>
              <a:t>d</a:t>
            </a:r>
            <a:r>
              <a:rPr sz="2000" spc="0" dirty="0" smtClean="0">
                <a:latin typeface="Arial"/>
                <a:cs typeface="Arial"/>
              </a:rPr>
              <a:t>e	de</a:t>
            </a:r>
            <a:endParaRPr sz="20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581289" y="3841002"/>
            <a:ext cx="3391274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0" dirty="0" smtClean="0">
                <a:latin typeface="Arial"/>
                <a:cs typeface="Arial"/>
              </a:rPr>
              <a:t>e</a:t>
            </a:r>
            <a:r>
              <a:rPr sz="2000" spc="-4" dirty="0" smtClean="0">
                <a:latin typeface="Arial"/>
                <a:cs typeface="Arial"/>
              </a:rPr>
              <a:t>s</a:t>
            </a:r>
            <a:r>
              <a:rPr sz="2000" spc="4" dirty="0" smtClean="0">
                <a:latin typeface="Arial"/>
                <a:cs typeface="Arial"/>
              </a:rPr>
              <a:t>c</a:t>
            </a:r>
            <a:r>
              <a:rPr sz="2000" spc="0" dirty="0" smtClean="0">
                <a:latin typeface="Arial"/>
                <a:cs typeface="Arial"/>
              </a:rPr>
              <a:t>o</a:t>
            </a:r>
            <a:r>
              <a:rPr sz="2000" spc="-9" dirty="0" smtClean="0">
                <a:latin typeface="Arial"/>
                <a:cs typeface="Arial"/>
              </a:rPr>
              <a:t>a</a:t>
            </a:r>
            <a:r>
              <a:rPr sz="2000" spc="0" dirty="0" smtClean="0">
                <a:latin typeface="Arial"/>
                <a:cs typeface="Arial"/>
              </a:rPr>
              <a:t>men</a:t>
            </a:r>
            <a:r>
              <a:rPr sz="2000" spc="-14" dirty="0" smtClean="0">
                <a:latin typeface="Arial"/>
                <a:cs typeface="Arial"/>
              </a:rPr>
              <a:t>t</a:t>
            </a:r>
            <a:r>
              <a:rPr sz="2000" spc="0" dirty="0" smtClean="0">
                <a:latin typeface="Arial"/>
                <a:cs typeface="Arial"/>
              </a:rPr>
              <a:t>o</a:t>
            </a:r>
            <a:r>
              <a:rPr sz="2000" spc="-14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é igual a 1</a:t>
            </a:r>
            <a:r>
              <a:rPr sz="2000" spc="-14" dirty="0" smtClean="0">
                <a:latin typeface="Arial"/>
                <a:cs typeface="Arial"/>
              </a:rPr>
              <a:t>,</a:t>
            </a:r>
            <a:r>
              <a:rPr sz="2000" spc="-9" dirty="0" smtClean="0">
                <a:latin typeface="Arial"/>
                <a:cs typeface="Arial"/>
              </a:rPr>
              <a:t>0</a:t>
            </a:r>
            <a:r>
              <a:rPr sz="2000" spc="0" dirty="0" smtClean="0">
                <a:latin typeface="Arial"/>
                <a:cs typeface="Arial"/>
              </a:rPr>
              <a:t>m</a:t>
            </a:r>
            <a:r>
              <a:rPr sz="2000" spc="-4" dirty="0" smtClean="0">
                <a:latin typeface="Arial"/>
                <a:cs typeface="Arial"/>
              </a:rPr>
              <a:t>/</a:t>
            </a:r>
            <a:r>
              <a:rPr sz="2000" spc="4" dirty="0" smtClean="0">
                <a:latin typeface="Arial"/>
                <a:cs typeface="Arial"/>
              </a:rPr>
              <a:t>s</a:t>
            </a:r>
            <a:r>
              <a:rPr sz="2000" spc="0" dirty="0" smtClean="0">
                <a:latin typeface="Arial"/>
                <a:cs typeface="Arial"/>
              </a:rPr>
              <a:t>.</a:t>
            </a:r>
            <a:endParaRPr sz="20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581289" y="4145802"/>
            <a:ext cx="5679033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4" dirty="0" smtClean="0">
                <a:latin typeface="Arial"/>
                <a:cs typeface="Arial"/>
              </a:rPr>
              <a:t>D</a:t>
            </a:r>
            <a:r>
              <a:rPr sz="2000" spc="0" dirty="0" smtClean="0">
                <a:latin typeface="Arial"/>
                <a:cs typeface="Arial"/>
              </a:rPr>
              <a:t>ad</a:t>
            </a:r>
            <a:r>
              <a:rPr sz="2000" spc="-9" dirty="0" smtClean="0">
                <a:latin typeface="Arial"/>
                <a:cs typeface="Arial"/>
              </a:rPr>
              <a:t>o</a:t>
            </a:r>
            <a:r>
              <a:rPr sz="2000" spc="4" dirty="0" smtClean="0">
                <a:latin typeface="Arial"/>
                <a:cs typeface="Arial"/>
              </a:rPr>
              <a:t>s</a:t>
            </a:r>
            <a:r>
              <a:rPr sz="2000" spc="0" dirty="0" smtClean="0">
                <a:latin typeface="Arial"/>
                <a:cs typeface="Arial"/>
              </a:rPr>
              <a:t>:</a:t>
            </a:r>
            <a:r>
              <a:rPr sz="2000" spc="-19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ma</a:t>
            </a:r>
            <a:r>
              <a:rPr sz="2000" spc="-4" dirty="0" smtClean="0">
                <a:latin typeface="Arial"/>
                <a:cs typeface="Arial"/>
              </a:rPr>
              <a:t>ss</a:t>
            </a:r>
            <a:r>
              <a:rPr sz="2000" spc="0" dirty="0" smtClean="0">
                <a:latin typeface="Arial"/>
                <a:cs typeface="Arial"/>
              </a:rPr>
              <a:t>a e</a:t>
            </a:r>
            <a:r>
              <a:rPr sz="2000" spc="-4" dirty="0" smtClean="0">
                <a:latin typeface="Arial"/>
                <a:cs typeface="Arial"/>
              </a:rPr>
              <a:t>s</a:t>
            </a:r>
            <a:r>
              <a:rPr sz="2000" spc="0" dirty="0" smtClean="0">
                <a:latin typeface="Arial"/>
                <a:cs typeface="Arial"/>
              </a:rPr>
              <a:t>p</a:t>
            </a:r>
            <a:r>
              <a:rPr sz="2000" spc="-9" dirty="0" smtClean="0">
                <a:latin typeface="Arial"/>
                <a:cs typeface="Arial"/>
              </a:rPr>
              <a:t>e</a:t>
            </a:r>
            <a:r>
              <a:rPr sz="2000" spc="4" dirty="0" smtClean="0">
                <a:latin typeface="Arial"/>
                <a:cs typeface="Arial"/>
              </a:rPr>
              <a:t>c</a:t>
            </a:r>
            <a:r>
              <a:rPr sz="2000" spc="-4" dirty="0" smtClean="0">
                <a:latin typeface="Arial"/>
                <a:cs typeface="Arial"/>
              </a:rPr>
              <a:t>íf</a:t>
            </a:r>
            <a:r>
              <a:rPr sz="2000" spc="0" dirty="0" smtClean="0">
                <a:latin typeface="Arial"/>
                <a:cs typeface="Arial"/>
              </a:rPr>
              <a:t>i</a:t>
            </a:r>
            <a:r>
              <a:rPr sz="2000" spc="4" dirty="0" smtClean="0">
                <a:latin typeface="Arial"/>
                <a:cs typeface="Arial"/>
              </a:rPr>
              <a:t>c</a:t>
            </a:r>
            <a:r>
              <a:rPr sz="2000" spc="0" dirty="0" smtClean="0">
                <a:latin typeface="Arial"/>
                <a:cs typeface="Arial"/>
              </a:rPr>
              <a:t>a</a:t>
            </a:r>
            <a:r>
              <a:rPr sz="2000" spc="-24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do </a:t>
            </a:r>
            <a:r>
              <a:rPr sz="2000" spc="-9" dirty="0" smtClean="0">
                <a:latin typeface="Arial"/>
                <a:cs typeface="Arial"/>
              </a:rPr>
              <a:t>p</a:t>
            </a:r>
            <a:r>
              <a:rPr sz="2000" spc="4" dirty="0" smtClean="0">
                <a:latin typeface="Arial"/>
                <a:cs typeface="Arial"/>
              </a:rPr>
              <a:t>r</a:t>
            </a:r>
            <a:r>
              <a:rPr sz="2000" spc="0" dirty="0" smtClean="0">
                <a:latin typeface="Arial"/>
                <a:cs typeface="Arial"/>
              </a:rPr>
              <a:t>o</a:t>
            </a:r>
            <a:r>
              <a:rPr sz="2000" spc="-9" dirty="0" smtClean="0">
                <a:latin typeface="Arial"/>
                <a:cs typeface="Arial"/>
              </a:rPr>
              <a:t>d</a:t>
            </a:r>
            <a:r>
              <a:rPr sz="2000" spc="0" dirty="0" smtClean="0">
                <a:latin typeface="Arial"/>
                <a:cs typeface="Arial"/>
              </a:rPr>
              <a:t>u</a:t>
            </a:r>
            <a:r>
              <a:rPr sz="2000" spc="-4" dirty="0" smtClean="0">
                <a:latin typeface="Arial"/>
                <a:cs typeface="Arial"/>
              </a:rPr>
              <a:t>t</a:t>
            </a:r>
            <a:r>
              <a:rPr sz="2000" spc="0" dirty="0" smtClean="0">
                <a:latin typeface="Arial"/>
                <a:cs typeface="Arial"/>
              </a:rPr>
              <a:t>o</a:t>
            </a:r>
            <a:r>
              <a:rPr sz="2000" spc="-14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=</a:t>
            </a:r>
            <a:r>
              <a:rPr sz="2000" spc="-24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120</a:t>
            </a:r>
            <a:r>
              <a:rPr sz="2000" spc="-9" dirty="0" smtClean="0">
                <a:latin typeface="Arial"/>
                <a:cs typeface="Arial"/>
              </a:rPr>
              <a:t>0</a:t>
            </a:r>
            <a:r>
              <a:rPr sz="2000" spc="4" dirty="0" smtClean="0">
                <a:latin typeface="Arial"/>
                <a:cs typeface="Arial"/>
              </a:rPr>
              <a:t>k</a:t>
            </a:r>
            <a:r>
              <a:rPr sz="2000" spc="0" dirty="0" smtClean="0">
                <a:latin typeface="Arial"/>
                <a:cs typeface="Arial"/>
              </a:rPr>
              <a:t>g</a:t>
            </a:r>
            <a:r>
              <a:rPr sz="2000" spc="-14" dirty="0" smtClean="0">
                <a:latin typeface="Arial"/>
                <a:cs typeface="Arial"/>
              </a:rPr>
              <a:t>/m</a:t>
            </a:r>
            <a:r>
              <a:rPr sz="2000" spc="0" dirty="0" smtClean="0">
                <a:latin typeface="Arial"/>
                <a:cs typeface="Arial"/>
              </a:rPr>
              <a:t>³</a:t>
            </a:r>
            <a:endParaRPr sz="20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581289" y="4755402"/>
            <a:ext cx="5998448" cy="52374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indent="0">
              <a:lnSpc>
                <a:spcPts val="1920"/>
              </a:lnSpc>
              <a:spcBef>
                <a:spcPts val="281"/>
              </a:spcBef>
            </a:pPr>
            <a:r>
              <a:rPr sz="2000" spc="0" dirty="0" smtClean="0">
                <a:latin typeface="Arial"/>
                <a:cs typeface="Arial"/>
              </a:rPr>
              <a:t>7)</a:t>
            </a:r>
            <a:r>
              <a:rPr sz="2000" spc="386" dirty="0" smtClean="0">
                <a:latin typeface="Arial"/>
                <a:cs typeface="Arial"/>
              </a:rPr>
              <a:t> </a:t>
            </a:r>
            <a:r>
              <a:rPr sz="2000" spc="-4" dirty="0" smtClean="0">
                <a:latin typeface="Arial"/>
                <a:cs typeface="Arial"/>
              </a:rPr>
              <a:t>B</a:t>
            </a:r>
            <a:r>
              <a:rPr sz="2000" spc="0" dirty="0" smtClean="0">
                <a:latin typeface="Arial"/>
                <a:cs typeface="Arial"/>
              </a:rPr>
              <a:t>a</a:t>
            </a:r>
            <a:r>
              <a:rPr sz="2000" spc="-4" dirty="0" smtClean="0">
                <a:latin typeface="Arial"/>
                <a:cs typeface="Arial"/>
              </a:rPr>
              <a:t>s</a:t>
            </a:r>
            <a:r>
              <a:rPr sz="2000" spc="0" dirty="0" smtClean="0">
                <a:latin typeface="Arial"/>
                <a:cs typeface="Arial"/>
              </a:rPr>
              <a:t>ea</a:t>
            </a:r>
            <a:r>
              <a:rPr sz="2000" spc="-9" dirty="0" smtClean="0">
                <a:latin typeface="Arial"/>
                <a:cs typeface="Arial"/>
              </a:rPr>
              <a:t>d</a:t>
            </a:r>
            <a:r>
              <a:rPr sz="2000" spc="0" dirty="0" smtClean="0">
                <a:latin typeface="Arial"/>
                <a:cs typeface="Arial"/>
              </a:rPr>
              <a:t>o</a:t>
            </a:r>
            <a:r>
              <a:rPr sz="2000" spc="370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no</a:t>
            </a:r>
            <a:r>
              <a:rPr sz="2000" spc="380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e</a:t>
            </a:r>
            <a:r>
              <a:rPr sz="2000" spc="-4" dirty="0" smtClean="0">
                <a:latin typeface="Arial"/>
                <a:cs typeface="Arial"/>
              </a:rPr>
              <a:t>x</a:t>
            </a:r>
            <a:r>
              <a:rPr sz="2000" spc="-9" dirty="0" smtClean="0">
                <a:latin typeface="Arial"/>
                <a:cs typeface="Arial"/>
              </a:rPr>
              <a:t>e</a:t>
            </a:r>
            <a:r>
              <a:rPr sz="2000" spc="4" dirty="0" smtClean="0">
                <a:latin typeface="Arial"/>
                <a:cs typeface="Arial"/>
              </a:rPr>
              <a:t>rc</a:t>
            </a:r>
            <a:r>
              <a:rPr sz="2000" spc="-14" dirty="0" smtClean="0">
                <a:latin typeface="Arial"/>
                <a:cs typeface="Arial"/>
              </a:rPr>
              <a:t>í</a:t>
            </a:r>
            <a:r>
              <a:rPr sz="2000" spc="4" dirty="0" smtClean="0">
                <a:latin typeface="Arial"/>
                <a:cs typeface="Arial"/>
              </a:rPr>
              <a:t>c</a:t>
            </a:r>
            <a:r>
              <a:rPr sz="2000" spc="0" dirty="0" smtClean="0">
                <a:latin typeface="Arial"/>
                <a:cs typeface="Arial"/>
              </a:rPr>
              <a:t>io</a:t>
            </a:r>
            <a:r>
              <a:rPr sz="2000" spc="370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an</a:t>
            </a:r>
            <a:r>
              <a:rPr sz="2000" spc="-4" dirty="0" smtClean="0">
                <a:latin typeface="Arial"/>
                <a:cs typeface="Arial"/>
              </a:rPr>
              <a:t>t</a:t>
            </a:r>
            <a:r>
              <a:rPr sz="2000" spc="-9" dirty="0" smtClean="0">
                <a:latin typeface="Arial"/>
                <a:cs typeface="Arial"/>
              </a:rPr>
              <a:t>e</a:t>
            </a:r>
            <a:r>
              <a:rPr sz="2000" spc="4" dirty="0" smtClean="0">
                <a:latin typeface="Arial"/>
                <a:cs typeface="Arial"/>
              </a:rPr>
              <a:t>r</a:t>
            </a:r>
            <a:r>
              <a:rPr sz="2000" spc="0" dirty="0" smtClean="0">
                <a:latin typeface="Arial"/>
                <a:cs typeface="Arial"/>
              </a:rPr>
              <a:t>io</a:t>
            </a:r>
            <a:r>
              <a:rPr sz="2000" spc="-9" dirty="0" smtClean="0">
                <a:latin typeface="Arial"/>
                <a:cs typeface="Arial"/>
              </a:rPr>
              <a:t>r</a:t>
            </a:r>
            <a:r>
              <a:rPr sz="2000" spc="0" dirty="0" smtClean="0">
                <a:latin typeface="Arial"/>
                <a:cs typeface="Arial"/>
              </a:rPr>
              <a:t>,</a:t>
            </a:r>
            <a:r>
              <a:rPr sz="2000" spc="375" dirty="0" smtClean="0">
                <a:latin typeface="Arial"/>
                <a:cs typeface="Arial"/>
              </a:rPr>
              <a:t> </a:t>
            </a:r>
            <a:r>
              <a:rPr sz="2000" spc="4" dirty="0" smtClean="0">
                <a:latin typeface="Arial"/>
                <a:cs typeface="Arial"/>
              </a:rPr>
              <a:t>c</a:t>
            </a:r>
            <a:r>
              <a:rPr sz="2000" spc="0" dirty="0" smtClean="0">
                <a:latin typeface="Arial"/>
                <a:cs typeface="Arial"/>
              </a:rPr>
              <a:t>a</a:t>
            </a:r>
            <a:r>
              <a:rPr sz="2000" spc="-14" dirty="0" smtClean="0">
                <a:latin typeface="Arial"/>
                <a:cs typeface="Arial"/>
              </a:rPr>
              <a:t>l</a:t>
            </a:r>
            <a:r>
              <a:rPr sz="2000" spc="-4" dirty="0" smtClean="0">
                <a:latin typeface="Arial"/>
                <a:cs typeface="Arial"/>
              </a:rPr>
              <a:t>c</a:t>
            </a:r>
            <a:r>
              <a:rPr sz="2000" spc="0" dirty="0" smtClean="0">
                <a:latin typeface="Arial"/>
                <a:cs typeface="Arial"/>
              </a:rPr>
              <a:t>ule</a:t>
            </a:r>
            <a:r>
              <a:rPr sz="2000" spc="380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o</a:t>
            </a:r>
            <a:r>
              <a:rPr sz="2000" spc="391" dirty="0" smtClean="0">
                <a:latin typeface="Arial"/>
                <a:cs typeface="Arial"/>
              </a:rPr>
              <a:t> </a:t>
            </a:r>
            <a:r>
              <a:rPr sz="2000" spc="-4" dirty="0" smtClean="0">
                <a:latin typeface="Arial"/>
                <a:cs typeface="Arial"/>
              </a:rPr>
              <a:t>t</a:t>
            </a:r>
            <a:r>
              <a:rPr sz="2000" spc="0" dirty="0" smtClean="0">
                <a:latin typeface="Arial"/>
                <a:cs typeface="Arial"/>
              </a:rPr>
              <a:t>em</a:t>
            </a:r>
            <a:r>
              <a:rPr sz="2000" spc="-9" dirty="0" smtClean="0">
                <a:latin typeface="Arial"/>
                <a:cs typeface="Arial"/>
              </a:rPr>
              <a:t>p</a:t>
            </a:r>
            <a:r>
              <a:rPr sz="2000" spc="0" dirty="0" smtClean="0">
                <a:latin typeface="Arial"/>
                <a:cs typeface="Arial"/>
              </a:rPr>
              <a:t>o </a:t>
            </a:r>
            <a:r>
              <a:rPr sz="2000" spc="4" dirty="0" smtClean="0">
                <a:latin typeface="Arial"/>
                <a:cs typeface="Arial"/>
              </a:rPr>
              <a:t>c</a:t>
            </a:r>
            <a:r>
              <a:rPr sz="2000" spc="-9" dirty="0" smtClean="0">
                <a:latin typeface="Arial"/>
                <a:cs typeface="Arial"/>
              </a:rPr>
              <a:t>ar</a:t>
            </a:r>
            <a:r>
              <a:rPr sz="2000" spc="4" dirty="0" smtClean="0">
                <a:latin typeface="Arial"/>
                <a:cs typeface="Arial"/>
              </a:rPr>
              <a:t>r</a:t>
            </a:r>
            <a:r>
              <a:rPr sz="2000" spc="0" dirty="0" smtClean="0">
                <a:latin typeface="Arial"/>
                <a:cs typeface="Arial"/>
              </a:rPr>
              <a:t>eg</a:t>
            </a:r>
            <a:r>
              <a:rPr sz="2000" spc="-9" dirty="0" smtClean="0">
                <a:latin typeface="Arial"/>
                <a:cs typeface="Arial"/>
              </a:rPr>
              <a:t>a</a:t>
            </a:r>
            <a:r>
              <a:rPr sz="2000" spc="0" dirty="0" smtClean="0">
                <a:latin typeface="Arial"/>
                <a:cs typeface="Arial"/>
              </a:rPr>
              <a:t>r</a:t>
            </a:r>
            <a:r>
              <a:rPr sz="2000" spc="-9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um</a:t>
            </a:r>
            <a:r>
              <a:rPr sz="2000" spc="-4" dirty="0" smtClean="0">
                <a:latin typeface="Arial"/>
                <a:cs typeface="Arial"/>
              </a:rPr>
              <a:t> </a:t>
            </a:r>
            <a:r>
              <a:rPr sz="2000" spc="-14" dirty="0" smtClean="0">
                <a:latin typeface="Arial"/>
                <a:cs typeface="Arial"/>
              </a:rPr>
              <a:t>t</a:t>
            </a:r>
            <a:r>
              <a:rPr sz="2000" spc="0" dirty="0" smtClean="0">
                <a:latin typeface="Arial"/>
                <a:cs typeface="Arial"/>
              </a:rPr>
              <a:t>anque</a:t>
            </a:r>
            <a:r>
              <a:rPr sz="2000" spc="-14" dirty="0" smtClean="0">
                <a:latin typeface="Arial"/>
                <a:cs typeface="Arial"/>
              </a:rPr>
              <a:t> </a:t>
            </a:r>
            <a:r>
              <a:rPr sz="2000" spc="-4" dirty="0" smtClean="0">
                <a:latin typeface="Arial"/>
                <a:cs typeface="Arial"/>
              </a:rPr>
              <a:t>c</a:t>
            </a:r>
            <a:r>
              <a:rPr sz="2000" spc="0" dirty="0" smtClean="0">
                <a:latin typeface="Arial"/>
                <a:cs typeface="Arial"/>
              </a:rPr>
              <a:t>om</a:t>
            </a:r>
            <a:r>
              <a:rPr sz="2000" spc="-19" dirty="0" smtClean="0">
                <a:latin typeface="Arial"/>
                <a:cs typeface="Arial"/>
              </a:rPr>
              <a:t> </a:t>
            </a:r>
            <a:r>
              <a:rPr sz="2000" spc="-9" dirty="0" smtClean="0">
                <a:latin typeface="Arial"/>
                <a:cs typeface="Arial"/>
              </a:rPr>
              <a:t>5</a:t>
            </a:r>
            <a:r>
              <a:rPr sz="2000" spc="0" dirty="0" smtClean="0">
                <a:latin typeface="Arial"/>
                <a:cs typeface="Arial"/>
              </a:rPr>
              <a:t>00 </a:t>
            </a:r>
            <a:r>
              <a:rPr sz="2000" spc="-4" dirty="0" smtClean="0">
                <a:latin typeface="Arial"/>
                <a:cs typeface="Arial"/>
              </a:rPr>
              <a:t>t</a:t>
            </a:r>
            <a:r>
              <a:rPr sz="2000" spc="-9" dirty="0" smtClean="0">
                <a:latin typeface="Arial"/>
                <a:cs typeface="Arial"/>
              </a:rPr>
              <a:t>o</a:t>
            </a:r>
            <a:r>
              <a:rPr sz="2000" spc="0" dirty="0" smtClean="0">
                <a:latin typeface="Arial"/>
                <a:cs typeface="Arial"/>
              </a:rPr>
              <a:t>nelad</a:t>
            </a:r>
            <a:r>
              <a:rPr sz="2000" spc="-9" dirty="0" smtClean="0">
                <a:latin typeface="Arial"/>
                <a:cs typeface="Arial"/>
              </a:rPr>
              <a:t>a</a:t>
            </a:r>
            <a:r>
              <a:rPr sz="2000" spc="0" dirty="0" smtClean="0">
                <a:latin typeface="Arial"/>
                <a:cs typeface="Arial"/>
              </a:rPr>
              <a:t>s</a:t>
            </a:r>
            <a:r>
              <a:rPr sz="2000" spc="-9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do </a:t>
            </a:r>
            <a:r>
              <a:rPr sz="2000" spc="-9" dirty="0" smtClean="0">
                <a:latin typeface="Arial"/>
                <a:cs typeface="Arial"/>
              </a:rPr>
              <a:t>p</a:t>
            </a:r>
            <a:r>
              <a:rPr sz="2000" spc="4" dirty="0" smtClean="0">
                <a:latin typeface="Arial"/>
                <a:cs typeface="Arial"/>
              </a:rPr>
              <a:t>r</a:t>
            </a:r>
            <a:r>
              <a:rPr sz="2000" spc="0" dirty="0" smtClean="0">
                <a:latin typeface="Arial"/>
                <a:cs typeface="Arial"/>
              </a:rPr>
              <a:t>o</a:t>
            </a:r>
            <a:r>
              <a:rPr sz="2000" spc="-9" dirty="0" smtClean="0">
                <a:latin typeface="Arial"/>
                <a:cs typeface="Arial"/>
              </a:rPr>
              <a:t>d</a:t>
            </a:r>
            <a:r>
              <a:rPr sz="2000" spc="0" dirty="0" smtClean="0">
                <a:latin typeface="Arial"/>
                <a:cs typeface="Arial"/>
              </a:rPr>
              <a:t>u</a:t>
            </a:r>
            <a:r>
              <a:rPr sz="2000" spc="-4" dirty="0" smtClean="0">
                <a:latin typeface="Arial"/>
                <a:cs typeface="Arial"/>
              </a:rPr>
              <a:t>t</a:t>
            </a:r>
            <a:r>
              <a:rPr sz="2000" spc="0" dirty="0" smtClean="0">
                <a:latin typeface="Arial"/>
                <a:cs typeface="Arial"/>
              </a:rPr>
              <a:t>o.</a:t>
            </a:r>
            <a:endParaRPr sz="20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7631033" y="4755402"/>
            <a:ext cx="1935726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4" dirty="0" smtClean="0">
                <a:latin typeface="Arial"/>
                <a:cs typeface="Arial"/>
              </a:rPr>
              <a:t>n</a:t>
            </a:r>
            <a:r>
              <a:rPr sz="2000" spc="0" dirty="0" smtClean="0">
                <a:latin typeface="Arial"/>
                <a:cs typeface="Arial"/>
              </a:rPr>
              <a:t>e</a:t>
            </a:r>
            <a:r>
              <a:rPr sz="2000" spc="-4" dirty="0" smtClean="0">
                <a:latin typeface="Arial"/>
                <a:cs typeface="Arial"/>
              </a:rPr>
              <a:t>c</a:t>
            </a:r>
            <a:r>
              <a:rPr sz="2000" spc="0" dirty="0" smtClean="0">
                <a:latin typeface="Arial"/>
                <a:cs typeface="Arial"/>
              </a:rPr>
              <a:t>e</a:t>
            </a:r>
            <a:r>
              <a:rPr sz="2000" spc="-4" dirty="0" smtClean="0">
                <a:latin typeface="Arial"/>
                <a:cs typeface="Arial"/>
              </a:rPr>
              <a:t>s</a:t>
            </a:r>
            <a:r>
              <a:rPr sz="2000" spc="4" dirty="0" smtClean="0">
                <a:latin typeface="Arial"/>
                <a:cs typeface="Arial"/>
              </a:rPr>
              <a:t>s</a:t>
            </a:r>
            <a:r>
              <a:rPr sz="2000" spc="-9" dirty="0" smtClean="0">
                <a:latin typeface="Arial"/>
                <a:cs typeface="Arial"/>
              </a:rPr>
              <a:t>á</a:t>
            </a:r>
            <a:r>
              <a:rPr sz="2000" spc="4" dirty="0" smtClean="0">
                <a:latin typeface="Arial"/>
                <a:cs typeface="Arial"/>
              </a:rPr>
              <a:t>r</a:t>
            </a:r>
            <a:r>
              <a:rPr sz="2000" spc="0" dirty="0" smtClean="0">
                <a:latin typeface="Arial"/>
                <a:cs typeface="Arial"/>
              </a:rPr>
              <a:t>io</a:t>
            </a:r>
            <a:r>
              <a:rPr sz="2000" spc="391" dirty="0" smtClean="0">
                <a:latin typeface="Arial"/>
                <a:cs typeface="Arial"/>
              </a:rPr>
              <a:t> </a:t>
            </a:r>
            <a:r>
              <a:rPr sz="2000" spc="-9" dirty="0" smtClean="0">
                <a:latin typeface="Arial"/>
                <a:cs typeface="Arial"/>
              </a:rPr>
              <a:t>p</a:t>
            </a:r>
            <a:r>
              <a:rPr sz="2000" spc="0" dirty="0" smtClean="0">
                <a:latin typeface="Arial"/>
                <a:cs typeface="Arial"/>
              </a:rPr>
              <a:t>a</a:t>
            </a:r>
            <a:r>
              <a:rPr sz="2000" spc="4" dirty="0" smtClean="0">
                <a:latin typeface="Arial"/>
                <a:cs typeface="Arial"/>
              </a:rPr>
              <a:t>r</a:t>
            </a:r>
            <a:r>
              <a:rPr sz="2000" spc="0" dirty="0" smtClean="0">
                <a:latin typeface="Arial"/>
                <a:cs typeface="Arial"/>
              </a:rPr>
              <a:t>a</a:t>
            </a:r>
            <a:endParaRPr sz="20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238384" y="4807339"/>
            <a:ext cx="208978" cy="2158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635"/>
              </a:lnSpc>
              <a:spcBef>
                <a:spcPts val="81"/>
              </a:spcBef>
            </a:pPr>
            <a:r>
              <a:rPr sz="1500" spc="208" dirty="0" smtClean="0">
                <a:solidFill>
                  <a:srgbClr val="65FF32"/>
                </a:solidFill>
                <a:latin typeface="Arial"/>
                <a:cs typeface="Arial"/>
              </a:rPr>
              <a:t>□</a:t>
            </a:r>
            <a:endParaRPr sz="15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12"/>
          <p:cNvSpPr txBox="1"/>
          <p:nvPr/>
        </p:nvSpPr>
        <p:spPr>
          <a:xfrm>
            <a:off x="1310017" y="1034143"/>
            <a:ext cx="4780730" cy="4825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779"/>
              </a:lnSpc>
              <a:spcBef>
                <a:spcPts val="189"/>
              </a:spcBef>
            </a:pPr>
            <a:r>
              <a:rPr sz="3600" spc="192" dirty="0" smtClean="0">
                <a:solidFill>
                  <a:srgbClr val="00CC65"/>
                </a:solidFill>
                <a:latin typeface="Arial"/>
                <a:cs typeface="Arial"/>
              </a:rPr>
              <a:t>E</a:t>
            </a:r>
            <a:r>
              <a:rPr sz="3600" spc="143" dirty="0" smtClean="0">
                <a:solidFill>
                  <a:srgbClr val="00CC65"/>
                </a:solidFill>
                <a:latin typeface="Arial"/>
                <a:cs typeface="Arial"/>
              </a:rPr>
              <a:t>x</a:t>
            </a:r>
            <a:r>
              <a:rPr sz="3600" spc="160" dirty="0" smtClean="0">
                <a:solidFill>
                  <a:srgbClr val="00CC65"/>
                </a:solidFill>
                <a:latin typeface="Arial"/>
                <a:cs typeface="Arial"/>
              </a:rPr>
              <a:t>e</a:t>
            </a:r>
            <a:r>
              <a:rPr sz="3600" spc="95" dirty="0" smtClean="0">
                <a:solidFill>
                  <a:srgbClr val="00CC65"/>
                </a:solidFill>
                <a:latin typeface="Arial"/>
                <a:cs typeface="Arial"/>
              </a:rPr>
              <a:t>r</a:t>
            </a:r>
            <a:r>
              <a:rPr sz="3600" spc="143" dirty="0" smtClean="0">
                <a:solidFill>
                  <a:srgbClr val="00CC65"/>
                </a:solidFill>
                <a:latin typeface="Arial"/>
                <a:cs typeface="Arial"/>
              </a:rPr>
              <a:t>c</a:t>
            </a:r>
            <a:r>
              <a:rPr sz="3600" spc="63" dirty="0" smtClean="0">
                <a:solidFill>
                  <a:srgbClr val="00CC65"/>
                </a:solidFill>
                <a:latin typeface="Arial"/>
                <a:cs typeface="Arial"/>
              </a:rPr>
              <a:t>í</a:t>
            </a:r>
            <a:r>
              <a:rPr sz="3600" spc="143" dirty="0" smtClean="0">
                <a:solidFill>
                  <a:srgbClr val="00CC65"/>
                </a:solidFill>
                <a:latin typeface="Arial"/>
                <a:cs typeface="Arial"/>
              </a:rPr>
              <a:t>c</a:t>
            </a:r>
            <a:r>
              <a:rPr sz="3600" spc="58" dirty="0" smtClean="0">
                <a:solidFill>
                  <a:srgbClr val="00CC65"/>
                </a:solidFill>
                <a:latin typeface="Arial"/>
                <a:cs typeface="Arial"/>
              </a:rPr>
              <a:t>i</a:t>
            </a:r>
            <a:r>
              <a:rPr sz="3600" spc="154" dirty="0" smtClean="0">
                <a:solidFill>
                  <a:srgbClr val="00CC65"/>
                </a:solidFill>
                <a:latin typeface="Arial"/>
                <a:cs typeface="Arial"/>
              </a:rPr>
              <a:t>o</a:t>
            </a:r>
            <a:r>
              <a:rPr sz="3600" spc="143" dirty="0" smtClean="0">
                <a:solidFill>
                  <a:srgbClr val="00CC65"/>
                </a:solidFill>
                <a:latin typeface="Arial"/>
                <a:cs typeface="Arial"/>
              </a:rPr>
              <a:t>s</a:t>
            </a:r>
            <a:r>
              <a:rPr sz="3600" spc="27" dirty="0" smtClean="0">
                <a:solidFill>
                  <a:srgbClr val="00CC65"/>
                </a:solidFill>
                <a:latin typeface="Arial"/>
                <a:cs typeface="Arial"/>
              </a:rPr>
              <a:t> </a:t>
            </a:r>
            <a:r>
              <a:rPr sz="3600" spc="0" dirty="0" smtClean="0">
                <a:solidFill>
                  <a:srgbClr val="00CC65"/>
                </a:solidFill>
                <a:latin typeface="Arial"/>
                <a:cs typeface="Arial"/>
              </a:rPr>
              <a:t>P</a:t>
            </a:r>
            <a:r>
              <a:rPr sz="3600" spc="191" dirty="0" smtClean="0">
                <a:solidFill>
                  <a:srgbClr val="00CC65"/>
                </a:solidFill>
                <a:latin typeface="Arial"/>
                <a:cs typeface="Arial"/>
              </a:rPr>
              <a:t>r</a:t>
            </a:r>
            <a:r>
              <a:rPr sz="3600" spc="175" dirty="0" smtClean="0">
                <a:solidFill>
                  <a:srgbClr val="00CC65"/>
                </a:solidFill>
                <a:latin typeface="Arial"/>
                <a:cs typeface="Arial"/>
              </a:rPr>
              <a:t>opo</a:t>
            </a:r>
            <a:r>
              <a:rPr sz="3600" spc="197" dirty="0" smtClean="0">
                <a:solidFill>
                  <a:srgbClr val="00CC65"/>
                </a:solidFill>
                <a:latin typeface="Arial"/>
                <a:cs typeface="Arial"/>
              </a:rPr>
              <a:t>s</a:t>
            </a:r>
            <a:r>
              <a:rPr sz="3600" spc="190" dirty="0" smtClean="0">
                <a:solidFill>
                  <a:srgbClr val="00CC65"/>
                </a:solidFill>
                <a:latin typeface="Arial"/>
                <a:cs typeface="Arial"/>
              </a:rPr>
              <a:t>to</a:t>
            </a:r>
            <a:r>
              <a:rPr sz="3600" spc="197" dirty="0" smtClean="0">
                <a:solidFill>
                  <a:srgbClr val="00CC65"/>
                </a:solidFill>
                <a:latin typeface="Arial"/>
                <a:cs typeface="Arial"/>
              </a:rPr>
              <a:t>s</a:t>
            </a:r>
            <a:endParaRPr sz="36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581289" y="1643395"/>
            <a:ext cx="7986351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0" dirty="0" smtClean="0">
                <a:latin typeface="Arial"/>
                <a:cs typeface="Arial"/>
              </a:rPr>
              <a:t>8)</a:t>
            </a:r>
            <a:r>
              <a:rPr sz="2000" spc="386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A</a:t>
            </a:r>
            <a:r>
              <a:rPr sz="2000" spc="375" dirty="0" smtClean="0">
                <a:latin typeface="Arial"/>
                <a:cs typeface="Arial"/>
              </a:rPr>
              <a:t> </a:t>
            </a:r>
            <a:r>
              <a:rPr sz="2000" spc="-4" dirty="0" smtClean="0">
                <a:latin typeface="Arial"/>
                <a:cs typeface="Arial"/>
              </a:rPr>
              <a:t>v</a:t>
            </a:r>
            <a:r>
              <a:rPr sz="2000" spc="0" dirty="0" smtClean="0">
                <a:latin typeface="Arial"/>
                <a:cs typeface="Arial"/>
              </a:rPr>
              <a:t>a</a:t>
            </a:r>
            <a:r>
              <a:rPr sz="2000" spc="4" dirty="0" smtClean="0">
                <a:latin typeface="Arial"/>
                <a:cs typeface="Arial"/>
              </a:rPr>
              <a:t>z</a:t>
            </a:r>
            <a:r>
              <a:rPr sz="2000" spc="-9" dirty="0" smtClean="0">
                <a:latin typeface="Arial"/>
                <a:cs typeface="Arial"/>
              </a:rPr>
              <a:t>ã</a:t>
            </a:r>
            <a:r>
              <a:rPr sz="2000" spc="0" dirty="0" smtClean="0">
                <a:latin typeface="Arial"/>
                <a:cs typeface="Arial"/>
              </a:rPr>
              <a:t>o</a:t>
            </a:r>
            <a:r>
              <a:rPr sz="2000" spc="380" dirty="0" smtClean="0">
                <a:latin typeface="Arial"/>
                <a:cs typeface="Arial"/>
              </a:rPr>
              <a:t> </a:t>
            </a:r>
            <a:r>
              <a:rPr sz="2000" spc="-4" dirty="0" smtClean="0">
                <a:latin typeface="Arial"/>
                <a:cs typeface="Arial"/>
              </a:rPr>
              <a:t>v</a:t>
            </a:r>
            <a:r>
              <a:rPr sz="2000" spc="0" dirty="0" smtClean="0">
                <a:latin typeface="Arial"/>
                <a:cs typeface="Arial"/>
              </a:rPr>
              <a:t>olumé</a:t>
            </a:r>
            <a:r>
              <a:rPr sz="2000" spc="-14" dirty="0" smtClean="0">
                <a:latin typeface="Arial"/>
                <a:cs typeface="Arial"/>
              </a:rPr>
              <a:t>t</a:t>
            </a:r>
            <a:r>
              <a:rPr sz="2000" spc="4" dirty="0" smtClean="0">
                <a:latin typeface="Arial"/>
                <a:cs typeface="Arial"/>
              </a:rPr>
              <a:t>r</a:t>
            </a:r>
            <a:r>
              <a:rPr sz="2000" spc="0" dirty="0" smtClean="0">
                <a:latin typeface="Arial"/>
                <a:cs typeface="Arial"/>
              </a:rPr>
              <a:t>i</a:t>
            </a:r>
            <a:r>
              <a:rPr sz="2000" spc="4" dirty="0" smtClean="0">
                <a:latin typeface="Arial"/>
                <a:cs typeface="Arial"/>
              </a:rPr>
              <a:t>c</a:t>
            </a:r>
            <a:r>
              <a:rPr sz="2000" spc="0" dirty="0" smtClean="0">
                <a:latin typeface="Arial"/>
                <a:cs typeface="Arial"/>
              </a:rPr>
              <a:t>a</a:t>
            </a:r>
            <a:r>
              <a:rPr sz="2000" spc="391" dirty="0" smtClean="0">
                <a:latin typeface="Arial"/>
                <a:cs typeface="Arial"/>
              </a:rPr>
              <a:t> </a:t>
            </a:r>
            <a:r>
              <a:rPr sz="2000" spc="-9" dirty="0" smtClean="0">
                <a:latin typeface="Arial"/>
                <a:cs typeface="Arial"/>
              </a:rPr>
              <a:t>d</a:t>
            </a:r>
            <a:r>
              <a:rPr sz="2000" spc="0" dirty="0" smtClean="0">
                <a:latin typeface="Arial"/>
                <a:cs typeface="Arial"/>
              </a:rPr>
              <a:t>e</a:t>
            </a:r>
            <a:r>
              <a:rPr sz="2000" spc="391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um</a:t>
            </a:r>
            <a:r>
              <a:rPr sz="2000" spc="391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de</a:t>
            </a:r>
            <a:r>
              <a:rPr sz="2000" spc="-14" dirty="0" smtClean="0">
                <a:latin typeface="Arial"/>
                <a:cs typeface="Arial"/>
              </a:rPr>
              <a:t>t</a:t>
            </a:r>
            <a:r>
              <a:rPr sz="2000" spc="-9" dirty="0" smtClean="0">
                <a:latin typeface="Arial"/>
                <a:cs typeface="Arial"/>
              </a:rPr>
              <a:t>e</a:t>
            </a:r>
            <a:r>
              <a:rPr sz="2000" spc="4" dirty="0" smtClean="0">
                <a:latin typeface="Arial"/>
                <a:cs typeface="Arial"/>
              </a:rPr>
              <a:t>r</a:t>
            </a:r>
            <a:r>
              <a:rPr sz="2000" spc="-14" dirty="0" smtClean="0">
                <a:latin typeface="Arial"/>
                <a:cs typeface="Arial"/>
              </a:rPr>
              <a:t>m</a:t>
            </a:r>
            <a:r>
              <a:rPr sz="2000" spc="0" dirty="0" smtClean="0">
                <a:latin typeface="Arial"/>
                <a:cs typeface="Arial"/>
              </a:rPr>
              <a:t>inado</a:t>
            </a:r>
            <a:r>
              <a:rPr sz="2000" spc="391" dirty="0" smtClean="0">
                <a:latin typeface="Arial"/>
                <a:cs typeface="Arial"/>
              </a:rPr>
              <a:t> </a:t>
            </a:r>
            <a:r>
              <a:rPr sz="2000" spc="-4" dirty="0" smtClean="0">
                <a:latin typeface="Arial"/>
                <a:cs typeface="Arial"/>
              </a:rPr>
              <a:t>f</a:t>
            </a:r>
            <a:r>
              <a:rPr sz="2000" spc="0" dirty="0" smtClean="0">
                <a:latin typeface="Arial"/>
                <a:cs typeface="Arial"/>
              </a:rPr>
              <a:t>lu</a:t>
            </a:r>
            <a:r>
              <a:rPr sz="2000" spc="-4" dirty="0" smtClean="0">
                <a:latin typeface="Arial"/>
                <a:cs typeface="Arial"/>
              </a:rPr>
              <a:t>í</a:t>
            </a:r>
            <a:r>
              <a:rPr sz="2000" spc="0" dirty="0" smtClean="0">
                <a:latin typeface="Arial"/>
                <a:cs typeface="Arial"/>
              </a:rPr>
              <a:t>do</a:t>
            </a:r>
            <a:r>
              <a:rPr sz="2000" spc="380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é</a:t>
            </a:r>
            <a:r>
              <a:rPr sz="2000" spc="391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i</a:t>
            </a:r>
            <a:r>
              <a:rPr sz="2000" spc="4" dirty="0" smtClean="0">
                <a:latin typeface="Arial"/>
                <a:cs typeface="Arial"/>
              </a:rPr>
              <a:t>g</a:t>
            </a:r>
            <a:r>
              <a:rPr sz="2000" spc="0" dirty="0" smtClean="0">
                <a:latin typeface="Arial"/>
                <a:cs typeface="Arial"/>
              </a:rPr>
              <a:t>ual</a:t>
            </a:r>
            <a:r>
              <a:rPr sz="2000" spc="391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a</a:t>
            </a:r>
            <a:r>
              <a:rPr sz="2000" spc="391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10</a:t>
            </a:r>
            <a:r>
              <a:rPr sz="2000" spc="380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l</a:t>
            </a:r>
            <a:r>
              <a:rPr sz="2000" spc="-4" dirty="0" smtClean="0">
                <a:latin typeface="Arial"/>
                <a:cs typeface="Arial"/>
              </a:rPr>
              <a:t>/</a:t>
            </a:r>
            <a:r>
              <a:rPr sz="2000" spc="4" dirty="0" smtClean="0">
                <a:latin typeface="Arial"/>
                <a:cs typeface="Arial"/>
              </a:rPr>
              <a:t>s</a:t>
            </a:r>
            <a:r>
              <a:rPr sz="2000" spc="0" dirty="0" smtClean="0">
                <a:latin typeface="Arial"/>
                <a:cs typeface="Arial"/>
              </a:rPr>
              <a:t>.</a:t>
            </a:r>
            <a:endParaRPr sz="20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238384" y="1695333"/>
            <a:ext cx="208978" cy="2158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635"/>
              </a:lnSpc>
              <a:spcBef>
                <a:spcPts val="81"/>
              </a:spcBef>
            </a:pPr>
            <a:r>
              <a:rPr sz="1500" spc="208" dirty="0" smtClean="0">
                <a:solidFill>
                  <a:srgbClr val="65FF32"/>
                </a:solidFill>
                <a:latin typeface="Arial"/>
                <a:cs typeface="Arial"/>
              </a:rPr>
              <a:t>□</a:t>
            </a:r>
            <a:endParaRPr sz="15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581289" y="1887235"/>
            <a:ext cx="7978536" cy="52527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indent="0">
              <a:lnSpc>
                <a:spcPts val="1930"/>
              </a:lnSpc>
              <a:spcBef>
                <a:spcPts val="276"/>
              </a:spcBef>
            </a:pPr>
            <a:r>
              <a:rPr sz="2000" spc="4" dirty="0" smtClean="0">
                <a:latin typeface="Arial"/>
                <a:cs typeface="Arial"/>
              </a:rPr>
              <a:t>D</a:t>
            </a:r>
            <a:r>
              <a:rPr sz="2000" spc="0" dirty="0" smtClean="0">
                <a:latin typeface="Arial"/>
                <a:cs typeface="Arial"/>
              </a:rPr>
              <a:t>e</a:t>
            </a:r>
            <a:r>
              <a:rPr sz="2000" spc="-4" dirty="0" smtClean="0">
                <a:latin typeface="Arial"/>
                <a:cs typeface="Arial"/>
              </a:rPr>
              <a:t>t</a:t>
            </a:r>
            <a:r>
              <a:rPr sz="2000" spc="-9" dirty="0" smtClean="0">
                <a:latin typeface="Arial"/>
                <a:cs typeface="Arial"/>
              </a:rPr>
              <a:t>e</a:t>
            </a:r>
            <a:r>
              <a:rPr sz="2000" spc="4" dirty="0" smtClean="0">
                <a:latin typeface="Arial"/>
                <a:cs typeface="Arial"/>
              </a:rPr>
              <a:t>r</a:t>
            </a:r>
            <a:r>
              <a:rPr sz="2000" spc="0" dirty="0" smtClean="0">
                <a:latin typeface="Arial"/>
                <a:cs typeface="Arial"/>
              </a:rPr>
              <a:t>mine</a:t>
            </a:r>
            <a:r>
              <a:rPr sz="2000" spc="286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a</a:t>
            </a:r>
            <a:r>
              <a:rPr sz="2000" spc="286" dirty="0" smtClean="0">
                <a:latin typeface="Arial"/>
                <a:cs typeface="Arial"/>
              </a:rPr>
              <a:t> </a:t>
            </a:r>
            <a:r>
              <a:rPr sz="2000" spc="-4" dirty="0" smtClean="0">
                <a:latin typeface="Arial"/>
                <a:cs typeface="Arial"/>
              </a:rPr>
              <a:t>v</a:t>
            </a:r>
            <a:r>
              <a:rPr sz="2000" spc="0" dirty="0" smtClean="0">
                <a:latin typeface="Arial"/>
                <a:cs typeface="Arial"/>
              </a:rPr>
              <a:t>a</a:t>
            </a:r>
            <a:r>
              <a:rPr sz="2000" spc="4" dirty="0" smtClean="0">
                <a:latin typeface="Arial"/>
                <a:cs typeface="Arial"/>
              </a:rPr>
              <a:t>z</a:t>
            </a:r>
            <a:r>
              <a:rPr sz="2000" spc="0" dirty="0" smtClean="0">
                <a:latin typeface="Arial"/>
                <a:cs typeface="Arial"/>
              </a:rPr>
              <a:t>ão</a:t>
            </a:r>
            <a:r>
              <a:rPr sz="2000" spc="286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m</a:t>
            </a:r>
            <a:r>
              <a:rPr sz="2000" spc="-9" dirty="0" smtClean="0">
                <a:latin typeface="Arial"/>
                <a:cs typeface="Arial"/>
              </a:rPr>
              <a:t>á</a:t>
            </a:r>
            <a:r>
              <a:rPr sz="2000" spc="4" dirty="0" smtClean="0">
                <a:latin typeface="Arial"/>
                <a:cs typeface="Arial"/>
              </a:rPr>
              <a:t>ss</a:t>
            </a:r>
            <a:r>
              <a:rPr sz="2000" spc="-14" dirty="0" smtClean="0">
                <a:latin typeface="Arial"/>
                <a:cs typeface="Arial"/>
              </a:rPr>
              <a:t>i</a:t>
            </a:r>
            <a:r>
              <a:rPr sz="2000" spc="4" dirty="0" smtClean="0">
                <a:latin typeface="Arial"/>
                <a:cs typeface="Arial"/>
              </a:rPr>
              <a:t>c</a:t>
            </a:r>
            <a:r>
              <a:rPr sz="2000" spc="0" dirty="0" smtClean="0">
                <a:latin typeface="Arial"/>
                <a:cs typeface="Arial"/>
              </a:rPr>
              <a:t>a</a:t>
            </a:r>
            <a:r>
              <a:rPr sz="2000" spc="295" dirty="0" smtClean="0">
                <a:latin typeface="Arial"/>
                <a:cs typeface="Arial"/>
              </a:rPr>
              <a:t> </a:t>
            </a:r>
            <a:r>
              <a:rPr sz="2000" spc="-9" dirty="0" smtClean="0">
                <a:latin typeface="Arial"/>
                <a:cs typeface="Arial"/>
              </a:rPr>
              <a:t>d</a:t>
            </a:r>
            <a:r>
              <a:rPr sz="2000" spc="0" dirty="0" smtClean="0">
                <a:latin typeface="Arial"/>
                <a:cs typeface="Arial"/>
              </a:rPr>
              <a:t>e</a:t>
            </a:r>
            <a:r>
              <a:rPr sz="2000" spc="-4" dirty="0" smtClean="0">
                <a:latin typeface="Arial"/>
                <a:cs typeface="Arial"/>
              </a:rPr>
              <a:t>s</a:t>
            </a:r>
            <a:r>
              <a:rPr sz="2000" spc="4" dirty="0" smtClean="0">
                <a:latin typeface="Arial"/>
                <a:cs typeface="Arial"/>
              </a:rPr>
              <a:t>s</a:t>
            </a:r>
            <a:r>
              <a:rPr sz="2000" spc="0" dirty="0" smtClean="0">
                <a:latin typeface="Arial"/>
                <a:cs typeface="Arial"/>
              </a:rPr>
              <a:t>e</a:t>
            </a:r>
            <a:r>
              <a:rPr sz="2000" spc="286" dirty="0" smtClean="0">
                <a:latin typeface="Arial"/>
                <a:cs typeface="Arial"/>
              </a:rPr>
              <a:t> </a:t>
            </a:r>
            <a:r>
              <a:rPr sz="2000" spc="-4" dirty="0" smtClean="0">
                <a:latin typeface="Arial"/>
                <a:cs typeface="Arial"/>
              </a:rPr>
              <a:t>f</a:t>
            </a:r>
            <a:r>
              <a:rPr sz="2000" spc="0" dirty="0" smtClean="0">
                <a:latin typeface="Arial"/>
                <a:cs typeface="Arial"/>
              </a:rPr>
              <a:t>lu</a:t>
            </a:r>
            <a:r>
              <a:rPr sz="2000" spc="-14" dirty="0" smtClean="0">
                <a:latin typeface="Arial"/>
                <a:cs typeface="Arial"/>
              </a:rPr>
              <a:t>í</a:t>
            </a:r>
            <a:r>
              <a:rPr sz="2000" spc="0" dirty="0" smtClean="0">
                <a:latin typeface="Arial"/>
                <a:cs typeface="Arial"/>
              </a:rPr>
              <a:t>do,</a:t>
            </a:r>
            <a:r>
              <a:rPr sz="2000" spc="291" dirty="0" smtClean="0">
                <a:latin typeface="Arial"/>
                <a:cs typeface="Arial"/>
              </a:rPr>
              <a:t> </a:t>
            </a:r>
            <a:r>
              <a:rPr sz="2000" spc="4" dirty="0" smtClean="0">
                <a:latin typeface="Arial"/>
                <a:cs typeface="Arial"/>
              </a:rPr>
              <a:t>s</a:t>
            </a:r>
            <a:r>
              <a:rPr sz="2000" spc="0" dirty="0" smtClean="0">
                <a:latin typeface="Arial"/>
                <a:cs typeface="Arial"/>
              </a:rPr>
              <a:t>ab</a:t>
            </a:r>
            <a:r>
              <a:rPr sz="2000" spc="-9" dirty="0" smtClean="0">
                <a:latin typeface="Arial"/>
                <a:cs typeface="Arial"/>
              </a:rPr>
              <a:t>e</a:t>
            </a:r>
            <a:r>
              <a:rPr sz="2000" spc="0" dirty="0" smtClean="0">
                <a:latin typeface="Arial"/>
                <a:cs typeface="Arial"/>
              </a:rPr>
              <a:t>nd</a:t>
            </a:r>
            <a:r>
              <a:rPr sz="2000" spc="-9" dirty="0" smtClean="0">
                <a:latin typeface="Arial"/>
                <a:cs typeface="Arial"/>
              </a:rPr>
              <a:t>o-</a:t>
            </a:r>
            <a:r>
              <a:rPr sz="2000" spc="4" dirty="0" smtClean="0">
                <a:latin typeface="Arial"/>
                <a:cs typeface="Arial"/>
              </a:rPr>
              <a:t>s</a:t>
            </a:r>
            <a:r>
              <a:rPr sz="2000" spc="0" dirty="0" smtClean="0">
                <a:latin typeface="Arial"/>
                <a:cs typeface="Arial"/>
              </a:rPr>
              <a:t>e</a:t>
            </a:r>
            <a:r>
              <a:rPr sz="2000" spc="316" dirty="0" smtClean="0">
                <a:latin typeface="Arial"/>
                <a:cs typeface="Arial"/>
              </a:rPr>
              <a:t> </a:t>
            </a:r>
            <a:r>
              <a:rPr sz="2000" spc="-9" dirty="0" smtClean="0">
                <a:latin typeface="Arial"/>
                <a:cs typeface="Arial"/>
              </a:rPr>
              <a:t>q</a:t>
            </a:r>
            <a:r>
              <a:rPr sz="2000" spc="0" dirty="0" smtClean="0">
                <a:latin typeface="Arial"/>
                <a:cs typeface="Arial"/>
              </a:rPr>
              <a:t>ue</a:t>
            </a:r>
            <a:r>
              <a:rPr sz="2000" spc="311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a</a:t>
            </a:r>
            <a:r>
              <a:rPr sz="2000" spc="295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m</a:t>
            </a:r>
            <a:r>
              <a:rPr sz="2000" spc="-9" dirty="0" smtClean="0">
                <a:latin typeface="Arial"/>
                <a:cs typeface="Arial"/>
              </a:rPr>
              <a:t>a</a:t>
            </a:r>
            <a:r>
              <a:rPr sz="2000" spc="4" dirty="0" smtClean="0">
                <a:latin typeface="Arial"/>
                <a:cs typeface="Arial"/>
              </a:rPr>
              <a:t>s</a:t>
            </a:r>
            <a:r>
              <a:rPr sz="2000" spc="-4" dirty="0" smtClean="0">
                <a:latin typeface="Arial"/>
                <a:cs typeface="Arial"/>
              </a:rPr>
              <a:t>s</a:t>
            </a:r>
            <a:r>
              <a:rPr sz="2000" spc="0" dirty="0" smtClean="0">
                <a:latin typeface="Arial"/>
                <a:cs typeface="Arial"/>
              </a:rPr>
              <a:t>a e</a:t>
            </a:r>
            <a:r>
              <a:rPr sz="2000" spc="4" dirty="0" smtClean="0">
                <a:latin typeface="Arial"/>
                <a:cs typeface="Arial"/>
              </a:rPr>
              <a:t>s</a:t>
            </a:r>
            <a:r>
              <a:rPr sz="2000" spc="-9" dirty="0" smtClean="0">
                <a:latin typeface="Arial"/>
                <a:cs typeface="Arial"/>
              </a:rPr>
              <a:t>p</a:t>
            </a:r>
            <a:r>
              <a:rPr sz="2000" spc="0" dirty="0" smtClean="0">
                <a:latin typeface="Arial"/>
                <a:cs typeface="Arial"/>
              </a:rPr>
              <a:t>e</a:t>
            </a:r>
            <a:r>
              <a:rPr sz="2000" spc="4" dirty="0" smtClean="0">
                <a:latin typeface="Arial"/>
                <a:cs typeface="Arial"/>
              </a:rPr>
              <a:t>c</a:t>
            </a:r>
            <a:r>
              <a:rPr sz="2000" spc="-14" dirty="0" smtClean="0">
                <a:latin typeface="Arial"/>
                <a:cs typeface="Arial"/>
              </a:rPr>
              <a:t>í</a:t>
            </a:r>
            <a:r>
              <a:rPr sz="2000" spc="-4" dirty="0" smtClean="0">
                <a:latin typeface="Arial"/>
                <a:cs typeface="Arial"/>
              </a:rPr>
              <a:t>f</a:t>
            </a:r>
            <a:r>
              <a:rPr sz="2000" spc="0" dirty="0" smtClean="0">
                <a:latin typeface="Arial"/>
                <a:cs typeface="Arial"/>
              </a:rPr>
              <a:t>i</a:t>
            </a:r>
            <a:r>
              <a:rPr sz="2000" spc="4" dirty="0" smtClean="0">
                <a:latin typeface="Arial"/>
                <a:cs typeface="Arial"/>
              </a:rPr>
              <a:t>c</a:t>
            </a:r>
            <a:r>
              <a:rPr sz="2000" spc="0" dirty="0" smtClean="0">
                <a:latin typeface="Arial"/>
                <a:cs typeface="Arial"/>
              </a:rPr>
              <a:t>a </a:t>
            </a:r>
            <a:r>
              <a:rPr sz="2000" spc="-9" dirty="0" smtClean="0">
                <a:latin typeface="Arial"/>
                <a:cs typeface="Arial"/>
              </a:rPr>
              <a:t>d</a:t>
            </a:r>
            <a:r>
              <a:rPr sz="2000" spc="0" dirty="0" smtClean="0">
                <a:latin typeface="Arial"/>
                <a:cs typeface="Arial"/>
              </a:rPr>
              <a:t>o</a:t>
            </a:r>
            <a:r>
              <a:rPr sz="2000" spc="-14" dirty="0" smtClean="0">
                <a:latin typeface="Arial"/>
                <a:cs typeface="Arial"/>
              </a:rPr>
              <a:t> </a:t>
            </a:r>
            <a:r>
              <a:rPr sz="2000" spc="-4" dirty="0" smtClean="0">
                <a:latin typeface="Arial"/>
                <a:cs typeface="Arial"/>
              </a:rPr>
              <a:t>f</a:t>
            </a:r>
            <a:r>
              <a:rPr sz="2000" spc="0" dirty="0" smtClean="0">
                <a:latin typeface="Arial"/>
                <a:cs typeface="Arial"/>
              </a:rPr>
              <a:t>lu</a:t>
            </a:r>
            <a:r>
              <a:rPr sz="2000" spc="-4" dirty="0" smtClean="0">
                <a:latin typeface="Arial"/>
                <a:cs typeface="Arial"/>
              </a:rPr>
              <a:t>í</a:t>
            </a:r>
            <a:r>
              <a:rPr sz="2000" spc="0" dirty="0" smtClean="0">
                <a:latin typeface="Arial"/>
                <a:cs typeface="Arial"/>
              </a:rPr>
              <a:t>do é</a:t>
            </a:r>
            <a:r>
              <a:rPr sz="2000" spc="-14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800</a:t>
            </a:r>
            <a:r>
              <a:rPr sz="2000" spc="-24" dirty="0" smtClean="0">
                <a:latin typeface="Arial"/>
                <a:cs typeface="Arial"/>
              </a:rPr>
              <a:t> </a:t>
            </a:r>
            <a:r>
              <a:rPr sz="2000" spc="4" dirty="0" smtClean="0">
                <a:latin typeface="Arial"/>
                <a:cs typeface="Arial"/>
              </a:rPr>
              <a:t>k</a:t>
            </a:r>
            <a:r>
              <a:rPr sz="2000" spc="0" dirty="0" smtClean="0">
                <a:latin typeface="Arial"/>
                <a:cs typeface="Arial"/>
              </a:rPr>
              <a:t>g</a:t>
            </a:r>
            <a:r>
              <a:rPr sz="2000" spc="-14" dirty="0" smtClean="0">
                <a:latin typeface="Arial"/>
                <a:cs typeface="Arial"/>
              </a:rPr>
              <a:t>/</a:t>
            </a:r>
            <a:r>
              <a:rPr sz="2000" spc="0" dirty="0" smtClean="0">
                <a:latin typeface="Arial"/>
                <a:cs typeface="Arial"/>
              </a:rPr>
              <a:t>m</a:t>
            </a:r>
            <a:r>
              <a:rPr sz="1950" spc="0" baseline="26758" dirty="0" smtClean="0">
                <a:latin typeface="Arial"/>
                <a:cs typeface="Arial"/>
              </a:rPr>
              <a:t>3</a:t>
            </a:r>
            <a:r>
              <a:rPr sz="2000" spc="0" dirty="0" smtClean="0">
                <a:latin typeface="Arial"/>
                <a:cs typeface="Arial"/>
              </a:rPr>
              <a:t>.</a:t>
            </a:r>
            <a:endParaRPr sz="20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581289" y="3046999"/>
            <a:ext cx="7978565" cy="137871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indent="0">
              <a:lnSpc>
                <a:spcPts val="1920"/>
              </a:lnSpc>
              <a:spcBef>
                <a:spcPts val="281"/>
              </a:spcBef>
            </a:pPr>
            <a:r>
              <a:rPr sz="2000" spc="0" dirty="0" smtClean="0">
                <a:latin typeface="Arial"/>
                <a:cs typeface="Arial"/>
              </a:rPr>
              <a:t>9)</a:t>
            </a:r>
            <a:r>
              <a:rPr sz="2000" spc="291" dirty="0" smtClean="0">
                <a:latin typeface="Arial"/>
                <a:cs typeface="Arial"/>
              </a:rPr>
              <a:t> </a:t>
            </a:r>
            <a:r>
              <a:rPr sz="2000" spc="-9" dirty="0" smtClean="0">
                <a:latin typeface="Arial"/>
                <a:cs typeface="Arial"/>
              </a:rPr>
              <a:t>U</a:t>
            </a:r>
            <a:r>
              <a:rPr sz="2000" spc="0" dirty="0" smtClean="0">
                <a:latin typeface="Arial"/>
                <a:cs typeface="Arial"/>
              </a:rPr>
              <a:t>m</a:t>
            </a:r>
            <a:r>
              <a:rPr sz="2000" spc="280" dirty="0" smtClean="0">
                <a:latin typeface="Arial"/>
                <a:cs typeface="Arial"/>
              </a:rPr>
              <a:t> </a:t>
            </a:r>
            <a:r>
              <a:rPr sz="2000" spc="-14" dirty="0" smtClean="0">
                <a:latin typeface="Arial"/>
                <a:cs typeface="Arial"/>
              </a:rPr>
              <a:t>t</a:t>
            </a:r>
            <a:r>
              <a:rPr sz="2000" spc="0" dirty="0" smtClean="0">
                <a:latin typeface="Arial"/>
                <a:cs typeface="Arial"/>
              </a:rPr>
              <a:t>am</a:t>
            </a:r>
            <a:r>
              <a:rPr sz="2000" spc="-9" dirty="0" smtClean="0">
                <a:latin typeface="Arial"/>
                <a:cs typeface="Arial"/>
              </a:rPr>
              <a:t>bo</a:t>
            </a:r>
            <a:r>
              <a:rPr sz="2000" spc="0" dirty="0" smtClean="0">
                <a:latin typeface="Arial"/>
                <a:cs typeface="Arial"/>
              </a:rPr>
              <a:t>r</a:t>
            </a:r>
            <a:r>
              <a:rPr sz="2000" spc="291" dirty="0" smtClean="0">
                <a:latin typeface="Arial"/>
                <a:cs typeface="Arial"/>
              </a:rPr>
              <a:t> </a:t>
            </a:r>
            <a:r>
              <a:rPr sz="2000" spc="-9" dirty="0" smtClean="0">
                <a:latin typeface="Arial"/>
                <a:cs typeface="Arial"/>
              </a:rPr>
              <a:t>d</a:t>
            </a:r>
            <a:r>
              <a:rPr sz="2000" spc="0" dirty="0" smtClean="0">
                <a:latin typeface="Arial"/>
                <a:cs typeface="Arial"/>
              </a:rPr>
              <a:t>e</a:t>
            </a:r>
            <a:r>
              <a:rPr sz="2000" spc="286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2</a:t>
            </a:r>
            <a:r>
              <a:rPr sz="2000" spc="-9" dirty="0" smtClean="0">
                <a:latin typeface="Arial"/>
                <a:cs typeface="Arial"/>
              </a:rPr>
              <a:t>1</a:t>
            </a:r>
            <a:r>
              <a:rPr sz="2000" spc="0" dirty="0" smtClean="0">
                <a:latin typeface="Arial"/>
                <a:cs typeface="Arial"/>
              </a:rPr>
              <a:t>4</a:t>
            </a:r>
            <a:r>
              <a:rPr sz="2000" spc="286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li</a:t>
            </a:r>
            <a:r>
              <a:rPr sz="2000" spc="-4" dirty="0" smtClean="0">
                <a:latin typeface="Arial"/>
                <a:cs typeface="Arial"/>
              </a:rPr>
              <a:t>t</a:t>
            </a:r>
            <a:r>
              <a:rPr sz="2000" spc="4" dirty="0" smtClean="0">
                <a:latin typeface="Arial"/>
                <a:cs typeface="Arial"/>
              </a:rPr>
              <a:t>r</a:t>
            </a:r>
            <a:r>
              <a:rPr sz="2000" spc="-9" dirty="0" smtClean="0">
                <a:latin typeface="Arial"/>
                <a:cs typeface="Arial"/>
              </a:rPr>
              <a:t>o</a:t>
            </a:r>
            <a:r>
              <a:rPr sz="2000" spc="0" dirty="0" smtClean="0">
                <a:latin typeface="Arial"/>
                <a:cs typeface="Arial"/>
              </a:rPr>
              <a:t>s</a:t>
            </a:r>
            <a:r>
              <a:rPr sz="2000" spc="300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é</a:t>
            </a:r>
            <a:r>
              <a:rPr sz="2000" spc="286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e</a:t>
            </a:r>
            <a:r>
              <a:rPr sz="2000" spc="-9" dirty="0" smtClean="0">
                <a:latin typeface="Arial"/>
                <a:cs typeface="Arial"/>
              </a:rPr>
              <a:t>n</a:t>
            </a:r>
            <a:r>
              <a:rPr sz="2000" spc="4" dirty="0" smtClean="0">
                <a:latin typeface="Arial"/>
                <a:cs typeface="Arial"/>
              </a:rPr>
              <a:t>c</a:t>
            </a:r>
            <a:r>
              <a:rPr sz="2000" spc="0" dirty="0" smtClean="0">
                <a:latin typeface="Arial"/>
                <a:cs typeface="Arial"/>
              </a:rPr>
              <a:t>hido</a:t>
            </a:r>
            <a:r>
              <a:rPr sz="2000" spc="286" dirty="0" smtClean="0">
                <a:latin typeface="Arial"/>
                <a:cs typeface="Arial"/>
              </a:rPr>
              <a:t> </a:t>
            </a:r>
            <a:r>
              <a:rPr sz="2000" spc="4" dirty="0" smtClean="0">
                <a:latin typeface="Arial"/>
                <a:cs typeface="Arial"/>
              </a:rPr>
              <a:t>c</a:t>
            </a:r>
            <a:r>
              <a:rPr sz="2000" spc="0" dirty="0" smtClean="0">
                <a:latin typeface="Arial"/>
                <a:cs typeface="Arial"/>
              </a:rPr>
              <a:t>om</a:t>
            </a:r>
            <a:r>
              <a:rPr sz="2000" spc="280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óleo</a:t>
            </a:r>
            <a:r>
              <a:rPr sz="2000" spc="295" dirty="0" smtClean="0">
                <a:latin typeface="Arial"/>
                <a:cs typeface="Arial"/>
              </a:rPr>
              <a:t> </a:t>
            </a:r>
            <a:r>
              <a:rPr sz="2000" spc="-9" dirty="0" smtClean="0">
                <a:latin typeface="Arial"/>
                <a:cs typeface="Arial"/>
              </a:rPr>
              <a:t>d</a:t>
            </a:r>
            <a:r>
              <a:rPr sz="2000" spc="0" dirty="0" smtClean="0">
                <a:latin typeface="Arial"/>
                <a:cs typeface="Arial"/>
              </a:rPr>
              <a:t>e</a:t>
            </a:r>
            <a:r>
              <a:rPr sz="2000" spc="286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peso</a:t>
            </a:r>
            <a:r>
              <a:rPr sz="2000" spc="295" dirty="0" smtClean="0">
                <a:latin typeface="Arial"/>
                <a:cs typeface="Arial"/>
              </a:rPr>
              <a:t> </a:t>
            </a:r>
            <a:r>
              <a:rPr sz="2000" spc="-9" dirty="0" smtClean="0">
                <a:latin typeface="Arial"/>
                <a:cs typeface="Arial"/>
              </a:rPr>
              <a:t>e</a:t>
            </a:r>
            <a:r>
              <a:rPr sz="2000" spc="4" dirty="0" smtClean="0">
                <a:latin typeface="Arial"/>
                <a:cs typeface="Arial"/>
              </a:rPr>
              <a:t>s</a:t>
            </a:r>
            <a:r>
              <a:rPr sz="2000" spc="0" dirty="0" smtClean="0">
                <a:latin typeface="Arial"/>
                <a:cs typeface="Arial"/>
              </a:rPr>
              <a:t>p</a:t>
            </a:r>
            <a:r>
              <a:rPr sz="2000" spc="-9" dirty="0" smtClean="0">
                <a:latin typeface="Arial"/>
                <a:cs typeface="Arial"/>
              </a:rPr>
              <a:t>e</a:t>
            </a:r>
            <a:r>
              <a:rPr sz="2000" spc="4" dirty="0" smtClean="0">
                <a:latin typeface="Arial"/>
                <a:cs typeface="Arial"/>
              </a:rPr>
              <a:t>c</a:t>
            </a:r>
            <a:r>
              <a:rPr sz="2000" spc="-14" dirty="0" smtClean="0">
                <a:latin typeface="Arial"/>
                <a:cs typeface="Arial"/>
              </a:rPr>
              <a:t>í</a:t>
            </a:r>
            <a:r>
              <a:rPr sz="2000" spc="-4" dirty="0" smtClean="0">
                <a:latin typeface="Arial"/>
                <a:cs typeface="Arial"/>
              </a:rPr>
              <a:t>f</a:t>
            </a:r>
            <a:r>
              <a:rPr sz="2000" spc="0" dirty="0" smtClean="0">
                <a:latin typeface="Arial"/>
                <a:cs typeface="Arial"/>
              </a:rPr>
              <a:t>i</a:t>
            </a:r>
            <a:r>
              <a:rPr sz="2000" spc="4" dirty="0" smtClean="0">
                <a:latin typeface="Arial"/>
                <a:cs typeface="Arial"/>
              </a:rPr>
              <a:t>c</a:t>
            </a:r>
            <a:r>
              <a:rPr sz="2000" spc="0" dirty="0" smtClean="0">
                <a:latin typeface="Arial"/>
                <a:cs typeface="Arial"/>
              </a:rPr>
              <a:t>o </a:t>
            </a:r>
            <a:r>
              <a:rPr sz="2000" spc="4" dirty="0" smtClean="0">
                <a:latin typeface="Arial"/>
                <a:cs typeface="Arial"/>
              </a:rPr>
              <a:t>r</a:t>
            </a:r>
            <a:r>
              <a:rPr sz="2000" spc="0" dirty="0" smtClean="0">
                <a:latin typeface="Arial"/>
                <a:cs typeface="Arial"/>
              </a:rPr>
              <a:t>ela</a:t>
            </a:r>
            <a:r>
              <a:rPr sz="2000" spc="-4" dirty="0" smtClean="0">
                <a:latin typeface="Arial"/>
                <a:cs typeface="Arial"/>
              </a:rPr>
              <a:t>t</a:t>
            </a:r>
            <a:r>
              <a:rPr sz="2000" spc="0" dirty="0" smtClean="0">
                <a:latin typeface="Arial"/>
                <a:cs typeface="Arial"/>
              </a:rPr>
              <a:t>i</a:t>
            </a:r>
            <a:r>
              <a:rPr sz="2000" spc="-4" dirty="0" smtClean="0">
                <a:latin typeface="Arial"/>
                <a:cs typeface="Arial"/>
              </a:rPr>
              <a:t>v</a:t>
            </a:r>
            <a:r>
              <a:rPr sz="2000" spc="0" dirty="0" smtClean="0">
                <a:latin typeface="Arial"/>
                <a:cs typeface="Arial"/>
              </a:rPr>
              <a:t>o 0</a:t>
            </a:r>
            <a:r>
              <a:rPr sz="2000" spc="-4" dirty="0" smtClean="0">
                <a:latin typeface="Arial"/>
                <a:cs typeface="Arial"/>
              </a:rPr>
              <a:t>,</a:t>
            </a:r>
            <a:r>
              <a:rPr sz="2000" spc="-9" dirty="0" smtClean="0">
                <a:latin typeface="Arial"/>
                <a:cs typeface="Arial"/>
              </a:rPr>
              <a:t>8</a:t>
            </a:r>
            <a:r>
              <a:rPr sz="2000" spc="0" dirty="0" smtClean="0">
                <a:latin typeface="Arial"/>
                <a:cs typeface="Arial"/>
              </a:rPr>
              <a:t>,</a:t>
            </a:r>
            <a:r>
              <a:rPr sz="2000" spc="-9" dirty="0" smtClean="0">
                <a:latin typeface="Arial"/>
                <a:cs typeface="Arial"/>
              </a:rPr>
              <a:t> </a:t>
            </a:r>
            <a:r>
              <a:rPr sz="2000" spc="-4" dirty="0" smtClean="0">
                <a:latin typeface="Arial"/>
                <a:cs typeface="Arial"/>
              </a:rPr>
              <a:t>s</a:t>
            </a:r>
            <a:r>
              <a:rPr sz="2000" spc="0" dirty="0" smtClean="0">
                <a:latin typeface="Arial"/>
                <a:cs typeface="Arial"/>
              </a:rPr>
              <a:t>aben</a:t>
            </a:r>
            <a:r>
              <a:rPr sz="2000" spc="-9" dirty="0" smtClean="0">
                <a:latin typeface="Arial"/>
                <a:cs typeface="Arial"/>
              </a:rPr>
              <a:t>do</a:t>
            </a:r>
            <a:r>
              <a:rPr sz="2000" spc="4" dirty="0" smtClean="0">
                <a:latin typeface="Arial"/>
                <a:cs typeface="Arial"/>
              </a:rPr>
              <a:t>-</a:t>
            </a:r>
            <a:r>
              <a:rPr sz="2000" spc="-4" dirty="0" smtClean="0">
                <a:latin typeface="Arial"/>
                <a:cs typeface="Arial"/>
              </a:rPr>
              <a:t>s</a:t>
            </a:r>
            <a:r>
              <a:rPr sz="2000" spc="0" dirty="0" smtClean="0">
                <a:latin typeface="Arial"/>
                <a:cs typeface="Arial"/>
              </a:rPr>
              <a:t>e q</a:t>
            </a:r>
            <a:r>
              <a:rPr sz="2000" spc="-9" dirty="0" smtClean="0">
                <a:latin typeface="Arial"/>
                <a:cs typeface="Arial"/>
              </a:rPr>
              <a:t>u</a:t>
            </a:r>
            <a:r>
              <a:rPr sz="2000" spc="0" dirty="0" smtClean="0">
                <a:latin typeface="Arial"/>
                <a:cs typeface="Arial"/>
              </a:rPr>
              <a:t>e p</a:t>
            </a:r>
            <a:r>
              <a:rPr sz="2000" spc="-9" dirty="0" smtClean="0">
                <a:latin typeface="Arial"/>
                <a:cs typeface="Arial"/>
              </a:rPr>
              <a:t>a</a:t>
            </a:r>
            <a:r>
              <a:rPr sz="2000" spc="4" dirty="0" smtClean="0">
                <a:latin typeface="Arial"/>
                <a:cs typeface="Arial"/>
              </a:rPr>
              <a:t>r</a:t>
            </a:r>
            <a:r>
              <a:rPr sz="2000" spc="0" dirty="0" smtClean="0">
                <a:latin typeface="Arial"/>
                <a:cs typeface="Arial"/>
              </a:rPr>
              <a:t>a i</a:t>
            </a:r>
            <a:r>
              <a:rPr sz="2000" spc="-4" dirty="0" smtClean="0">
                <a:latin typeface="Arial"/>
                <a:cs typeface="Arial"/>
              </a:rPr>
              <a:t>s</a:t>
            </a:r>
            <a:r>
              <a:rPr sz="2000" spc="4" dirty="0" smtClean="0">
                <a:latin typeface="Arial"/>
                <a:cs typeface="Arial"/>
              </a:rPr>
              <a:t>s</a:t>
            </a:r>
            <a:r>
              <a:rPr sz="2000" spc="0" dirty="0" smtClean="0">
                <a:latin typeface="Arial"/>
                <a:cs typeface="Arial"/>
              </a:rPr>
              <a:t>o</a:t>
            </a:r>
            <a:r>
              <a:rPr sz="2000" spc="-14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é</a:t>
            </a:r>
            <a:r>
              <a:rPr sz="2000" spc="-14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ne</a:t>
            </a:r>
            <a:r>
              <a:rPr sz="2000" spc="-4" dirty="0" smtClean="0">
                <a:latin typeface="Arial"/>
                <a:cs typeface="Arial"/>
              </a:rPr>
              <a:t>c</a:t>
            </a:r>
            <a:r>
              <a:rPr sz="2000" spc="0" dirty="0" smtClean="0">
                <a:latin typeface="Arial"/>
                <a:cs typeface="Arial"/>
              </a:rPr>
              <a:t>e</a:t>
            </a:r>
            <a:r>
              <a:rPr sz="2000" spc="-4" dirty="0" smtClean="0">
                <a:latin typeface="Arial"/>
                <a:cs typeface="Arial"/>
              </a:rPr>
              <a:t>s</a:t>
            </a:r>
            <a:r>
              <a:rPr sz="2000" spc="4" dirty="0" smtClean="0">
                <a:latin typeface="Arial"/>
                <a:cs typeface="Arial"/>
              </a:rPr>
              <a:t>s</a:t>
            </a:r>
            <a:r>
              <a:rPr sz="2000" spc="-9" dirty="0" smtClean="0">
                <a:latin typeface="Arial"/>
                <a:cs typeface="Arial"/>
              </a:rPr>
              <a:t>á</a:t>
            </a:r>
            <a:r>
              <a:rPr sz="2000" spc="4" dirty="0" smtClean="0">
                <a:latin typeface="Arial"/>
                <a:cs typeface="Arial"/>
              </a:rPr>
              <a:t>r</a:t>
            </a:r>
            <a:r>
              <a:rPr sz="2000" spc="0" dirty="0" smtClean="0">
                <a:latin typeface="Arial"/>
                <a:cs typeface="Arial"/>
              </a:rPr>
              <a:t>io </a:t>
            </a:r>
            <a:r>
              <a:rPr sz="2000" spc="-9" dirty="0" smtClean="0">
                <a:latin typeface="Arial"/>
                <a:cs typeface="Arial"/>
              </a:rPr>
              <a:t>1</a:t>
            </a:r>
            <a:r>
              <a:rPr sz="2000" spc="0" dirty="0" smtClean="0">
                <a:latin typeface="Arial"/>
                <a:cs typeface="Arial"/>
              </a:rPr>
              <a:t>5 min.</a:t>
            </a:r>
            <a:r>
              <a:rPr sz="2000" spc="-9" dirty="0" smtClean="0">
                <a:latin typeface="Arial"/>
                <a:cs typeface="Arial"/>
              </a:rPr>
              <a:t> C</a:t>
            </a:r>
            <a:r>
              <a:rPr sz="2000" spc="0" dirty="0" smtClean="0">
                <a:latin typeface="Arial"/>
                <a:cs typeface="Arial"/>
              </a:rPr>
              <a:t>al</a:t>
            </a:r>
            <a:r>
              <a:rPr sz="2000" spc="4" dirty="0" smtClean="0">
                <a:latin typeface="Arial"/>
                <a:cs typeface="Arial"/>
              </a:rPr>
              <a:t>c</a:t>
            </a:r>
            <a:r>
              <a:rPr sz="2000" spc="0" dirty="0" smtClean="0">
                <a:latin typeface="Arial"/>
                <a:cs typeface="Arial"/>
              </a:rPr>
              <a:t>ule:</a:t>
            </a:r>
            <a:endParaRPr sz="2000">
              <a:latin typeface="Arial"/>
              <a:cs typeface="Arial"/>
            </a:endParaRPr>
          </a:p>
          <a:p>
            <a:pPr marL="12700" marR="31111">
              <a:lnSpc>
                <a:spcPct val="95825"/>
              </a:lnSpc>
              <a:spcBef>
                <a:spcPts val="43"/>
              </a:spcBef>
            </a:pPr>
            <a:r>
              <a:rPr sz="2000" spc="0" dirty="0" smtClean="0">
                <a:latin typeface="Arial"/>
                <a:cs typeface="Arial"/>
              </a:rPr>
              <a:t>a) A</a:t>
            </a:r>
            <a:r>
              <a:rPr sz="2000" spc="-9" dirty="0" smtClean="0">
                <a:latin typeface="Arial"/>
                <a:cs typeface="Arial"/>
              </a:rPr>
              <a:t> </a:t>
            </a:r>
            <a:r>
              <a:rPr sz="2000" spc="-4" dirty="0" smtClean="0">
                <a:latin typeface="Arial"/>
                <a:cs typeface="Arial"/>
              </a:rPr>
              <a:t>v</a:t>
            </a:r>
            <a:r>
              <a:rPr sz="2000" spc="-9" dirty="0" smtClean="0">
                <a:latin typeface="Arial"/>
                <a:cs typeface="Arial"/>
              </a:rPr>
              <a:t>a</a:t>
            </a:r>
            <a:r>
              <a:rPr sz="2000" spc="4" dirty="0" smtClean="0">
                <a:latin typeface="Arial"/>
                <a:cs typeface="Arial"/>
              </a:rPr>
              <a:t>z</a:t>
            </a:r>
            <a:r>
              <a:rPr sz="2000" spc="0" dirty="0" smtClean="0">
                <a:latin typeface="Arial"/>
                <a:cs typeface="Arial"/>
              </a:rPr>
              <a:t>ão</a:t>
            </a:r>
            <a:r>
              <a:rPr sz="2000" spc="-14" dirty="0" smtClean="0">
                <a:latin typeface="Arial"/>
                <a:cs typeface="Arial"/>
              </a:rPr>
              <a:t> </a:t>
            </a:r>
            <a:r>
              <a:rPr sz="2000" spc="-9" dirty="0" smtClean="0">
                <a:latin typeface="Arial"/>
                <a:cs typeface="Arial"/>
              </a:rPr>
              <a:t>e</a:t>
            </a:r>
            <a:r>
              <a:rPr sz="2000" spc="0" dirty="0" smtClean="0">
                <a:latin typeface="Arial"/>
                <a:cs typeface="Arial"/>
              </a:rPr>
              <a:t>m</a:t>
            </a:r>
            <a:r>
              <a:rPr sz="2000" spc="-4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p</a:t>
            </a:r>
            <a:r>
              <a:rPr sz="2000" spc="-9" dirty="0" smtClean="0">
                <a:latin typeface="Arial"/>
                <a:cs typeface="Arial"/>
              </a:rPr>
              <a:t>e</a:t>
            </a:r>
            <a:r>
              <a:rPr sz="2000" spc="4" dirty="0" smtClean="0">
                <a:latin typeface="Arial"/>
                <a:cs typeface="Arial"/>
              </a:rPr>
              <a:t>s</a:t>
            </a:r>
            <a:r>
              <a:rPr sz="2000" spc="0" dirty="0" smtClean="0">
                <a:latin typeface="Arial"/>
                <a:cs typeface="Arial"/>
              </a:rPr>
              <a:t>o</a:t>
            </a:r>
            <a:r>
              <a:rPr sz="2000" spc="-14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da </a:t>
            </a:r>
            <a:r>
              <a:rPr sz="2000" spc="-14" dirty="0" smtClean="0">
                <a:latin typeface="Arial"/>
                <a:cs typeface="Arial"/>
              </a:rPr>
              <a:t>t</a:t>
            </a:r>
            <a:r>
              <a:rPr sz="2000" spc="-9" dirty="0" smtClean="0">
                <a:latin typeface="Arial"/>
                <a:cs typeface="Arial"/>
              </a:rPr>
              <a:t>u</a:t>
            </a:r>
            <a:r>
              <a:rPr sz="2000" spc="0" dirty="0" smtClean="0">
                <a:latin typeface="Arial"/>
                <a:cs typeface="Arial"/>
              </a:rPr>
              <a:t>bula</a:t>
            </a:r>
            <a:r>
              <a:rPr sz="2000" spc="4" dirty="0" smtClean="0">
                <a:latin typeface="Arial"/>
                <a:cs typeface="Arial"/>
              </a:rPr>
              <a:t>ç</a:t>
            </a:r>
            <a:r>
              <a:rPr sz="2000" spc="-9" dirty="0" smtClean="0">
                <a:latin typeface="Arial"/>
                <a:cs typeface="Arial"/>
              </a:rPr>
              <a:t>ã</a:t>
            </a:r>
            <a:r>
              <a:rPr sz="2000" spc="0" dirty="0" smtClean="0">
                <a:latin typeface="Arial"/>
                <a:cs typeface="Arial"/>
              </a:rPr>
              <a:t>o u</a:t>
            </a:r>
            <a:r>
              <a:rPr sz="2000" spc="-4" dirty="0" smtClean="0">
                <a:latin typeface="Arial"/>
                <a:cs typeface="Arial"/>
              </a:rPr>
              <a:t>t</a:t>
            </a:r>
            <a:r>
              <a:rPr sz="2000" spc="0" dirty="0" smtClean="0">
                <a:latin typeface="Arial"/>
                <a:cs typeface="Arial"/>
              </a:rPr>
              <a:t>ili</a:t>
            </a:r>
            <a:r>
              <a:rPr sz="2000" spc="4" dirty="0" smtClean="0">
                <a:latin typeface="Arial"/>
                <a:cs typeface="Arial"/>
              </a:rPr>
              <a:t>z</a:t>
            </a:r>
            <a:r>
              <a:rPr sz="2000" spc="0" dirty="0" smtClean="0">
                <a:latin typeface="Arial"/>
                <a:cs typeface="Arial"/>
              </a:rPr>
              <a:t>ada </a:t>
            </a:r>
            <a:r>
              <a:rPr sz="2000" spc="-9" dirty="0" smtClean="0">
                <a:latin typeface="Arial"/>
                <a:cs typeface="Arial"/>
              </a:rPr>
              <a:t>p</a:t>
            </a:r>
            <a:r>
              <a:rPr sz="2000" spc="0" dirty="0" smtClean="0">
                <a:latin typeface="Arial"/>
                <a:cs typeface="Arial"/>
              </a:rPr>
              <a:t>a</a:t>
            </a:r>
            <a:r>
              <a:rPr sz="2000" spc="-9" dirty="0" smtClean="0">
                <a:latin typeface="Arial"/>
                <a:cs typeface="Arial"/>
              </a:rPr>
              <a:t>r</a:t>
            </a:r>
            <a:r>
              <a:rPr sz="2000" spc="0" dirty="0" smtClean="0">
                <a:latin typeface="Arial"/>
                <a:cs typeface="Arial"/>
              </a:rPr>
              <a:t>a e</a:t>
            </a:r>
            <a:r>
              <a:rPr sz="2000" spc="-9" dirty="0" smtClean="0">
                <a:latin typeface="Arial"/>
                <a:cs typeface="Arial"/>
              </a:rPr>
              <a:t>n</a:t>
            </a:r>
            <a:r>
              <a:rPr sz="2000" spc="-4" dirty="0" smtClean="0">
                <a:latin typeface="Arial"/>
                <a:cs typeface="Arial"/>
              </a:rPr>
              <a:t>c</a:t>
            </a:r>
            <a:r>
              <a:rPr sz="2000" spc="4" dirty="0" smtClean="0">
                <a:latin typeface="Arial"/>
                <a:cs typeface="Arial"/>
              </a:rPr>
              <a:t>h</a:t>
            </a:r>
            <a:r>
              <a:rPr sz="2000" spc="0" dirty="0" smtClean="0">
                <a:latin typeface="Arial"/>
                <a:cs typeface="Arial"/>
              </a:rPr>
              <a:t>er</a:t>
            </a:r>
            <a:r>
              <a:rPr sz="2000" spc="-9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o </a:t>
            </a:r>
            <a:r>
              <a:rPr sz="2000" spc="-4" dirty="0" smtClean="0">
                <a:latin typeface="Arial"/>
                <a:cs typeface="Arial"/>
              </a:rPr>
              <a:t>t</a:t>
            </a:r>
            <a:r>
              <a:rPr sz="2000" spc="-9" dirty="0" smtClean="0">
                <a:latin typeface="Arial"/>
                <a:cs typeface="Arial"/>
              </a:rPr>
              <a:t>a</a:t>
            </a:r>
            <a:r>
              <a:rPr sz="2000" spc="0" dirty="0" smtClean="0">
                <a:latin typeface="Arial"/>
                <a:cs typeface="Arial"/>
              </a:rPr>
              <a:t>m</a:t>
            </a:r>
            <a:r>
              <a:rPr sz="2000" spc="-9" dirty="0" smtClean="0">
                <a:latin typeface="Arial"/>
                <a:cs typeface="Arial"/>
              </a:rPr>
              <a:t>b</a:t>
            </a:r>
            <a:r>
              <a:rPr sz="2000" spc="0" dirty="0" smtClean="0">
                <a:latin typeface="Arial"/>
                <a:cs typeface="Arial"/>
              </a:rPr>
              <a:t>o</a:t>
            </a:r>
            <a:r>
              <a:rPr sz="2000" spc="4" dirty="0" smtClean="0">
                <a:latin typeface="Arial"/>
                <a:cs typeface="Arial"/>
              </a:rPr>
              <a:t>r</a:t>
            </a:r>
            <a:r>
              <a:rPr sz="2000" spc="0" dirty="0" smtClean="0">
                <a:latin typeface="Arial"/>
                <a:cs typeface="Arial"/>
              </a:rPr>
              <a:t>.</a:t>
            </a:r>
            <a:endParaRPr sz="2000">
              <a:latin typeface="Arial"/>
              <a:cs typeface="Arial"/>
            </a:endParaRPr>
          </a:p>
          <a:p>
            <a:pPr marL="12700" marR="5" indent="0">
              <a:lnSpc>
                <a:spcPts val="1930"/>
              </a:lnSpc>
              <a:spcBef>
                <a:spcPts val="526"/>
              </a:spcBef>
            </a:pPr>
            <a:r>
              <a:rPr sz="2000" spc="0" dirty="0" smtClean="0">
                <a:latin typeface="Arial"/>
                <a:cs typeface="Arial"/>
              </a:rPr>
              <a:t>b)</a:t>
            </a:r>
            <a:r>
              <a:rPr sz="2000" spc="94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O</a:t>
            </a:r>
            <a:r>
              <a:rPr sz="2000" spc="104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p</a:t>
            </a:r>
            <a:r>
              <a:rPr sz="2000" spc="-9" dirty="0" smtClean="0">
                <a:latin typeface="Arial"/>
                <a:cs typeface="Arial"/>
              </a:rPr>
              <a:t>e</a:t>
            </a:r>
            <a:r>
              <a:rPr sz="2000" spc="4" dirty="0" smtClean="0">
                <a:latin typeface="Arial"/>
                <a:cs typeface="Arial"/>
              </a:rPr>
              <a:t>s</a:t>
            </a:r>
            <a:r>
              <a:rPr sz="2000" spc="0" dirty="0" smtClean="0">
                <a:latin typeface="Arial"/>
                <a:cs typeface="Arial"/>
              </a:rPr>
              <a:t>o</a:t>
            </a:r>
            <a:r>
              <a:rPr sz="2000" spc="104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de</a:t>
            </a:r>
            <a:r>
              <a:rPr sz="2000" spc="94" dirty="0" smtClean="0">
                <a:latin typeface="Arial"/>
                <a:cs typeface="Arial"/>
              </a:rPr>
              <a:t> </a:t>
            </a:r>
            <a:r>
              <a:rPr sz="2000" spc="4" dirty="0" smtClean="0">
                <a:latin typeface="Arial"/>
                <a:cs typeface="Arial"/>
              </a:rPr>
              <a:t>c</a:t>
            </a:r>
            <a:r>
              <a:rPr sz="2000" spc="0" dirty="0" smtClean="0">
                <a:latin typeface="Arial"/>
                <a:cs typeface="Arial"/>
              </a:rPr>
              <a:t>ada</a:t>
            </a:r>
            <a:r>
              <a:rPr sz="2000" spc="114" dirty="0" smtClean="0">
                <a:latin typeface="Arial"/>
                <a:cs typeface="Arial"/>
              </a:rPr>
              <a:t> </a:t>
            </a:r>
            <a:r>
              <a:rPr sz="2000" spc="-14" dirty="0" smtClean="0">
                <a:latin typeface="Arial"/>
                <a:cs typeface="Arial"/>
              </a:rPr>
              <a:t>t</a:t>
            </a:r>
            <a:r>
              <a:rPr sz="2000" spc="0" dirty="0" smtClean="0">
                <a:latin typeface="Arial"/>
                <a:cs typeface="Arial"/>
              </a:rPr>
              <a:t>am</a:t>
            </a:r>
            <a:r>
              <a:rPr sz="2000" spc="-9" dirty="0" smtClean="0">
                <a:latin typeface="Arial"/>
                <a:cs typeface="Arial"/>
              </a:rPr>
              <a:t>b</a:t>
            </a:r>
            <a:r>
              <a:rPr sz="2000" spc="0" dirty="0" smtClean="0">
                <a:latin typeface="Arial"/>
                <a:cs typeface="Arial"/>
              </a:rPr>
              <a:t>or</a:t>
            </a:r>
            <a:r>
              <a:rPr sz="2000" spc="109" dirty="0" smtClean="0">
                <a:latin typeface="Arial"/>
                <a:cs typeface="Arial"/>
              </a:rPr>
              <a:t> </a:t>
            </a:r>
            <a:r>
              <a:rPr sz="2000" spc="4" dirty="0" smtClean="0">
                <a:latin typeface="Arial"/>
                <a:cs typeface="Arial"/>
              </a:rPr>
              <a:t>c</a:t>
            </a:r>
            <a:r>
              <a:rPr sz="2000" spc="0" dirty="0" smtClean="0">
                <a:latin typeface="Arial"/>
                <a:cs typeface="Arial"/>
              </a:rPr>
              <a:t>heio,</a:t>
            </a:r>
            <a:r>
              <a:rPr sz="2000" spc="109" dirty="0" smtClean="0">
                <a:latin typeface="Arial"/>
                <a:cs typeface="Arial"/>
              </a:rPr>
              <a:t> </a:t>
            </a:r>
            <a:r>
              <a:rPr sz="2000" spc="-4" dirty="0" smtClean="0">
                <a:latin typeface="Arial"/>
                <a:cs typeface="Arial"/>
              </a:rPr>
              <a:t>s</a:t>
            </a:r>
            <a:r>
              <a:rPr sz="2000" spc="0" dirty="0" smtClean="0">
                <a:latin typeface="Arial"/>
                <a:cs typeface="Arial"/>
              </a:rPr>
              <a:t>en</a:t>
            </a:r>
            <a:r>
              <a:rPr sz="2000" spc="-9" dirty="0" smtClean="0">
                <a:latin typeface="Arial"/>
                <a:cs typeface="Arial"/>
              </a:rPr>
              <a:t>d</a:t>
            </a:r>
            <a:r>
              <a:rPr sz="2000" spc="0" dirty="0" smtClean="0">
                <a:latin typeface="Arial"/>
                <a:cs typeface="Arial"/>
              </a:rPr>
              <a:t>o</a:t>
            </a:r>
            <a:r>
              <a:rPr sz="2000" spc="104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que</a:t>
            </a:r>
            <a:r>
              <a:rPr sz="2000" spc="114" dirty="0" smtClean="0">
                <a:latin typeface="Arial"/>
                <a:cs typeface="Arial"/>
              </a:rPr>
              <a:t> </a:t>
            </a:r>
            <a:r>
              <a:rPr sz="2000" spc="4" dirty="0" smtClean="0">
                <a:latin typeface="Arial"/>
                <a:cs typeface="Arial"/>
              </a:rPr>
              <a:t>s</a:t>
            </a:r>
            <a:r>
              <a:rPr sz="2000" spc="-9" dirty="0" smtClean="0">
                <a:latin typeface="Arial"/>
                <a:cs typeface="Arial"/>
              </a:rPr>
              <a:t>o</a:t>
            </a:r>
            <a:r>
              <a:rPr sz="2000" spc="0" dirty="0" smtClean="0">
                <a:latin typeface="Arial"/>
                <a:cs typeface="Arial"/>
              </a:rPr>
              <a:t>me</a:t>
            </a:r>
            <a:r>
              <a:rPr sz="2000" spc="-9" dirty="0" smtClean="0">
                <a:latin typeface="Arial"/>
                <a:cs typeface="Arial"/>
              </a:rPr>
              <a:t>n</a:t>
            </a:r>
            <a:r>
              <a:rPr sz="2000" spc="-14" dirty="0" smtClean="0">
                <a:latin typeface="Arial"/>
                <a:cs typeface="Arial"/>
              </a:rPr>
              <a:t>t</a:t>
            </a:r>
            <a:r>
              <a:rPr sz="2000" spc="0" dirty="0" smtClean="0">
                <a:latin typeface="Arial"/>
                <a:cs typeface="Arial"/>
              </a:rPr>
              <a:t>e</a:t>
            </a:r>
            <a:r>
              <a:rPr sz="2000" spc="114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o</a:t>
            </a:r>
            <a:r>
              <a:rPr sz="2000" spc="119" dirty="0" smtClean="0">
                <a:latin typeface="Arial"/>
                <a:cs typeface="Arial"/>
              </a:rPr>
              <a:t> </a:t>
            </a:r>
            <a:r>
              <a:rPr sz="2000" spc="-4" dirty="0" smtClean="0">
                <a:latin typeface="Arial"/>
                <a:cs typeface="Arial"/>
              </a:rPr>
              <a:t>t</a:t>
            </a:r>
            <a:r>
              <a:rPr sz="2000" spc="0" dirty="0" smtClean="0">
                <a:latin typeface="Arial"/>
                <a:cs typeface="Arial"/>
              </a:rPr>
              <a:t>am</a:t>
            </a:r>
            <a:r>
              <a:rPr sz="2000" spc="-9" dirty="0" smtClean="0">
                <a:latin typeface="Arial"/>
                <a:cs typeface="Arial"/>
              </a:rPr>
              <a:t>b</a:t>
            </a:r>
            <a:r>
              <a:rPr sz="2000" spc="0" dirty="0" smtClean="0">
                <a:latin typeface="Arial"/>
                <a:cs typeface="Arial"/>
              </a:rPr>
              <a:t>or</a:t>
            </a:r>
            <a:r>
              <a:rPr sz="2000" spc="119" dirty="0" smtClean="0">
                <a:latin typeface="Arial"/>
                <a:cs typeface="Arial"/>
              </a:rPr>
              <a:t> </a:t>
            </a:r>
            <a:r>
              <a:rPr sz="2000" spc="-19" dirty="0" smtClean="0">
                <a:latin typeface="Arial"/>
                <a:cs typeface="Arial"/>
              </a:rPr>
              <a:t>v</a:t>
            </a:r>
            <a:r>
              <a:rPr sz="2000" spc="0" dirty="0" smtClean="0">
                <a:latin typeface="Arial"/>
                <a:cs typeface="Arial"/>
              </a:rPr>
              <a:t>a</a:t>
            </a:r>
            <a:r>
              <a:rPr sz="2000" spc="4" dirty="0" smtClean="0">
                <a:latin typeface="Arial"/>
                <a:cs typeface="Arial"/>
              </a:rPr>
              <a:t>z</a:t>
            </a:r>
            <a:r>
              <a:rPr sz="2000" spc="0" dirty="0" smtClean="0">
                <a:latin typeface="Arial"/>
                <a:cs typeface="Arial"/>
              </a:rPr>
              <a:t>io pe</a:t>
            </a:r>
            <a:r>
              <a:rPr sz="2000" spc="-4" dirty="0" smtClean="0">
                <a:latin typeface="Arial"/>
                <a:cs typeface="Arial"/>
              </a:rPr>
              <a:t>s</a:t>
            </a:r>
            <a:r>
              <a:rPr sz="2000" spc="0" dirty="0" smtClean="0">
                <a:latin typeface="Arial"/>
                <a:cs typeface="Arial"/>
              </a:rPr>
              <a:t>a 1</a:t>
            </a:r>
            <a:r>
              <a:rPr sz="2000" spc="-9" dirty="0" smtClean="0">
                <a:latin typeface="Arial"/>
                <a:cs typeface="Arial"/>
              </a:rPr>
              <a:t>0</a:t>
            </a:r>
            <a:r>
              <a:rPr sz="2000" spc="0" dirty="0" smtClean="0">
                <a:latin typeface="Arial"/>
                <a:cs typeface="Arial"/>
              </a:rPr>
              <a:t>0N</a:t>
            </a:r>
            <a:endParaRPr sz="20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238384" y="3098936"/>
            <a:ext cx="208978" cy="2158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635"/>
              </a:lnSpc>
              <a:spcBef>
                <a:spcPts val="81"/>
              </a:spcBef>
            </a:pPr>
            <a:r>
              <a:rPr sz="1500" spc="208" dirty="0" smtClean="0">
                <a:solidFill>
                  <a:srgbClr val="65FF32"/>
                </a:solidFill>
                <a:latin typeface="Arial"/>
                <a:cs typeface="Arial"/>
              </a:rPr>
              <a:t>□</a:t>
            </a:r>
            <a:endParaRPr sz="15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581289" y="4450602"/>
            <a:ext cx="2482802" cy="52374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indent="0">
              <a:lnSpc>
                <a:spcPts val="1920"/>
              </a:lnSpc>
              <a:spcBef>
                <a:spcPts val="281"/>
              </a:spcBef>
            </a:pPr>
            <a:r>
              <a:rPr sz="2000" spc="4" dirty="0" smtClean="0">
                <a:latin typeface="Arial"/>
                <a:cs typeface="Arial"/>
              </a:rPr>
              <a:t>c</a:t>
            </a:r>
            <a:r>
              <a:rPr sz="2000" spc="0" dirty="0" smtClean="0">
                <a:latin typeface="Arial"/>
                <a:cs typeface="Arial"/>
              </a:rPr>
              <a:t>)</a:t>
            </a:r>
            <a:r>
              <a:rPr sz="2000" spc="84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Q</a:t>
            </a:r>
            <a:r>
              <a:rPr sz="2000" spc="-9" dirty="0" smtClean="0">
                <a:latin typeface="Arial"/>
                <a:cs typeface="Arial"/>
              </a:rPr>
              <a:t>u</a:t>
            </a:r>
            <a:r>
              <a:rPr sz="2000" spc="0" dirty="0" smtClean="0">
                <a:latin typeface="Arial"/>
                <a:cs typeface="Arial"/>
              </a:rPr>
              <a:t>an</a:t>
            </a:r>
            <a:r>
              <a:rPr sz="2000" spc="-4" dirty="0" smtClean="0">
                <a:latin typeface="Arial"/>
                <a:cs typeface="Arial"/>
              </a:rPr>
              <a:t>t</a:t>
            </a:r>
            <a:r>
              <a:rPr sz="2000" spc="-9" dirty="0" smtClean="0">
                <a:latin typeface="Arial"/>
                <a:cs typeface="Arial"/>
              </a:rPr>
              <a:t>o</a:t>
            </a:r>
            <a:r>
              <a:rPr sz="2000" spc="0" dirty="0" smtClean="0">
                <a:latin typeface="Arial"/>
                <a:cs typeface="Arial"/>
              </a:rPr>
              <a:t>s</a:t>
            </a:r>
            <a:r>
              <a:rPr sz="2000" spc="109" dirty="0" smtClean="0">
                <a:latin typeface="Arial"/>
                <a:cs typeface="Arial"/>
              </a:rPr>
              <a:t> </a:t>
            </a:r>
            <a:r>
              <a:rPr sz="2000" spc="-4" dirty="0" smtClean="0">
                <a:latin typeface="Arial"/>
                <a:cs typeface="Arial"/>
              </a:rPr>
              <a:t>t</a:t>
            </a:r>
            <a:r>
              <a:rPr sz="2000" spc="-9" dirty="0" smtClean="0">
                <a:latin typeface="Arial"/>
                <a:cs typeface="Arial"/>
              </a:rPr>
              <a:t>a</a:t>
            </a:r>
            <a:r>
              <a:rPr sz="2000" spc="0" dirty="0" smtClean="0">
                <a:latin typeface="Arial"/>
                <a:cs typeface="Arial"/>
              </a:rPr>
              <a:t>mb</a:t>
            </a:r>
            <a:r>
              <a:rPr sz="2000" spc="-9" dirty="0" smtClean="0">
                <a:latin typeface="Arial"/>
                <a:cs typeface="Arial"/>
              </a:rPr>
              <a:t>o</a:t>
            </a:r>
            <a:r>
              <a:rPr sz="2000" spc="4" dirty="0" smtClean="0">
                <a:latin typeface="Arial"/>
                <a:cs typeface="Arial"/>
              </a:rPr>
              <a:t>r</a:t>
            </a:r>
            <a:r>
              <a:rPr sz="2000" spc="-9" dirty="0" smtClean="0">
                <a:latin typeface="Arial"/>
                <a:cs typeface="Arial"/>
              </a:rPr>
              <a:t>e</a:t>
            </a:r>
            <a:r>
              <a:rPr sz="2000" spc="0" dirty="0" smtClean="0">
                <a:latin typeface="Arial"/>
                <a:cs typeface="Arial"/>
              </a:rPr>
              <a:t>s pe</a:t>
            </a:r>
            <a:r>
              <a:rPr sz="2000" spc="-4" dirty="0" smtClean="0">
                <a:latin typeface="Arial"/>
                <a:cs typeface="Arial"/>
              </a:rPr>
              <a:t>s</a:t>
            </a:r>
            <a:r>
              <a:rPr sz="2000" spc="0" dirty="0" smtClean="0">
                <a:latin typeface="Arial"/>
                <a:cs typeface="Arial"/>
              </a:rPr>
              <a:t>o má</a:t>
            </a:r>
            <a:r>
              <a:rPr sz="2000" spc="-4" dirty="0" smtClean="0">
                <a:latin typeface="Arial"/>
                <a:cs typeface="Arial"/>
              </a:rPr>
              <a:t>x</a:t>
            </a:r>
            <a:r>
              <a:rPr sz="2000" spc="0" dirty="0" smtClean="0">
                <a:latin typeface="Arial"/>
                <a:cs typeface="Arial"/>
              </a:rPr>
              <a:t>imo</a:t>
            </a:r>
            <a:r>
              <a:rPr sz="2000" spc="-14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que</a:t>
            </a:r>
            <a:r>
              <a:rPr sz="2000" spc="-14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ele</a:t>
            </a:r>
            <a:endParaRPr sz="20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060769" y="4450602"/>
            <a:ext cx="3356648" cy="52374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7025" indent="-4325">
              <a:lnSpc>
                <a:spcPts val="1920"/>
              </a:lnSpc>
              <a:spcBef>
                <a:spcPts val="281"/>
              </a:spcBef>
            </a:pPr>
            <a:r>
              <a:rPr sz="2000" spc="0" dirty="0" smtClean="0">
                <a:latin typeface="Arial"/>
                <a:cs typeface="Arial"/>
              </a:rPr>
              <a:t>um</a:t>
            </a:r>
            <a:r>
              <a:rPr sz="2000" spc="89" dirty="0" smtClean="0">
                <a:latin typeface="Arial"/>
                <a:cs typeface="Arial"/>
              </a:rPr>
              <a:t> </a:t>
            </a:r>
            <a:r>
              <a:rPr sz="2000" spc="-4" dirty="0" smtClean="0">
                <a:latin typeface="Arial"/>
                <a:cs typeface="Arial"/>
              </a:rPr>
              <a:t>c</a:t>
            </a:r>
            <a:r>
              <a:rPr sz="2000" spc="0" dirty="0" smtClean="0">
                <a:latin typeface="Arial"/>
                <a:cs typeface="Arial"/>
              </a:rPr>
              <a:t>aminhão</a:t>
            </a:r>
            <a:r>
              <a:rPr sz="2000" spc="94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po</a:t>
            </a:r>
            <a:r>
              <a:rPr sz="2000" spc="-9" dirty="0" smtClean="0">
                <a:latin typeface="Arial"/>
                <a:cs typeface="Arial"/>
              </a:rPr>
              <a:t>d</a:t>
            </a:r>
            <a:r>
              <a:rPr sz="2000" spc="0" dirty="0" smtClean="0">
                <a:latin typeface="Arial"/>
                <a:cs typeface="Arial"/>
              </a:rPr>
              <a:t>e</a:t>
            </a:r>
            <a:r>
              <a:rPr sz="2000" spc="104" dirty="0" smtClean="0">
                <a:latin typeface="Arial"/>
                <a:cs typeface="Arial"/>
              </a:rPr>
              <a:t> </a:t>
            </a:r>
            <a:r>
              <a:rPr sz="2000" spc="4" dirty="0" smtClean="0">
                <a:latin typeface="Arial"/>
                <a:cs typeface="Arial"/>
              </a:rPr>
              <a:t>c</a:t>
            </a:r>
            <a:r>
              <a:rPr sz="2000" spc="-9" dirty="0" smtClean="0">
                <a:latin typeface="Arial"/>
                <a:cs typeface="Arial"/>
              </a:rPr>
              <a:t>ar</a:t>
            </a:r>
            <a:r>
              <a:rPr sz="2000" spc="4" dirty="0" smtClean="0">
                <a:latin typeface="Arial"/>
                <a:cs typeface="Arial"/>
              </a:rPr>
              <a:t>r</a:t>
            </a:r>
            <a:r>
              <a:rPr sz="2000" spc="0" dirty="0" smtClean="0">
                <a:latin typeface="Arial"/>
                <a:cs typeface="Arial"/>
              </a:rPr>
              <a:t>e</a:t>
            </a:r>
            <a:r>
              <a:rPr sz="2000" spc="-9" dirty="0" smtClean="0">
                <a:latin typeface="Arial"/>
                <a:cs typeface="Arial"/>
              </a:rPr>
              <a:t>g</a:t>
            </a:r>
            <a:r>
              <a:rPr sz="2000" spc="0" dirty="0" smtClean="0">
                <a:latin typeface="Arial"/>
                <a:cs typeface="Arial"/>
              </a:rPr>
              <a:t>a</a:t>
            </a:r>
            <a:r>
              <a:rPr sz="2000" spc="4" dirty="0" smtClean="0">
                <a:latin typeface="Arial"/>
                <a:cs typeface="Arial"/>
              </a:rPr>
              <a:t>r</a:t>
            </a:r>
            <a:r>
              <a:rPr sz="2000" spc="0" dirty="0" smtClean="0">
                <a:latin typeface="Arial"/>
                <a:cs typeface="Arial"/>
              </a:rPr>
              <a:t>, </a:t>
            </a:r>
            <a:r>
              <a:rPr sz="2000" spc="4" dirty="0" smtClean="0">
                <a:latin typeface="Arial"/>
                <a:cs typeface="Arial"/>
              </a:rPr>
              <a:t>s</a:t>
            </a:r>
            <a:r>
              <a:rPr sz="2000" spc="-9" dirty="0" smtClean="0">
                <a:latin typeface="Arial"/>
                <a:cs typeface="Arial"/>
              </a:rPr>
              <a:t>u</a:t>
            </a:r>
            <a:r>
              <a:rPr sz="2000" spc="0" dirty="0" smtClean="0">
                <a:latin typeface="Arial"/>
                <a:cs typeface="Arial"/>
              </a:rPr>
              <a:t>p</a:t>
            </a:r>
            <a:r>
              <a:rPr sz="2000" spc="-9" dirty="0" smtClean="0">
                <a:latin typeface="Arial"/>
                <a:cs typeface="Arial"/>
              </a:rPr>
              <a:t>o</a:t>
            </a:r>
            <a:r>
              <a:rPr sz="2000" spc="4" dirty="0" smtClean="0">
                <a:latin typeface="Arial"/>
                <a:cs typeface="Arial"/>
              </a:rPr>
              <a:t>r</a:t>
            </a:r>
            <a:r>
              <a:rPr sz="2000" spc="-4" dirty="0" smtClean="0">
                <a:latin typeface="Arial"/>
                <a:cs typeface="Arial"/>
              </a:rPr>
              <a:t>t</a:t>
            </a:r>
            <a:r>
              <a:rPr sz="2000" spc="0" dirty="0" smtClean="0">
                <a:latin typeface="Arial"/>
                <a:cs typeface="Arial"/>
              </a:rPr>
              <a:t>a</a:t>
            </a:r>
            <a:r>
              <a:rPr sz="2000" spc="-14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é 15</a:t>
            </a:r>
            <a:r>
              <a:rPr sz="2000" spc="-14" dirty="0" smtClean="0">
                <a:latin typeface="Arial"/>
                <a:cs typeface="Arial"/>
              </a:rPr>
              <a:t> </a:t>
            </a:r>
            <a:r>
              <a:rPr sz="2000" spc="-4" dirty="0" smtClean="0">
                <a:latin typeface="Arial"/>
                <a:cs typeface="Arial"/>
              </a:rPr>
              <a:t>t</a:t>
            </a:r>
            <a:r>
              <a:rPr sz="2000" spc="0" dirty="0" smtClean="0">
                <a:latin typeface="Arial"/>
                <a:cs typeface="Arial"/>
              </a:rPr>
              <a:t>o</a:t>
            </a:r>
            <a:r>
              <a:rPr sz="2000" spc="-9" dirty="0" smtClean="0">
                <a:latin typeface="Arial"/>
                <a:cs typeface="Arial"/>
              </a:rPr>
              <a:t>n</a:t>
            </a:r>
            <a:r>
              <a:rPr sz="2000" spc="0" dirty="0" smtClean="0">
                <a:latin typeface="Arial"/>
                <a:cs typeface="Arial"/>
              </a:rPr>
              <a:t>elad</a:t>
            </a:r>
            <a:r>
              <a:rPr sz="2000" spc="-9" dirty="0" smtClean="0">
                <a:latin typeface="Arial"/>
                <a:cs typeface="Arial"/>
              </a:rPr>
              <a:t>a</a:t>
            </a:r>
            <a:r>
              <a:rPr sz="2000" spc="4" dirty="0" smtClean="0">
                <a:latin typeface="Arial"/>
                <a:cs typeface="Arial"/>
              </a:rPr>
              <a:t>s</a:t>
            </a:r>
            <a:r>
              <a:rPr sz="2000" spc="0" dirty="0" smtClean="0">
                <a:latin typeface="Arial"/>
                <a:cs typeface="Arial"/>
              </a:rPr>
              <a:t>.</a:t>
            </a:r>
            <a:endParaRPr sz="20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429942" y="4450602"/>
            <a:ext cx="2136857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-4" dirty="0" smtClean="0">
                <a:latin typeface="Arial"/>
                <a:cs typeface="Arial"/>
              </a:rPr>
              <a:t>s</a:t>
            </a:r>
            <a:r>
              <a:rPr sz="2000" spc="0" dirty="0" smtClean="0">
                <a:latin typeface="Arial"/>
                <a:cs typeface="Arial"/>
              </a:rPr>
              <a:t>ab</a:t>
            </a:r>
            <a:r>
              <a:rPr sz="2000" spc="4" dirty="0" smtClean="0">
                <a:latin typeface="Arial"/>
                <a:cs typeface="Arial"/>
              </a:rPr>
              <a:t>e</a:t>
            </a:r>
            <a:r>
              <a:rPr sz="2000" spc="0" dirty="0" smtClean="0">
                <a:latin typeface="Arial"/>
                <a:cs typeface="Arial"/>
              </a:rPr>
              <a:t>n</a:t>
            </a:r>
            <a:r>
              <a:rPr sz="2000" spc="-9" dirty="0" smtClean="0">
                <a:latin typeface="Arial"/>
                <a:cs typeface="Arial"/>
              </a:rPr>
              <a:t>do</a:t>
            </a:r>
            <a:r>
              <a:rPr sz="2000" spc="4" dirty="0" smtClean="0">
                <a:latin typeface="Arial"/>
                <a:cs typeface="Arial"/>
              </a:rPr>
              <a:t>-</a:t>
            </a:r>
            <a:r>
              <a:rPr sz="2000" spc="-4" dirty="0" smtClean="0">
                <a:latin typeface="Arial"/>
                <a:cs typeface="Arial"/>
              </a:rPr>
              <a:t>s</a:t>
            </a:r>
            <a:r>
              <a:rPr sz="2000" spc="0" dirty="0" smtClean="0">
                <a:latin typeface="Arial"/>
                <a:cs typeface="Arial"/>
              </a:rPr>
              <a:t>e</a:t>
            </a:r>
            <a:r>
              <a:rPr sz="2000" spc="104" dirty="0" smtClean="0">
                <a:latin typeface="Arial"/>
                <a:cs typeface="Arial"/>
              </a:rPr>
              <a:t> </a:t>
            </a:r>
            <a:r>
              <a:rPr sz="2000" spc="-9" dirty="0" smtClean="0">
                <a:latin typeface="Arial"/>
                <a:cs typeface="Arial"/>
              </a:rPr>
              <a:t>q</a:t>
            </a:r>
            <a:r>
              <a:rPr sz="2000" spc="0" dirty="0" smtClean="0">
                <a:latin typeface="Arial"/>
                <a:cs typeface="Arial"/>
              </a:rPr>
              <a:t>ue</a:t>
            </a:r>
            <a:r>
              <a:rPr sz="2000" spc="104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o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10"/>
          <p:cNvSpPr/>
          <p:nvPr/>
        </p:nvSpPr>
        <p:spPr>
          <a:xfrm>
            <a:off x="2825374" y="3346703"/>
            <a:ext cx="5615940" cy="310286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310017" y="1034143"/>
            <a:ext cx="4780730" cy="4825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779"/>
              </a:lnSpc>
              <a:spcBef>
                <a:spcPts val="189"/>
              </a:spcBef>
            </a:pPr>
            <a:r>
              <a:rPr sz="3600" spc="192" dirty="0" smtClean="0">
                <a:solidFill>
                  <a:srgbClr val="00CC65"/>
                </a:solidFill>
                <a:latin typeface="Arial"/>
                <a:cs typeface="Arial"/>
              </a:rPr>
              <a:t>E</a:t>
            </a:r>
            <a:r>
              <a:rPr sz="3600" spc="143" dirty="0" smtClean="0">
                <a:solidFill>
                  <a:srgbClr val="00CC65"/>
                </a:solidFill>
                <a:latin typeface="Arial"/>
                <a:cs typeface="Arial"/>
              </a:rPr>
              <a:t>x</a:t>
            </a:r>
            <a:r>
              <a:rPr sz="3600" spc="160" dirty="0" smtClean="0">
                <a:solidFill>
                  <a:srgbClr val="00CC65"/>
                </a:solidFill>
                <a:latin typeface="Arial"/>
                <a:cs typeface="Arial"/>
              </a:rPr>
              <a:t>e</a:t>
            </a:r>
            <a:r>
              <a:rPr sz="3600" spc="95" dirty="0" smtClean="0">
                <a:solidFill>
                  <a:srgbClr val="00CC65"/>
                </a:solidFill>
                <a:latin typeface="Arial"/>
                <a:cs typeface="Arial"/>
              </a:rPr>
              <a:t>r</a:t>
            </a:r>
            <a:r>
              <a:rPr sz="3600" spc="143" dirty="0" smtClean="0">
                <a:solidFill>
                  <a:srgbClr val="00CC65"/>
                </a:solidFill>
                <a:latin typeface="Arial"/>
                <a:cs typeface="Arial"/>
              </a:rPr>
              <a:t>c</a:t>
            </a:r>
            <a:r>
              <a:rPr sz="3600" spc="63" dirty="0" smtClean="0">
                <a:solidFill>
                  <a:srgbClr val="00CC65"/>
                </a:solidFill>
                <a:latin typeface="Arial"/>
                <a:cs typeface="Arial"/>
              </a:rPr>
              <a:t>í</a:t>
            </a:r>
            <a:r>
              <a:rPr sz="3600" spc="143" dirty="0" smtClean="0">
                <a:solidFill>
                  <a:srgbClr val="00CC65"/>
                </a:solidFill>
                <a:latin typeface="Arial"/>
                <a:cs typeface="Arial"/>
              </a:rPr>
              <a:t>c</a:t>
            </a:r>
            <a:r>
              <a:rPr sz="3600" spc="58" dirty="0" smtClean="0">
                <a:solidFill>
                  <a:srgbClr val="00CC65"/>
                </a:solidFill>
                <a:latin typeface="Arial"/>
                <a:cs typeface="Arial"/>
              </a:rPr>
              <a:t>i</a:t>
            </a:r>
            <a:r>
              <a:rPr sz="3600" spc="154" dirty="0" smtClean="0">
                <a:solidFill>
                  <a:srgbClr val="00CC65"/>
                </a:solidFill>
                <a:latin typeface="Arial"/>
                <a:cs typeface="Arial"/>
              </a:rPr>
              <a:t>o</a:t>
            </a:r>
            <a:r>
              <a:rPr sz="3600" spc="143" dirty="0" smtClean="0">
                <a:solidFill>
                  <a:srgbClr val="00CC65"/>
                </a:solidFill>
                <a:latin typeface="Arial"/>
                <a:cs typeface="Arial"/>
              </a:rPr>
              <a:t>s</a:t>
            </a:r>
            <a:r>
              <a:rPr sz="3600" spc="27" dirty="0" smtClean="0">
                <a:solidFill>
                  <a:srgbClr val="00CC65"/>
                </a:solidFill>
                <a:latin typeface="Arial"/>
                <a:cs typeface="Arial"/>
              </a:rPr>
              <a:t> </a:t>
            </a:r>
            <a:r>
              <a:rPr sz="3600" spc="0" dirty="0" smtClean="0">
                <a:solidFill>
                  <a:srgbClr val="00CC65"/>
                </a:solidFill>
                <a:latin typeface="Arial"/>
                <a:cs typeface="Arial"/>
              </a:rPr>
              <a:t>P</a:t>
            </a:r>
            <a:r>
              <a:rPr sz="3600" spc="191" dirty="0" smtClean="0">
                <a:solidFill>
                  <a:srgbClr val="00CC65"/>
                </a:solidFill>
                <a:latin typeface="Arial"/>
                <a:cs typeface="Arial"/>
              </a:rPr>
              <a:t>r</a:t>
            </a:r>
            <a:r>
              <a:rPr sz="3600" spc="175" dirty="0" smtClean="0">
                <a:solidFill>
                  <a:srgbClr val="00CC65"/>
                </a:solidFill>
                <a:latin typeface="Arial"/>
                <a:cs typeface="Arial"/>
              </a:rPr>
              <a:t>opo</a:t>
            </a:r>
            <a:r>
              <a:rPr sz="3600" spc="197" dirty="0" smtClean="0">
                <a:solidFill>
                  <a:srgbClr val="00CC65"/>
                </a:solidFill>
                <a:latin typeface="Arial"/>
                <a:cs typeface="Arial"/>
              </a:rPr>
              <a:t>s</a:t>
            </a:r>
            <a:r>
              <a:rPr sz="3600" spc="190" dirty="0" smtClean="0">
                <a:solidFill>
                  <a:srgbClr val="00CC65"/>
                </a:solidFill>
                <a:latin typeface="Arial"/>
                <a:cs typeface="Arial"/>
              </a:rPr>
              <a:t>to</a:t>
            </a:r>
            <a:r>
              <a:rPr sz="3600" spc="197" dirty="0" smtClean="0">
                <a:solidFill>
                  <a:srgbClr val="00CC65"/>
                </a:solidFill>
                <a:latin typeface="Arial"/>
                <a:cs typeface="Arial"/>
              </a:rPr>
              <a:t>s</a:t>
            </a:r>
            <a:endParaRPr sz="36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581289" y="1692163"/>
            <a:ext cx="7985556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0" dirty="0" smtClean="0">
                <a:latin typeface="Arial"/>
                <a:cs typeface="Arial"/>
              </a:rPr>
              <a:t>10)</a:t>
            </a:r>
            <a:r>
              <a:rPr sz="2000" spc="361" dirty="0" smtClean="0">
                <a:latin typeface="Arial"/>
                <a:cs typeface="Arial"/>
              </a:rPr>
              <a:t> </a:t>
            </a:r>
            <a:r>
              <a:rPr sz="2000" spc="-9" dirty="0" smtClean="0">
                <a:latin typeface="Arial"/>
                <a:cs typeface="Arial"/>
              </a:rPr>
              <a:t>O</a:t>
            </a:r>
            <a:r>
              <a:rPr sz="2000" spc="0" dirty="0" smtClean="0">
                <a:latin typeface="Arial"/>
                <a:cs typeface="Arial"/>
              </a:rPr>
              <a:t>s</a:t>
            </a:r>
            <a:r>
              <a:rPr sz="2000" spc="361" dirty="0" smtClean="0">
                <a:latin typeface="Arial"/>
                <a:cs typeface="Arial"/>
              </a:rPr>
              <a:t> </a:t>
            </a:r>
            <a:r>
              <a:rPr sz="2000" spc="4" dirty="0" smtClean="0">
                <a:latin typeface="Arial"/>
                <a:cs typeface="Arial"/>
              </a:rPr>
              <a:t>r</a:t>
            </a:r>
            <a:r>
              <a:rPr sz="2000" spc="0" dirty="0" smtClean="0">
                <a:latin typeface="Arial"/>
                <a:cs typeface="Arial"/>
              </a:rPr>
              <a:t>e</a:t>
            </a:r>
            <a:r>
              <a:rPr sz="2000" spc="-4" dirty="0" smtClean="0">
                <a:latin typeface="Arial"/>
                <a:cs typeface="Arial"/>
              </a:rPr>
              <a:t>s</a:t>
            </a:r>
            <a:r>
              <a:rPr sz="2000" spc="-9" dirty="0" smtClean="0">
                <a:latin typeface="Arial"/>
                <a:cs typeface="Arial"/>
              </a:rPr>
              <a:t>er</a:t>
            </a:r>
            <a:r>
              <a:rPr sz="2000" spc="-4" dirty="0" smtClean="0">
                <a:latin typeface="Arial"/>
                <a:cs typeface="Arial"/>
              </a:rPr>
              <a:t>v</a:t>
            </a:r>
            <a:r>
              <a:rPr sz="2000" spc="0" dirty="0" smtClean="0">
                <a:latin typeface="Arial"/>
                <a:cs typeface="Arial"/>
              </a:rPr>
              <a:t>a</a:t>
            </a:r>
            <a:r>
              <a:rPr sz="2000" spc="-4" dirty="0" smtClean="0">
                <a:latin typeface="Arial"/>
                <a:cs typeface="Arial"/>
              </a:rPr>
              <a:t>t</a:t>
            </a:r>
            <a:r>
              <a:rPr sz="2000" spc="0" dirty="0" smtClean="0">
                <a:latin typeface="Arial"/>
                <a:cs typeface="Arial"/>
              </a:rPr>
              <a:t>ó</a:t>
            </a:r>
            <a:r>
              <a:rPr sz="2000" spc="4" dirty="0" smtClean="0">
                <a:latin typeface="Arial"/>
                <a:cs typeface="Arial"/>
              </a:rPr>
              <a:t>r</a:t>
            </a:r>
            <a:r>
              <a:rPr sz="2000" spc="0" dirty="0" smtClean="0">
                <a:latin typeface="Arial"/>
                <a:cs typeface="Arial"/>
              </a:rPr>
              <a:t>i</a:t>
            </a:r>
            <a:r>
              <a:rPr sz="2000" spc="-9" dirty="0" smtClean="0">
                <a:latin typeface="Arial"/>
                <a:cs typeface="Arial"/>
              </a:rPr>
              <a:t>o</a:t>
            </a:r>
            <a:r>
              <a:rPr sz="2000" spc="0" dirty="0" smtClean="0">
                <a:latin typeface="Arial"/>
                <a:cs typeface="Arial"/>
              </a:rPr>
              <a:t>s</a:t>
            </a:r>
            <a:r>
              <a:rPr sz="2000" spc="375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I</a:t>
            </a:r>
            <a:r>
              <a:rPr sz="2000" spc="366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e</a:t>
            </a:r>
            <a:r>
              <a:rPr sz="2000" spc="370" dirty="0" smtClean="0">
                <a:latin typeface="Arial"/>
                <a:cs typeface="Arial"/>
              </a:rPr>
              <a:t> </a:t>
            </a:r>
            <a:r>
              <a:rPr sz="2000" spc="-14" dirty="0" smtClean="0">
                <a:latin typeface="Arial"/>
                <a:cs typeface="Arial"/>
              </a:rPr>
              <a:t>I</a:t>
            </a:r>
            <a:r>
              <a:rPr sz="2000" spc="0" dirty="0" smtClean="0">
                <a:latin typeface="Arial"/>
                <a:cs typeface="Arial"/>
              </a:rPr>
              <a:t>I</a:t>
            </a:r>
            <a:r>
              <a:rPr sz="2000" spc="366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da</a:t>
            </a:r>
            <a:r>
              <a:rPr sz="2000" spc="370" dirty="0" smtClean="0">
                <a:latin typeface="Arial"/>
                <a:cs typeface="Arial"/>
              </a:rPr>
              <a:t> </a:t>
            </a:r>
            <a:r>
              <a:rPr sz="2000" spc="-4" dirty="0" smtClean="0">
                <a:latin typeface="Arial"/>
                <a:cs typeface="Arial"/>
              </a:rPr>
              <a:t>f</a:t>
            </a:r>
            <a:r>
              <a:rPr sz="2000" spc="0" dirty="0" smtClean="0">
                <a:latin typeface="Arial"/>
                <a:cs typeface="Arial"/>
              </a:rPr>
              <a:t>ig</a:t>
            </a:r>
            <a:r>
              <a:rPr sz="2000" spc="-9" dirty="0" smtClean="0">
                <a:latin typeface="Arial"/>
                <a:cs typeface="Arial"/>
              </a:rPr>
              <a:t>u</a:t>
            </a:r>
            <a:r>
              <a:rPr sz="2000" spc="4" dirty="0" smtClean="0">
                <a:latin typeface="Arial"/>
                <a:cs typeface="Arial"/>
              </a:rPr>
              <a:t>r</a:t>
            </a:r>
            <a:r>
              <a:rPr sz="2000" spc="0" dirty="0" smtClean="0">
                <a:latin typeface="Arial"/>
                <a:cs typeface="Arial"/>
              </a:rPr>
              <a:t>a</a:t>
            </a:r>
            <a:r>
              <a:rPr sz="2000" spc="380" dirty="0" smtClean="0">
                <a:latin typeface="Arial"/>
                <a:cs typeface="Arial"/>
              </a:rPr>
              <a:t> </a:t>
            </a:r>
            <a:r>
              <a:rPr sz="2000" spc="-9" dirty="0" smtClean="0">
                <a:latin typeface="Arial"/>
                <a:cs typeface="Arial"/>
              </a:rPr>
              <a:t>a</a:t>
            </a:r>
            <a:r>
              <a:rPr sz="2000" spc="0" dirty="0" smtClean="0">
                <a:latin typeface="Arial"/>
                <a:cs typeface="Arial"/>
              </a:rPr>
              <a:t>bai</a:t>
            </a:r>
            <a:r>
              <a:rPr sz="2000" spc="-4" dirty="0" smtClean="0">
                <a:latin typeface="Arial"/>
                <a:cs typeface="Arial"/>
              </a:rPr>
              <a:t>x</a:t>
            </a:r>
            <a:r>
              <a:rPr sz="2000" spc="0" dirty="0" smtClean="0">
                <a:latin typeface="Arial"/>
                <a:cs typeface="Arial"/>
              </a:rPr>
              <a:t>o,</a:t>
            </a:r>
            <a:r>
              <a:rPr sz="2000" spc="375" dirty="0" smtClean="0">
                <a:latin typeface="Arial"/>
                <a:cs typeface="Arial"/>
              </a:rPr>
              <a:t> </a:t>
            </a:r>
            <a:r>
              <a:rPr sz="2000" spc="4" dirty="0" smtClean="0">
                <a:latin typeface="Arial"/>
                <a:cs typeface="Arial"/>
              </a:rPr>
              <a:t>s</a:t>
            </a:r>
            <a:r>
              <a:rPr sz="2000" spc="0" dirty="0" smtClean="0">
                <a:latin typeface="Arial"/>
                <a:cs typeface="Arial"/>
              </a:rPr>
              <a:t>ão</a:t>
            </a:r>
            <a:r>
              <a:rPr sz="2000" spc="370" dirty="0" smtClean="0">
                <a:latin typeface="Arial"/>
                <a:cs typeface="Arial"/>
              </a:rPr>
              <a:t> </a:t>
            </a:r>
            <a:r>
              <a:rPr sz="2000" spc="-4" dirty="0" smtClean="0">
                <a:latin typeface="Arial"/>
                <a:cs typeface="Arial"/>
              </a:rPr>
              <a:t>c</a:t>
            </a:r>
            <a:r>
              <a:rPr sz="2000" spc="0" dirty="0" smtClean="0">
                <a:latin typeface="Arial"/>
                <a:cs typeface="Arial"/>
              </a:rPr>
              <a:t>úbi</a:t>
            </a:r>
            <a:r>
              <a:rPr sz="2000" spc="4" dirty="0" smtClean="0">
                <a:latin typeface="Arial"/>
                <a:cs typeface="Arial"/>
              </a:rPr>
              <a:t>c</a:t>
            </a:r>
            <a:r>
              <a:rPr sz="2000" spc="-9" dirty="0" smtClean="0">
                <a:latin typeface="Arial"/>
                <a:cs typeface="Arial"/>
              </a:rPr>
              <a:t>o</a:t>
            </a:r>
            <a:r>
              <a:rPr sz="2000" spc="4" dirty="0" smtClean="0">
                <a:latin typeface="Arial"/>
                <a:cs typeface="Arial"/>
              </a:rPr>
              <a:t>s</a:t>
            </a:r>
            <a:r>
              <a:rPr sz="2000" spc="0" dirty="0" smtClean="0">
                <a:latin typeface="Arial"/>
                <a:cs typeface="Arial"/>
              </a:rPr>
              <a:t>.</a:t>
            </a:r>
            <a:r>
              <a:rPr sz="2000" spc="375" dirty="0" smtClean="0">
                <a:latin typeface="Arial"/>
                <a:cs typeface="Arial"/>
              </a:rPr>
              <a:t> </a:t>
            </a:r>
            <a:r>
              <a:rPr sz="2000" spc="-4" dirty="0" smtClean="0">
                <a:latin typeface="Arial"/>
                <a:cs typeface="Arial"/>
              </a:rPr>
              <a:t>E</a:t>
            </a:r>
            <a:r>
              <a:rPr sz="2000" spc="0" dirty="0" smtClean="0">
                <a:latin typeface="Arial"/>
                <a:cs typeface="Arial"/>
              </a:rPr>
              <a:t>les</a:t>
            </a:r>
            <a:r>
              <a:rPr sz="2000" spc="375" dirty="0" smtClean="0">
                <a:latin typeface="Arial"/>
                <a:cs typeface="Arial"/>
              </a:rPr>
              <a:t> </a:t>
            </a:r>
            <a:r>
              <a:rPr sz="2000" spc="4" dirty="0" smtClean="0">
                <a:latin typeface="Arial"/>
                <a:cs typeface="Arial"/>
              </a:rPr>
              <a:t>s</a:t>
            </a:r>
            <a:r>
              <a:rPr sz="2000" spc="0" dirty="0" smtClean="0">
                <a:latin typeface="Arial"/>
                <a:cs typeface="Arial"/>
              </a:rPr>
              <a:t>ão</a:t>
            </a:r>
            <a:endParaRPr sz="20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238384" y="1744101"/>
            <a:ext cx="208978" cy="2158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635"/>
              </a:lnSpc>
              <a:spcBef>
                <a:spcPts val="81"/>
              </a:spcBef>
            </a:pPr>
            <a:r>
              <a:rPr sz="1500" spc="208" dirty="0" smtClean="0">
                <a:solidFill>
                  <a:srgbClr val="65FF32"/>
                </a:solidFill>
                <a:latin typeface="Arial"/>
                <a:cs typeface="Arial"/>
              </a:rPr>
              <a:t>□</a:t>
            </a:r>
            <a:endParaRPr sz="15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581289" y="1996963"/>
            <a:ext cx="811516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4" dirty="0" smtClean="0">
                <a:latin typeface="Arial"/>
                <a:cs typeface="Arial"/>
              </a:rPr>
              <a:t>c</a:t>
            </a:r>
            <a:r>
              <a:rPr sz="2000" spc="0" dirty="0" smtClean="0">
                <a:latin typeface="Arial"/>
                <a:cs typeface="Arial"/>
              </a:rPr>
              <a:t>hei</a:t>
            </a:r>
            <a:r>
              <a:rPr sz="2000" spc="-9" dirty="0" smtClean="0">
                <a:latin typeface="Arial"/>
                <a:cs typeface="Arial"/>
              </a:rPr>
              <a:t>o</a:t>
            </a:r>
            <a:r>
              <a:rPr sz="2000" spc="0" dirty="0" smtClean="0">
                <a:latin typeface="Arial"/>
                <a:cs typeface="Arial"/>
              </a:rPr>
              <a:t>s</a:t>
            </a:r>
            <a:endParaRPr sz="20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567197" y="1996963"/>
            <a:ext cx="681976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-9" dirty="0" smtClean="0">
                <a:latin typeface="Arial"/>
                <a:cs typeface="Arial"/>
              </a:rPr>
              <a:t>p</a:t>
            </a:r>
            <a:r>
              <a:rPr sz="2000" spc="0" dirty="0" smtClean="0">
                <a:latin typeface="Arial"/>
                <a:cs typeface="Arial"/>
              </a:rPr>
              <a:t>el</a:t>
            </a:r>
            <a:r>
              <a:rPr sz="2000" spc="-9" dirty="0" smtClean="0">
                <a:latin typeface="Arial"/>
                <a:cs typeface="Arial"/>
              </a:rPr>
              <a:t>a</a:t>
            </a:r>
            <a:r>
              <a:rPr sz="2000" spc="0" dirty="0" smtClean="0">
                <a:latin typeface="Arial"/>
                <a:cs typeface="Arial"/>
              </a:rPr>
              <a:t>s</a:t>
            </a:r>
            <a:endParaRPr sz="20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423566" y="1996963"/>
            <a:ext cx="1375134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-14" dirty="0" smtClean="0">
                <a:latin typeface="Arial"/>
                <a:cs typeface="Arial"/>
              </a:rPr>
              <a:t>t</a:t>
            </a:r>
            <a:r>
              <a:rPr sz="2000" spc="0" dirty="0" smtClean="0">
                <a:latin typeface="Arial"/>
                <a:cs typeface="Arial"/>
              </a:rPr>
              <a:t>ubul</a:t>
            </a:r>
            <a:r>
              <a:rPr sz="2000" spc="-9" dirty="0" smtClean="0">
                <a:latin typeface="Arial"/>
                <a:cs typeface="Arial"/>
              </a:rPr>
              <a:t>a</a:t>
            </a:r>
            <a:r>
              <a:rPr sz="2000" spc="4" dirty="0" smtClean="0">
                <a:latin typeface="Arial"/>
                <a:cs typeface="Arial"/>
              </a:rPr>
              <a:t>ç</a:t>
            </a:r>
            <a:r>
              <a:rPr sz="2000" spc="0" dirty="0" smtClean="0">
                <a:latin typeface="Arial"/>
                <a:cs typeface="Arial"/>
              </a:rPr>
              <a:t>õ</a:t>
            </a:r>
            <a:r>
              <a:rPr sz="2000" spc="-9" dirty="0" smtClean="0">
                <a:latin typeface="Arial"/>
                <a:cs typeface="Arial"/>
              </a:rPr>
              <a:t>e</a:t>
            </a:r>
            <a:r>
              <a:rPr sz="2000" spc="4" dirty="0" smtClean="0">
                <a:latin typeface="Arial"/>
                <a:cs typeface="Arial"/>
              </a:rPr>
              <a:t>s</a:t>
            </a:r>
            <a:r>
              <a:rPr sz="2000" spc="0" dirty="0" smtClean="0">
                <a:latin typeface="Arial"/>
                <a:cs typeface="Arial"/>
              </a:rPr>
              <a:t>,</a:t>
            </a:r>
            <a:endParaRPr sz="20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970274" y="1996963"/>
            <a:ext cx="1938298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4" dirty="0" smtClean="0">
                <a:latin typeface="Arial"/>
                <a:cs typeface="Arial"/>
              </a:rPr>
              <a:t>r</a:t>
            </a:r>
            <a:r>
              <a:rPr sz="2000" spc="-9" dirty="0" smtClean="0">
                <a:latin typeface="Arial"/>
                <a:cs typeface="Arial"/>
              </a:rPr>
              <a:t>e</a:t>
            </a:r>
            <a:r>
              <a:rPr sz="2000" spc="4" dirty="0" smtClean="0">
                <a:latin typeface="Arial"/>
                <a:cs typeface="Arial"/>
              </a:rPr>
              <a:t>s</a:t>
            </a:r>
            <a:r>
              <a:rPr sz="2000" spc="-9" dirty="0" smtClean="0">
                <a:latin typeface="Arial"/>
                <a:cs typeface="Arial"/>
              </a:rPr>
              <a:t>p</a:t>
            </a:r>
            <a:r>
              <a:rPr sz="2000" spc="0" dirty="0" smtClean="0">
                <a:latin typeface="Arial"/>
                <a:cs typeface="Arial"/>
              </a:rPr>
              <a:t>e</a:t>
            </a:r>
            <a:r>
              <a:rPr sz="2000" spc="4" dirty="0" smtClean="0">
                <a:latin typeface="Arial"/>
                <a:cs typeface="Arial"/>
              </a:rPr>
              <a:t>c</a:t>
            </a:r>
            <a:r>
              <a:rPr sz="2000" spc="-4" dirty="0" smtClean="0">
                <a:latin typeface="Arial"/>
                <a:cs typeface="Arial"/>
              </a:rPr>
              <a:t>t</a:t>
            </a:r>
            <a:r>
              <a:rPr sz="2000" spc="0" dirty="0" smtClean="0">
                <a:latin typeface="Arial"/>
                <a:cs typeface="Arial"/>
              </a:rPr>
              <a:t>i</a:t>
            </a:r>
            <a:r>
              <a:rPr sz="2000" spc="-19" dirty="0" smtClean="0">
                <a:latin typeface="Arial"/>
                <a:cs typeface="Arial"/>
              </a:rPr>
              <a:t>v</a:t>
            </a:r>
            <a:r>
              <a:rPr sz="2000" spc="0" dirty="0" smtClean="0">
                <a:latin typeface="Arial"/>
                <a:cs typeface="Arial"/>
              </a:rPr>
              <a:t>ame</a:t>
            </a:r>
            <a:r>
              <a:rPr sz="2000" spc="-9" dirty="0" smtClean="0">
                <a:latin typeface="Arial"/>
                <a:cs typeface="Arial"/>
              </a:rPr>
              <a:t>n</a:t>
            </a:r>
            <a:r>
              <a:rPr sz="2000" spc="-4" dirty="0" smtClean="0">
                <a:latin typeface="Arial"/>
                <a:cs typeface="Arial"/>
              </a:rPr>
              <a:t>t</a:t>
            </a:r>
            <a:r>
              <a:rPr sz="2000" spc="0" dirty="0" smtClean="0">
                <a:latin typeface="Arial"/>
                <a:cs typeface="Arial"/>
              </a:rPr>
              <a:t>e</a:t>
            </a:r>
            <a:endParaRPr sz="20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080819" y="1996963"/>
            <a:ext cx="430094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0" dirty="0" smtClean="0">
                <a:latin typeface="Arial"/>
                <a:cs typeface="Arial"/>
              </a:rPr>
              <a:t>em</a:t>
            </a:r>
            <a:endParaRPr sz="20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681276" y="1996963"/>
            <a:ext cx="627155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0" dirty="0" smtClean="0">
                <a:latin typeface="Arial"/>
                <a:cs typeface="Arial"/>
              </a:rPr>
              <a:t>10</a:t>
            </a:r>
            <a:r>
              <a:rPr sz="2000" spc="-9" dirty="0" smtClean="0">
                <a:latin typeface="Arial"/>
                <a:cs typeface="Arial"/>
              </a:rPr>
              <a:t>0</a:t>
            </a:r>
            <a:r>
              <a:rPr sz="2000" spc="0" dirty="0" smtClean="0">
                <a:latin typeface="Arial"/>
                <a:cs typeface="Arial"/>
              </a:rPr>
              <a:t>s</a:t>
            </a:r>
            <a:endParaRPr sz="20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479776" y="1996963"/>
            <a:ext cx="217900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0" dirty="0" smtClean="0">
                <a:latin typeface="Arial"/>
                <a:cs typeface="Arial"/>
              </a:rPr>
              <a:t>e</a:t>
            </a:r>
            <a:endParaRPr sz="20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869030" y="1996963"/>
            <a:ext cx="698596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0" dirty="0" smtClean="0">
                <a:latin typeface="Arial"/>
                <a:cs typeface="Arial"/>
              </a:rPr>
              <a:t>50</a:t>
            </a:r>
            <a:r>
              <a:rPr sz="2000" spc="-9" dirty="0" smtClean="0">
                <a:latin typeface="Arial"/>
                <a:cs typeface="Arial"/>
              </a:rPr>
              <a:t>0</a:t>
            </a:r>
            <a:r>
              <a:rPr sz="2000" spc="4" dirty="0" smtClean="0">
                <a:latin typeface="Arial"/>
                <a:cs typeface="Arial"/>
              </a:rPr>
              <a:t>s</a:t>
            </a:r>
            <a:r>
              <a:rPr sz="2000" spc="0" dirty="0" smtClean="0">
                <a:latin typeface="Arial"/>
                <a:cs typeface="Arial"/>
              </a:rPr>
              <a:t>.</a:t>
            </a:r>
            <a:endParaRPr sz="20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581289" y="2301763"/>
            <a:ext cx="3295900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4" dirty="0" smtClean="0">
                <a:latin typeface="Arial"/>
                <a:cs typeface="Arial"/>
              </a:rPr>
              <a:t>D</a:t>
            </a:r>
            <a:r>
              <a:rPr sz="2000" spc="0" dirty="0" smtClean="0">
                <a:latin typeface="Arial"/>
                <a:cs typeface="Arial"/>
              </a:rPr>
              <a:t>e</a:t>
            </a:r>
            <a:r>
              <a:rPr sz="2000" spc="-4" dirty="0" smtClean="0">
                <a:latin typeface="Arial"/>
                <a:cs typeface="Arial"/>
              </a:rPr>
              <a:t>t</a:t>
            </a:r>
            <a:r>
              <a:rPr sz="2000" spc="-9" dirty="0" smtClean="0">
                <a:latin typeface="Arial"/>
                <a:cs typeface="Arial"/>
              </a:rPr>
              <a:t>e</a:t>
            </a:r>
            <a:r>
              <a:rPr sz="2000" spc="4" dirty="0" smtClean="0">
                <a:latin typeface="Arial"/>
                <a:cs typeface="Arial"/>
              </a:rPr>
              <a:t>r</a:t>
            </a:r>
            <a:r>
              <a:rPr sz="2000" spc="0" dirty="0" smtClean="0">
                <a:latin typeface="Arial"/>
                <a:cs typeface="Arial"/>
              </a:rPr>
              <a:t>min</a:t>
            </a:r>
            <a:r>
              <a:rPr sz="2000" spc="-9" dirty="0" smtClean="0">
                <a:latin typeface="Arial"/>
                <a:cs typeface="Arial"/>
              </a:rPr>
              <a:t>a</a:t>
            </a:r>
            <a:r>
              <a:rPr sz="2000" spc="0" dirty="0" smtClean="0">
                <a:latin typeface="Arial"/>
                <a:cs typeface="Arial"/>
              </a:rPr>
              <a:t>r</a:t>
            </a:r>
            <a:r>
              <a:rPr sz="2000" spc="291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a</a:t>
            </a:r>
            <a:r>
              <a:rPr sz="2000" spc="286" dirty="0" smtClean="0">
                <a:latin typeface="Arial"/>
                <a:cs typeface="Arial"/>
              </a:rPr>
              <a:t> </a:t>
            </a:r>
            <a:r>
              <a:rPr sz="2000" spc="-4" dirty="0" smtClean="0">
                <a:latin typeface="Arial"/>
                <a:cs typeface="Arial"/>
              </a:rPr>
              <a:t>v</a:t>
            </a:r>
            <a:r>
              <a:rPr sz="2000" spc="0" dirty="0" smtClean="0">
                <a:latin typeface="Arial"/>
                <a:cs typeface="Arial"/>
              </a:rPr>
              <a:t>elo</a:t>
            </a:r>
            <a:r>
              <a:rPr sz="2000" spc="4" dirty="0" smtClean="0">
                <a:latin typeface="Arial"/>
                <a:cs typeface="Arial"/>
              </a:rPr>
              <a:t>c</a:t>
            </a:r>
            <a:r>
              <a:rPr sz="2000" spc="0" dirty="0" smtClean="0">
                <a:latin typeface="Arial"/>
                <a:cs typeface="Arial"/>
              </a:rPr>
              <a:t>idade</a:t>
            </a:r>
            <a:r>
              <a:rPr sz="2000" spc="286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da</a:t>
            </a:r>
            <a:endParaRPr sz="20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909227" y="2301763"/>
            <a:ext cx="641455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0" dirty="0" smtClean="0">
                <a:latin typeface="Arial"/>
                <a:cs typeface="Arial"/>
              </a:rPr>
              <a:t>á</a:t>
            </a:r>
            <a:r>
              <a:rPr sz="2000" spc="-9" dirty="0" smtClean="0">
                <a:latin typeface="Arial"/>
                <a:cs typeface="Arial"/>
              </a:rPr>
              <a:t>g</a:t>
            </a:r>
            <a:r>
              <a:rPr sz="2000" spc="0" dirty="0" smtClean="0">
                <a:latin typeface="Arial"/>
                <a:cs typeface="Arial"/>
              </a:rPr>
              <a:t>ua</a:t>
            </a:r>
            <a:endParaRPr sz="20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582721" y="2301763"/>
            <a:ext cx="358069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-9" dirty="0" smtClean="0">
                <a:latin typeface="Arial"/>
                <a:cs typeface="Arial"/>
              </a:rPr>
              <a:t>n</a:t>
            </a:r>
            <a:r>
              <a:rPr sz="2000" spc="0" dirty="0" smtClean="0">
                <a:latin typeface="Arial"/>
                <a:cs typeface="Arial"/>
              </a:rPr>
              <a:t>a</a:t>
            </a:r>
            <a:endParaRPr sz="20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971305" y="2301763"/>
            <a:ext cx="755793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4" dirty="0" smtClean="0">
                <a:latin typeface="Arial"/>
                <a:cs typeface="Arial"/>
              </a:rPr>
              <a:t>s</a:t>
            </a:r>
            <a:r>
              <a:rPr sz="2000" spc="-9" dirty="0" smtClean="0">
                <a:latin typeface="Arial"/>
                <a:cs typeface="Arial"/>
              </a:rPr>
              <a:t>e</a:t>
            </a:r>
            <a:r>
              <a:rPr sz="2000" spc="4" dirty="0" smtClean="0">
                <a:latin typeface="Arial"/>
                <a:cs typeface="Arial"/>
              </a:rPr>
              <a:t>ç</a:t>
            </a:r>
            <a:r>
              <a:rPr sz="2000" spc="0" dirty="0" smtClean="0">
                <a:latin typeface="Arial"/>
                <a:cs typeface="Arial"/>
              </a:rPr>
              <a:t>ão</a:t>
            </a:r>
            <a:endParaRPr sz="20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759013" y="2301763"/>
            <a:ext cx="246126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0" dirty="0" smtClean="0">
                <a:latin typeface="Arial"/>
                <a:cs typeface="Arial"/>
              </a:rPr>
              <a:t>A</a:t>
            </a:r>
            <a:endParaRPr sz="20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7036550" y="2301763"/>
            <a:ext cx="1094062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0" dirty="0" smtClean="0">
                <a:latin typeface="Arial"/>
                <a:cs typeface="Arial"/>
              </a:rPr>
              <a:t>ind</a:t>
            </a:r>
            <a:r>
              <a:rPr sz="2000" spc="-14" dirty="0" smtClean="0">
                <a:latin typeface="Arial"/>
                <a:cs typeface="Arial"/>
              </a:rPr>
              <a:t>i</a:t>
            </a:r>
            <a:r>
              <a:rPr sz="2000" spc="4" dirty="0" smtClean="0">
                <a:latin typeface="Arial"/>
                <a:cs typeface="Arial"/>
              </a:rPr>
              <a:t>c</a:t>
            </a:r>
            <a:r>
              <a:rPr sz="2000" spc="0" dirty="0" smtClean="0">
                <a:latin typeface="Arial"/>
                <a:cs typeface="Arial"/>
              </a:rPr>
              <a:t>a</a:t>
            </a:r>
            <a:r>
              <a:rPr sz="2000" spc="-9" dirty="0" smtClean="0">
                <a:latin typeface="Arial"/>
                <a:cs typeface="Arial"/>
              </a:rPr>
              <a:t>d</a:t>
            </a:r>
            <a:r>
              <a:rPr sz="2000" spc="9" dirty="0" smtClean="0">
                <a:latin typeface="Arial"/>
                <a:cs typeface="Arial"/>
              </a:rPr>
              <a:t>a</a:t>
            </a:r>
            <a:r>
              <a:rPr sz="2000" spc="0" dirty="0" smtClean="0">
                <a:latin typeface="Arial"/>
                <a:cs typeface="Arial"/>
              </a:rPr>
              <a:t>,</a:t>
            </a:r>
            <a:endParaRPr sz="20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8161980" y="2301763"/>
            <a:ext cx="1404858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4" dirty="0" smtClean="0">
                <a:latin typeface="Arial"/>
                <a:cs typeface="Arial"/>
              </a:rPr>
              <a:t>s</a:t>
            </a:r>
            <a:r>
              <a:rPr sz="2000" spc="0" dirty="0" smtClean="0">
                <a:latin typeface="Arial"/>
                <a:cs typeface="Arial"/>
              </a:rPr>
              <a:t>ab</a:t>
            </a:r>
            <a:r>
              <a:rPr sz="2000" spc="-9" dirty="0" smtClean="0">
                <a:latin typeface="Arial"/>
                <a:cs typeface="Arial"/>
              </a:rPr>
              <a:t>en</a:t>
            </a:r>
            <a:r>
              <a:rPr sz="2000" spc="0" dirty="0" smtClean="0">
                <a:latin typeface="Arial"/>
                <a:cs typeface="Arial"/>
              </a:rPr>
              <a:t>do</a:t>
            </a:r>
            <a:r>
              <a:rPr sz="2000" spc="-9" dirty="0" smtClean="0">
                <a:latin typeface="Arial"/>
                <a:cs typeface="Arial"/>
              </a:rPr>
              <a:t>-</a:t>
            </a:r>
            <a:r>
              <a:rPr sz="2000" spc="4" dirty="0" smtClean="0">
                <a:latin typeface="Arial"/>
                <a:cs typeface="Arial"/>
              </a:rPr>
              <a:t>s</a:t>
            </a:r>
            <a:r>
              <a:rPr sz="2000" spc="0" dirty="0" smtClean="0">
                <a:latin typeface="Arial"/>
                <a:cs typeface="Arial"/>
              </a:rPr>
              <a:t>e</a:t>
            </a:r>
            <a:endParaRPr sz="20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581289" y="2754391"/>
            <a:ext cx="501286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0" dirty="0" smtClean="0">
                <a:latin typeface="Arial"/>
                <a:cs typeface="Arial"/>
              </a:rPr>
              <a:t>que</a:t>
            </a:r>
            <a:endParaRPr sz="20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2076513" y="2754391"/>
            <a:ext cx="217900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0" dirty="0" smtClean="0">
                <a:latin typeface="Arial"/>
                <a:cs typeface="Arial"/>
              </a:rPr>
              <a:t>o</a:t>
            </a:r>
            <a:endParaRPr sz="200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2286829" y="2754391"/>
            <a:ext cx="1063597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0" dirty="0" smtClean="0">
                <a:latin typeface="Arial"/>
                <a:cs typeface="Arial"/>
              </a:rPr>
              <a:t>diâm</a:t>
            </a:r>
            <a:r>
              <a:rPr sz="2000" spc="-9" dirty="0" smtClean="0">
                <a:latin typeface="Arial"/>
                <a:cs typeface="Arial"/>
              </a:rPr>
              <a:t>e</a:t>
            </a:r>
            <a:r>
              <a:rPr sz="2000" spc="-4" dirty="0" smtClean="0">
                <a:latin typeface="Arial"/>
                <a:cs typeface="Arial"/>
              </a:rPr>
              <a:t>t</a:t>
            </a:r>
            <a:r>
              <a:rPr sz="2000" spc="-9" dirty="0" smtClean="0">
                <a:latin typeface="Arial"/>
                <a:cs typeface="Arial"/>
              </a:rPr>
              <a:t>r</a:t>
            </a:r>
            <a:r>
              <a:rPr sz="2000" spc="0" dirty="0" smtClean="0">
                <a:latin typeface="Arial"/>
                <a:cs typeface="Arial"/>
              </a:rPr>
              <a:t>o</a:t>
            </a:r>
            <a:endParaRPr sz="200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3344366" y="2754391"/>
            <a:ext cx="359593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0" dirty="0" smtClean="0">
                <a:latin typeface="Arial"/>
                <a:cs typeface="Arial"/>
              </a:rPr>
              <a:t>da</a:t>
            </a:r>
            <a:endParaRPr sz="200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3697897" y="2754391"/>
            <a:ext cx="1176299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-14" dirty="0" smtClean="0">
                <a:latin typeface="Arial"/>
                <a:cs typeface="Arial"/>
              </a:rPr>
              <a:t>t</a:t>
            </a:r>
            <a:r>
              <a:rPr sz="2000" spc="0" dirty="0" smtClean="0">
                <a:latin typeface="Arial"/>
                <a:cs typeface="Arial"/>
              </a:rPr>
              <a:t>ubul</a:t>
            </a:r>
            <a:r>
              <a:rPr sz="2000" spc="-9" dirty="0" smtClean="0">
                <a:latin typeface="Arial"/>
                <a:cs typeface="Arial"/>
              </a:rPr>
              <a:t>a</a:t>
            </a:r>
            <a:r>
              <a:rPr sz="2000" spc="4" dirty="0" smtClean="0">
                <a:latin typeface="Arial"/>
                <a:cs typeface="Arial"/>
              </a:rPr>
              <a:t>ç</a:t>
            </a:r>
            <a:r>
              <a:rPr sz="2000" spc="-9" dirty="0" smtClean="0">
                <a:latin typeface="Arial"/>
                <a:cs typeface="Arial"/>
              </a:rPr>
              <a:t>ã</a:t>
            </a:r>
            <a:r>
              <a:rPr sz="2000" spc="0" dirty="0" smtClean="0">
                <a:latin typeface="Arial"/>
                <a:cs typeface="Arial"/>
              </a:rPr>
              <a:t>o</a:t>
            </a:r>
            <a:endParaRPr sz="200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4868136" y="2754391"/>
            <a:ext cx="217900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0" dirty="0" smtClean="0">
                <a:latin typeface="Arial"/>
                <a:cs typeface="Arial"/>
              </a:rPr>
              <a:t>é</a:t>
            </a:r>
            <a:endParaRPr sz="2000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5079932" y="2754391"/>
            <a:ext cx="499028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-9" dirty="0" smtClean="0">
                <a:latin typeface="Arial"/>
                <a:cs typeface="Arial"/>
              </a:rPr>
              <a:t>1</a:t>
            </a:r>
            <a:r>
              <a:rPr sz="2000" spc="0" dirty="0" smtClean="0">
                <a:latin typeface="Arial"/>
                <a:cs typeface="Arial"/>
              </a:rPr>
              <a:t>m.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298700" y="2039111"/>
            <a:ext cx="7427975" cy="2534411"/>
          </a:xfrm>
          <a:custGeom>
            <a:avLst/>
            <a:gdLst/>
            <a:ahLst/>
            <a:cxnLst/>
            <a:rect l="l" t="t" r="r" b="b"/>
            <a:pathLst>
              <a:path w="7427975" h="2534411">
                <a:moveTo>
                  <a:pt x="0" y="0"/>
                </a:moveTo>
                <a:lnTo>
                  <a:pt x="0" y="2534411"/>
                </a:lnTo>
                <a:lnTo>
                  <a:pt x="7427975" y="2534411"/>
                </a:lnTo>
                <a:lnTo>
                  <a:pt x="7427975" y="0"/>
                </a:lnTo>
                <a:lnTo>
                  <a:pt x="0" y="0"/>
                </a:lnTo>
                <a:close/>
              </a:path>
            </a:pathLst>
          </a:custGeom>
          <a:solidFill>
            <a:srgbClr val="65FF32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3517900" y="3532026"/>
            <a:ext cx="5638800" cy="69595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ts val="2555"/>
              </a:lnSpc>
              <a:spcBef>
                <a:spcPts val="127"/>
              </a:spcBef>
            </a:pPr>
            <a:r>
              <a:rPr sz="2400" spc="-4" dirty="0" err="1" smtClean="0">
                <a:latin typeface="Arial"/>
                <a:cs typeface="Arial"/>
              </a:rPr>
              <a:t>E</a:t>
            </a:r>
            <a:r>
              <a:rPr sz="2400" spc="126" dirty="0" err="1" smtClean="0">
                <a:latin typeface="Arial"/>
                <a:cs typeface="Arial"/>
              </a:rPr>
              <a:t>sc</a:t>
            </a:r>
            <a:r>
              <a:rPr sz="2400" spc="129" dirty="0" err="1" smtClean="0">
                <a:latin typeface="Arial"/>
                <a:cs typeface="Arial"/>
              </a:rPr>
              <a:t>o</a:t>
            </a:r>
            <a:r>
              <a:rPr sz="2400" spc="-4" dirty="0" err="1" smtClean="0">
                <a:latin typeface="Arial"/>
                <a:cs typeface="Arial"/>
              </a:rPr>
              <a:t>a</a:t>
            </a:r>
            <a:r>
              <a:rPr sz="2400" spc="119" dirty="0" err="1" smtClean="0">
                <a:latin typeface="Arial"/>
                <a:cs typeface="Arial"/>
              </a:rPr>
              <a:t>m</a:t>
            </a:r>
            <a:r>
              <a:rPr sz="2400" spc="-4" dirty="0" err="1" smtClean="0">
                <a:latin typeface="Arial"/>
                <a:cs typeface="Arial"/>
              </a:rPr>
              <a:t>e</a:t>
            </a:r>
            <a:r>
              <a:rPr sz="2400" spc="129" dirty="0" err="1" smtClean="0">
                <a:latin typeface="Arial"/>
                <a:cs typeface="Arial"/>
              </a:rPr>
              <a:t>n</a:t>
            </a:r>
            <a:r>
              <a:rPr sz="2400" spc="131" dirty="0" err="1" smtClean="0">
                <a:latin typeface="Arial"/>
                <a:cs typeface="Arial"/>
              </a:rPr>
              <a:t>t</a:t>
            </a:r>
            <a:r>
              <a:rPr sz="2400" spc="120" dirty="0" err="1" smtClean="0">
                <a:latin typeface="Arial"/>
                <a:cs typeface="Arial"/>
              </a:rPr>
              <a:t>o</a:t>
            </a:r>
            <a:r>
              <a:rPr lang="pt-BR" sz="2400" spc="120" dirty="0" smtClean="0">
                <a:latin typeface="Arial"/>
                <a:cs typeface="Arial"/>
              </a:rPr>
              <a:t> Laminar e </a:t>
            </a:r>
            <a:r>
              <a:rPr sz="2400" dirty="0" err="1" smtClean="0">
                <a:latin typeface="Arial"/>
                <a:cs typeface="Arial"/>
              </a:rPr>
              <a:t>T</a:t>
            </a:r>
            <a:r>
              <a:rPr sz="2400" spc="120" dirty="0" err="1" smtClean="0">
                <a:latin typeface="Arial"/>
                <a:cs typeface="Arial"/>
              </a:rPr>
              <a:t>u</a:t>
            </a:r>
            <a:r>
              <a:rPr sz="2400" spc="127" dirty="0" err="1" smtClean="0">
                <a:latin typeface="Arial"/>
                <a:cs typeface="Arial"/>
              </a:rPr>
              <a:t>r</a:t>
            </a:r>
            <a:r>
              <a:rPr sz="2400" spc="120" dirty="0" err="1" smtClean="0">
                <a:latin typeface="Arial"/>
                <a:cs typeface="Arial"/>
              </a:rPr>
              <a:t>bu</a:t>
            </a:r>
            <a:r>
              <a:rPr sz="2400" spc="138" dirty="0" err="1" smtClean="0">
                <a:latin typeface="Arial"/>
                <a:cs typeface="Arial"/>
              </a:rPr>
              <a:t>l</a:t>
            </a:r>
            <a:r>
              <a:rPr sz="2400" spc="-4" dirty="0" err="1" smtClean="0">
                <a:latin typeface="Arial"/>
                <a:cs typeface="Arial"/>
              </a:rPr>
              <a:t>e</a:t>
            </a:r>
            <a:r>
              <a:rPr sz="2400" spc="120" dirty="0" err="1" smtClean="0">
                <a:latin typeface="Arial"/>
                <a:cs typeface="Arial"/>
              </a:rPr>
              <a:t>n</a:t>
            </a:r>
            <a:r>
              <a:rPr sz="2400" spc="116" dirty="0" err="1" smtClean="0">
                <a:latin typeface="Arial"/>
                <a:cs typeface="Arial"/>
              </a:rPr>
              <a:t>t</a:t>
            </a:r>
            <a:r>
              <a:rPr sz="2400" spc="120" dirty="0" err="1" smtClean="0">
                <a:latin typeface="Arial"/>
                <a:cs typeface="Arial"/>
              </a:rPr>
              <a:t>o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707429" y="2254250"/>
            <a:ext cx="6290055" cy="64312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R="12700">
              <a:lnSpc>
                <a:spcPts val="1000"/>
              </a:lnSpc>
            </a:pPr>
            <a:endParaRPr lang="pt-BR" sz="3800" dirty="0">
              <a:latin typeface="Arial"/>
              <a:cs typeface="Arial"/>
            </a:endParaRPr>
          </a:p>
          <a:p>
            <a:pPr marR="12700">
              <a:lnSpc>
                <a:spcPts val="1000"/>
              </a:lnSpc>
            </a:pPr>
            <a:endParaRPr lang="pt-BR" sz="3800" dirty="0">
              <a:latin typeface="Arial"/>
              <a:cs typeface="Arial"/>
            </a:endParaRPr>
          </a:p>
          <a:p>
            <a:pPr marR="12700">
              <a:lnSpc>
                <a:spcPts val="1000"/>
              </a:lnSpc>
            </a:pPr>
            <a:endParaRPr lang="pt-BR" sz="3800" dirty="0">
              <a:latin typeface="Arial"/>
              <a:cs typeface="Arial"/>
            </a:endParaRPr>
          </a:p>
          <a:p>
            <a:pPr marR="12700">
              <a:lnSpc>
                <a:spcPts val="1000"/>
              </a:lnSpc>
            </a:pPr>
            <a:endParaRPr lang="pt-BR" sz="3800" dirty="0" smtClean="0">
              <a:latin typeface="Arial"/>
              <a:cs typeface="Arial"/>
            </a:endParaRPr>
          </a:p>
          <a:p>
            <a:pPr marR="12700">
              <a:lnSpc>
                <a:spcPts val="1000"/>
              </a:lnSpc>
            </a:pPr>
            <a:r>
              <a:rPr lang="pt-BR" sz="3800" dirty="0" smtClean="0">
                <a:latin typeface="Arial"/>
                <a:cs typeface="Arial"/>
              </a:rPr>
              <a:t>Hidráulica</a:t>
            </a:r>
            <a:endParaRPr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10"/>
          <p:cNvSpPr/>
          <p:nvPr/>
        </p:nvSpPr>
        <p:spPr>
          <a:xfrm>
            <a:off x="2322454" y="4209288"/>
            <a:ext cx="6336791" cy="159410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310017" y="1034143"/>
            <a:ext cx="4728641" cy="4825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779"/>
              </a:lnSpc>
              <a:spcBef>
                <a:spcPts val="189"/>
              </a:spcBef>
            </a:pPr>
            <a:r>
              <a:rPr sz="3600" spc="144" dirty="0" smtClean="0">
                <a:solidFill>
                  <a:srgbClr val="00CC65"/>
                </a:solidFill>
                <a:latin typeface="Arial"/>
                <a:cs typeface="Arial"/>
              </a:rPr>
              <a:t>E</a:t>
            </a:r>
            <a:r>
              <a:rPr sz="3600" spc="107" dirty="0" smtClean="0">
                <a:solidFill>
                  <a:srgbClr val="00CC65"/>
                </a:solidFill>
                <a:latin typeface="Arial"/>
                <a:cs typeface="Arial"/>
              </a:rPr>
              <a:t>sc</a:t>
            </a:r>
            <a:r>
              <a:rPr sz="3600" spc="114" dirty="0" smtClean="0">
                <a:solidFill>
                  <a:srgbClr val="00CC65"/>
                </a:solidFill>
                <a:latin typeface="Arial"/>
                <a:cs typeface="Arial"/>
              </a:rPr>
              <a:t>o</a:t>
            </a:r>
            <a:r>
              <a:rPr sz="3600" spc="109" dirty="0" smtClean="0">
                <a:solidFill>
                  <a:srgbClr val="00CC65"/>
                </a:solidFill>
                <a:latin typeface="Arial"/>
                <a:cs typeface="Arial"/>
              </a:rPr>
              <a:t>a</a:t>
            </a:r>
            <a:r>
              <a:rPr sz="3600" spc="179" dirty="0" smtClean="0">
                <a:solidFill>
                  <a:srgbClr val="00CC65"/>
                </a:solidFill>
                <a:latin typeface="Arial"/>
                <a:cs typeface="Arial"/>
              </a:rPr>
              <a:t>m</a:t>
            </a:r>
            <a:r>
              <a:rPr sz="3600" spc="120" dirty="0" smtClean="0">
                <a:solidFill>
                  <a:srgbClr val="00CC65"/>
                </a:solidFill>
                <a:latin typeface="Arial"/>
                <a:cs typeface="Arial"/>
              </a:rPr>
              <a:t>e</a:t>
            </a:r>
            <a:r>
              <a:rPr sz="3600" spc="114" dirty="0" smtClean="0">
                <a:solidFill>
                  <a:srgbClr val="00CC65"/>
                </a:solidFill>
                <a:latin typeface="Arial"/>
                <a:cs typeface="Arial"/>
              </a:rPr>
              <a:t>n</a:t>
            </a:r>
            <a:r>
              <a:rPr sz="3600" spc="59" dirty="0" smtClean="0">
                <a:solidFill>
                  <a:srgbClr val="00CC65"/>
                </a:solidFill>
                <a:latin typeface="Arial"/>
                <a:cs typeface="Arial"/>
              </a:rPr>
              <a:t>t</a:t>
            </a:r>
            <a:r>
              <a:rPr sz="3600" spc="120" dirty="0" smtClean="0">
                <a:solidFill>
                  <a:srgbClr val="00CC65"/>
                </a:solidFill>
                <a:latin typeface="Arial"/>
                <a:cs typeface="Arial"/>
              </a:rPr>
              <a:t>o</a:t>
            </a:r>
            <a:r>
              <a:rPr sz="3600" spc="107" dirty="0" smtClean="0">
                <a:solidFill>
                  <a:srgbClr val="00CC65"/>
                </a:solidFill>
                <a:latin typeface="Arial"/>
                <a:cs typeface="Arial"/>
              </a:rPr>
              <a:t> </a:t>
            </a:r>
            <a:r>
              <a:rPr sz="3600" spc="175" dirty="0" smtClean="0">
                <a:solidFill>
                  <a:srgbClr val="00CC65"/>
                </a:solidFill>
                <a:latin typeface="Arial"/>
                <a:cs typeface="Arial"/>
              </a:rPr>
              <a:t>L</a:t>
            </a:r>
            <a:r>
              <a:rPr sz="3600" spc="0" dirty="0" smtClean="0">
                <a:solidFill>
                  <a:srgbClr val="00CC65"/>
                </a:solidFill>
                <a:latin typeface="Arial"/>
                <a:cs typeface="Arial"/>
              </a:rPr>
              <a:t>a</a:t>
            </a:r>
            <a:r>
              <a:rPr sz="3600" spc="179" dirty="0" smtClean="0">
                <a:solidFill>
                  <a:srgbClr val="00CC65"/>
                </a:solidFill>
                <a:latin typeface="Arial"/>
                <a:cs typeface="Arial"/>
              </a:rPr>
              <a:t>m</a:t>
            </a:r>
            <a:r>
              <a:rPr sz="3600" spc="194" dirty="0" smtClean="0">
                <a:solidFill>
                  <a:srgbClr val="00CC65"/>
                </a:solidFill>
                <a:latin typeface="Arial"/>
                <a:cs typeface="Arial"/>
              </a:rPr>
              <a:t>i</a:t>
            </a:r>
            <a:r>
              <a:rPr sz="3600" spc="175" dirty="0" smtClean="0">
                <a:solidFill>
                  <a:srgbClr val="00CC65"/>
                </a:solidFill>
                <a:latin typeface="Arial"/>
                <a:cs typeface="Arial"/>
              </a:rPr>
              <a:t>n</a:t>
            </a:r>
            <a:r>
              <a:rPr sz="3600" spc="0" dirty="0" smtClean="0">
                <a:solidFill>
                  <a:srgbClr val="00CC65"/>
                </a:solidFill>
                <a:latin typeface="Arial"/>
                <a:cs typeface="Arial"/>
              </a:rPr>
              <a:t>a</a:t>
            </a:r>
            <a:r>
              <a:rPr sz="3600" spc="191" dirty="0" smtClean="0">
                <a:solidFill>
                  <a:srgbClr val="00CC65"/>
                </a:solidFill>
                <a:latin typeface="Arial"/>
                <a:cs typeface="Arial"/>
              </a:rPr>
              <a:t>r</a:t>
            </a:r>
            <a:endParaRPr sz="36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631924" y="2038533"/>
            <a:ext cx="1824556" cy="52527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indent="0">
              <a:lnSpc>
                <a:spcPts val="1930"/>
              </a:lnSpc>
              <a:spcBef>
                <a:spcPts val="276"/>
              </a:spcBef>
              <a:tabLst>
                <a:tab pos="914400" algn="l"/>
              </a:tabLst>
            </a:pPr>
            <a:r>
              <a:rPr sz="2000" spc="-9" dirty="0" smtClean="0">
                <a:latin typeface="Arial"/>
                <a:cs typeface="Arial"/>
              </a:rPr>
              <a:t>O</a:t>
            </a:r>
            <a:r>
              <a:rPr sz="2000" spc="4" dirty="0" smtClean="0">
                <a:latin typeface="Arial"/>
                <a:cs typeface="Arial"/>
              </a:rPr>
              <a:t>c</a:t>
            </a:r>
            <a:r>
              <a:rPr sz="2000" spc="-9" dirty="0" smtClean="0">
                <a:latin typeface="Arial"/>
                <a:cs typeface="Arial"/>
              </a:rPr>
              <a:t>o</a:t>
            </a:r>
            <a:r>
              <a:rPr sz="2000" spc="4" dirty="0" smtClean="0">
                <a:latin typeface="Arial"/>
                <a:cs typeface="Arial"/>
              </a:rPr>
              <a:t>r</a:t>
            </a:r>
            <a:r>
              <a:rPr sz="2000" spc="-9" dirty="0" smtClean="0">
                <a:latin typeface="Arial"/>
                <a:cs typeface="Arial"/>
              </a:rPr>
              <a:t>r</a:t>
            </a:r>
            <a:r>
              <a:rPr sz="2000" spc="0" dirty="0" smtClean="0">
                <a:latin typeface="Arial"/>
                <a:cs typeface="Arial"/>
              </a:rPr>
              <a:t>e	qua</a:t>
            </a:r>
            <a:r>
              <a:rPr sz="2000" spc="-9" dirty="0" smtClean="0">
                <a:latin typeface="Arial"/>
                <a:cs typeface="Arial"/>
              </a:rPr>
              <a:t>n</a:t>
            </a:r>
            <a:r>
              <a:rPr sz="2000" spc="0" dirty="0" smtClean="0">
                <a:latin typeface="Arial"/>
                <a:cs typeface="Arial"/>
              </a:rPr>
              <a:t>do </a:t>
            </a:r>
            <a:r>
              <a:rPr sz="2000" spc="-4" dirty="0" smtClean="0">
                <a:latin typeface="Arial"/>
                <a:cs typeface="Arial"/>
              </a:rPr>
              <a:t>t</a:t>
            </a:r>
            <a:r>
              <a:rPr sz="2000" spc="4" dirty="0" smtClean="0">
                <a:latin typeface="Arial"/>
                <a:cs typeface="Arial"/>
              </a:rPr>
              <a:t>r</a:t>
            </a:r>
            <a:r>
              <a:rPr sz="2000" spc="0" dirty="0" smtClean="0">
                <a:latin typeface="Arial"/>
                <a:cs typeface="Arial"/>
              </a:rPr>
              <a:t>aje</a:t>
            </a:r>
            <a:r>
              <a:rPr sz="2000" spc="-14" dirty="0" smtClean="0">
                <a:latin typeface="Arial"/>
                <a:cs typeface="Arial"/>
              </a:rPr>
              <a:t>t</a:t>
            </a:r>
            <a:r>
              <a:rPr sz="2000" spc="0" dirty="0" smtClean="0">
                <a:latin typeface="Arial"/>
                <a:cs typeface="Arial"/>
              </a:rPr>
              <a:t>ó</a:t>
            </a:r>
            <a:r>
              <a:rPr sz="2000" spc="4" dirty="0" smtClean="0">
                <a:latin typeface="Arial"/>
                <a:cs typeface="Arial"/>
              </a:rPr>
              <a:t>r</a:t>
            </a:r>
            <a:r>
              <a:rPr sz="2000" spc="0" dirty="0" smtClean="0">
                <a:latin typeface="Arial"/>
                <a:cs typeface="Arial"/>
              </a:rPr>
              <a:t>i</a:t>
            </a:r>
            <a:r>
              <a:rPr sz="2000" spc="-9" dirty="0" smtClean="0">
                <a:latin typeface="Arial"/>
                <a:cs typeface="Arial"/>
              </a:rPr>
              <a:t>a</a:t>
            </a:r>
            <a:r>
              <a:rPr sz="2000" spc="0" dirty="0" smtClean="0">
                <a:latin typeface="Arial"/>
                <a:cs typeface="Arial"/>
              </a:rPr>
              <a:t>s</a:t>
            </a:r>
            <a:r>
              <a:rPr sz="2000" spc="325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b</a:t>
            </a:r>
            <a:r>
              <a:rPr sz="2000" spc="-9" dirty="0" smtClean="0">
                <a:latin typeface="Arial"/>
                <a:cs typeface="Arial"/>
              </a:rPr>
              <a:t>e</a:t>
            </a:r>
            <a:r>
              <a:rPr sz="2000" spc="0" dirty="0" smtClean="0">
                <a:latin typeface="Arial"/>
                <a:cs typeface="Arial"/>
              </a:rPr>
              <a:t>m</a:t>
            </a:r>
            <a:endParaRPr sz="20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467809" y="2003059"/>
            <a:ext cx="6100512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  <a:tabLst>
                <a:tab pos="406400" algn="l"/>
                <a:tab pos="1638300" algn="l"/>
                <a:tab pos="2044700" algn="l"/>
                <a:tab pos="2527300" algn="l"/>
                <a:tab pos="3263900" algn="l"/>
                <a:tab pos="4584700" algn="l"/>
                <a:tab pos="4991100" algn="l"/>
                <a:tab pos="5753100" algn="l"/>
              </a:tabLst>
            </a:pPr>
            <a:r>
              <a:rPr sz="2000" spc="-9" dirty="0" smtClean="0">
                <a:latin typeface="Arial"/>
                <a:cs typeface="Arial"/>
              </a:rPr>
              <a:t>a</a:t>
            </a:r>
            <a:r>
              <a:rPr sz="2000" spc="0" dirty="0" smtClean="0">
                <a:latin typeface="Arial"/>
                <a:cs typeface="Arial"/>
              </a:rPr>
              <a:t>s	p</a:t>
            </a:r>
            <a:r>
              <a:rPr sz="2000" spc="-9" dirty="0" smtClean="0">
                <a:latin typeface="Arial"/>
                <a:cs typeface="Arial"/>
              </a:rPr>
              <a:t>a</a:t>
            </a:r>
            <a:r>
              <a:rPr sz="2000" spc="4" dirty="0" smtClean="0">
                <a:latin typeface="Arial"/>
                <a:cs typeface="Arial"/>
              </a:rPr>
              <a:t>r</a:t>
            </a:r>
            <a:r>
              <a:rPr sz="2000" spc="-4" dirty="0" smtClean="0">
                <a:latin typeface="Arial"/>
                <a:cs typeface="Arial"/>
              </a:rPr>
              <a:t>t</a:t>
            </a:r>
            <a:r>
              <a:rPr sz="2000" spc="-14" dirty="0" smtClean="0">
                <a:latin typeface="Arial"/>
                <a:cs typeface="Arial"/>
              </a:rPr>
              <a:t>í</a:t>
            </a:r>
            <a:r>
              <a:rPr sz="2000" spc="-4" dirty="0" smtClean="0">
                <a:latin typeface="Arial"/>
                <a:cs typeface="Arial"/>
              </a:rPr>
              <a:t>c</a:t>
            </a:r>
            <a:r>
              <a:rPr sz="2000" spc="0" dirty="0" smtClean="0">
                <a:latin typeface="Arial"/>
                <a:cs typeface="Arial"/>
              </a:rPr>
              <a:t>ulas	de	um	</a:t>
            </a:r>
            <a:r>
              <a:rPr sz="2000" spc="-4" dirty="0" smtClean="0">
                <a:latin typeface="Arial"/>
                <a:cs typeface="Arial"/>
              </a:rPr>
              <a:t>f</a:t>
            </a:r>
            <a:r>
              <a:rPr sz="2000" spc="0" dirty="0" smtClean="0">
                <a:latin typeface="Arial"/>
                <a:cs typeface="Arial"/>
              </a:rPr>
              <a:t>luido	mo</a:t>
            </a:r>
            <a:r>
              <a:rPr sz="2000" spc="-4" dirty="0" smtClean="0">
                <a:latin typeface="Arial"/>
                <a:cs typeface="Arial"/>
              </a:rPr>
              <a:t>v</a:t>
            </a:r>
            <a:r>
              <a:rPr sz="2000" spc="-9" dirty="0" smtClean="0">
                <a:latin typeface="Arial"/>
                <a:cs typeface="Arial"/>
              </a:rPr>
              <a:t>e</a:t>
            </a:r>
            <a:r>
              <a:rPr sz="2000" spc="0" dirty="0" smtClean="0">
                <a:latin typeface="Arial"/>
                <a:cs typeface="Arial"/>
              </a:rPr>
              <a:t>m</a:t>
            </a:r>
            <a:r>
              <a:rPr sz="2000" spc="-9" dirty="0" smtClean="0">
                <a:latin typeface="Arial"/>
                <a:cs typeface="Arial"/>
              </a:rPr>
              <a:t>-</a:t>
            </a:r>
            <a:r>
              <a:rPr sz="2000" spc="4" dirty="0" smtClean="0">
                <a:latin typeface="Arial"/>
                <a:cs typeface="Arial"/>
              </a:rPr>
              <a:t>s</a:t>
            </a:r>
            <a:r>
              <a:rPr sz="2000" spc="0" dirty="0" smtClean="0">
                <a:latin typeface="Arial"/>
                <a:cs typeface="Arial"/>
              </a:rPr>
              <a:t>e	</a:t>
            </a:r>
            <a:r>
              <a:rPr sz="2000" spc="4" dirty="0" smtClean="0">
                <a:latin typeface="Arial"/>
                <a:cs typeface="Arial"/>
              </a:rPr>
              <a:t>a</a:t>
            </a:r>
            <a:r>
              <a:rPr sz="2000" spc="0" dirty="0" smtClean="0">
                <a:latin typeface="Arial"/>
                <a:cs typeface="Arial"/>
              </a:rPr>
              <a:t>o	lo</a:t>
            </a:r>
            <a:r>
              <a:rPr sz="2000" spc="-9" dirty="0" smtClean="0">
                <a:latin typeface="Arial"/>
                <a:cs typeface="Arial"/>
              </a:rPr>
              <a:t>n</a:t>
            </a:r>
            <a:r>
              <a:rPr sz="2000" spc="0" dirty="0" smtClean="0">
                <a:latin typeface="Arial"/>
                <a:cs typeface="Arial"/>
              </a:rPr>
              <a:t>go	</a:t>
            </a:r>
            <a:r>
              <a:rPr sz="2000" spc="-9" dirty="0" smtClean="0">
                <a:latin typeface="Arial"/>
                <a:cs typeface="Arial"/>
              </a:rPr>
              <a:t>d</a:t>
            </a:r>
            <a:r>
              <a:rPr sz="2000" spc="0" dirty="0" smtClean="0">
                <a:latin typeface="Arial"/>
                <a:cs typeface="Arial"/>
              </a:rPr>
              <a:t>e</a:t>
            </a:r>
            <a:endParaRPr sz="20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238384" y="2054997"/>
            <a:ext cx="208978" cy="2158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635"/>
              </a:lnSpc>
              <a:spcBef>
                <a:spcPts val="81"/>
              </a:spcBef>
            </a:pPr>
            <a:r>
              <a:rPr sz="1500" spc="208" dirty="0" smtClean="0">
                <a:solidFill>
                  <a:srgbClr val="65FF32"/>
                </a:solidFill>
                <a:latin typeface="Arial"/>
                <a:cs typeface="Arial"/>
              </a:rPr>
              <a:t>□</a:t>
            </a:r>
            <a:endParaRPr sz="15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412978" y="2248423"/>
            <a:ext cx="6155390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0" dirty="0" smtClean="0">
                <a:latin typeface="Arial"/>
                <a:cs typeface="Arial"/>
              </a:rPr>
              <a:t>de</a:t>
            </a:r>
            <a:r>
              <a:rPr sz="2000" spc="-4" dirty="0" smtClean="0">
                <a:latin typeface="Arial"/>
                <a:cs typeface="Arial"/>
              </a:rPr>
              <a:t>f</a:t>
            </a:r>
            <a:r>
              <a:rPr sz="2000" spc="0" dirty="0" smtClean="0">
                <a:latin typeface="Arial"/>
                <a:cs typeface="Arial"/>
              </a:rPr>
              <a:t>inid</a:t>
            </a:r>
            <a:r>
              <a:rPr sz="2000" spc="-9" dirty="0" smtClean="0">
                <a:latin typeface="Arial"/>
                <a:cs typeface="Arial"/>
              </a:rPr>
              <a:t>a</a:t>
            </a:r>
            <a:r>
              <a:rPr sz="2000" spc="4" dirty="0" smtClean="0">
                <a:latin typeface="Arial"/>
                <a:cs typeface="Arial"/>
              </a:rPr>
              <a:t>s</a:t>
            </a:r>
            <a:r>
              <a:rPr sz="2000" spc="0" dirty="0" smtClean="0">
                <a:latin typeface="Arial"/>
                <a:cs typeface="Arial"/>
              </a:rPr>
              <a:t>,</a:t>
            </a:r>
            <a:r>
              <a:rPr sz="2000" spc="305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ap</a:t>
            </a:r>
            <a:r>
              <a:rPr sz="2000" spc="-9" dirty="0" smtClean="0">
                <a:latin typeface="Arial"/>
                <a:cs typeface="Arial"/>
              </a:rPr>
              <a:t>r</a:t>
            </a:r>
            <a:r>
              <a:rPr sz="2000" spc="0" dirty="0" smtClean="0">
                <a:latin typeface="Arial"/>
                <a:cs typeface="Arial"/>
              </a:rPr>
              <a:t>e</a:t>
            </a:r>
            <a:r>
              <a:rPr sz="2000" spc="-4" dirty="0" smtClean="0">
                <a:latin typeface="Arial"/>
                <a:cs typeface="Arial"/>
              </a:rPr>
              <a:t>s</a:t>
            </a:r>
            <a:r>
              <a:rPr sz="2000" spc="0" dirty="0" smtClean="0">
                <a:latin typeface="Arial"/>
                <a:cs typeface="Arial"/>
              </a:rPr>
              <a:t>en</a:t>
            </a:r>
            <a:r>
              <a:rPr sz="2000" spc="-4" dirty="0" smtClean="0">
                <a:latin typeface="Arial"/>
                <a:cs typeface="Arial"/>
              </a:rPr>
              <a:t>t</a:t>
            </a:r>
            <a:r>
              <a:rPr sz="2000" spc="-9" dirty="0" smtClean="0">
                <a:latin typeface="Arial"/>
                <a:cs typeface="Arial"/>
              </a:rPr>
              <a:t>a</a:t>
            </a:r>
            <a:r>
              <a:rPr sz="2000" spc="0" dirty="0" smtClean="0">
                <a:latin typeface="Arial"/>
                <a:cs typeface="Arial"/>
              </a:rPr>
              <a:t>ndo</a:t>
            </a:r>
            <a:r>
              <a:rPr sz="2000" spc="311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lâminas</a:t>
            </a:r>
            <a:r>
              <a:rPr sz="2000" spc="325" dirty="0" smtClean="0">
                <a:latin typeface="Arial"/>
                <a:cs typeface="Arial"/>
              </a:rPr>
              <a:t> </a:t>
            </a:r>
            <a:r>
              <a:rPr sz="2000" spc="-9" dirty="0" smtClean="0">
                <a:latin typeface="Arial"/>
                <a:cs typeface="Arial"/>
              </a:rPr>
              <a:t>o</a:t>
            </a:r>
            <a:r>
              <a:rPr sz="2000" spc="0" dirty="0" smtClean="0">
                <a:latin typeface="Arial"/>
                <a:cs typeface="Arial"/>
              </a:rPr>
              <a:t>u</a:t>
            </a:r>
            <a:r>
              <a:rPr sz="2000" spc="325" dirty="0" smtClean="0">
                <a:latin typeface="Arial"/>
                <a:cs typeface="Arial"/>
              </a:rPr>
              <a:t> </a:t>
            </a:r>
            <a:r>
              <a:rPr sz="2000" spc="4" dirty="0" smtClean="0">
                <a:latin typeface="Arial"/>
                <a:cs typeface="Arial"/>
              </a:rPr>
              <a:t>c</a:t>
            </a:r>
            <a:r>
              <a:rPr sz="2000" spc="0" dirty="0" smtClean="0">
                <a:latin typeface="Arial"/>
                <a:cs typeface="Arial"/>
              </a:rPr>
              <a:t>a</a:t>
            </a:r>
            <a:r>
              <a:rPr sz="2000" spc="-14" dirty="0" smtClean="0">
                <a:latin typeface="Arial"/>
                <a:cs typeface="Arial"/>
              </a:rPr>
              <a:t>m</a:t>
            </a:r>
            <a:r>
              <a:rPr sz="2000" spc="0" dirty="0" smtClean="0">
                <a:latin typeface="Arial"/>
                <a:cs typeface="Arial"/>
              </a:rPr>
              <a:t>ad</a:t>
            </a:r>
            <a:r>
              <a:rPr sz="2000" spc="-9" dirty="0" smtClean="0">
                <a:latin typeface="Arial"/>
                <a:cs typeface="Arial"/>
              </a:rPr>
              <a:t>a</a:t>
            </a:r>
            <a:r>
              <a:rPr sz="2000" spc="0" dirty="0" smtClean="0">
                <a:latin typeface="Arial"/>
                <a:cs typeface="Arial"/>
              </a:rPr>
              <a:t>s</a:t>
            </a:r>
            <a:r>
              <a:rPr sz="2000" spc="325" dirty="0" smtClean="0">
                <a:latin typeface="Arial"/>
                <a:cs typeface="Arial"/>
              </a:rPr>
              <a:t> </a:t>
            </a:r>
            <a:r>
              <a:rPr sz="2000" spc="4" dirty="0" smtClean="0">
                <a:latin typeface="Arial"/>
                <a:cs typeface="Arial"/>
              </a:rPr>
              <a:t>(</a:t>
            </a:r>
            <a:r>
              <a:rPr sz="2000" spc="0" dirty="0" smtClean="0">
                <a:latin typeface="Arial"/>
                <a:cs typeface="Arial"/>
              </a:rPr>
              <a:t>d</a:t>
            </a:r>
            <a:r>
              <a:rPr sz="2000" spc="-9" dirty="0" smtClean="0">
                <a:latin typeface="Arial"/>
                <a:cs typeface="Arial"/>
              </a:rPr>
              <a:t>a</a:t>
            </a:r>
            <a:r>
              <a:rPr sz="2000" spc="0" dirty="0" smtClean="0">
                <a:latin typeface="Arial"/>
                <a:cs typeface="Arial"/>
              </a:rPr>
              <a:t>í</a:t>
            </a:r>
            <a:r>
              <a:rPr sz="2000" spc="325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o</a:t>
            </a:r>
            <a:endParaRPr sz="20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581289" y="2492263"/>
            <a:ext cx="1765562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  <a:tabLst>
                <a:tab pos="774700" algn="l"/>
              </a:tabLst>
            </a:pPr>
            <a:r>
              <a:rPr sz="2000" spc="0" dirty="0" smtClean="0">
                <a:latin typeface="Arial"/>
                <a:cs typeface="Arial"/>
              </a:rPr>
              <a:t>nome	lamin</a:t>
            </a:r>
            <a:r>
              <a:rPr sz="2000" spc="-9" dirty="0" smtClean="0">
                <a:latin typeface="Arial"/>
                <a:cs typeface="Arial"/>
              </a:rPr>
              <a:t>ar</a:t>
            </a:r>
            <a:r>
              <a:rPr sz="2000" spc="0" dirty="0" smtClean="0">
                <a:latin typeface="Arial"/>
                <a:cs typeface="Arial"/>
              </a:rPr>
              <a:t>)</a:t>
            </a:r>
            <a:endParaRPr sz="20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406795" y="2492263"/>
            <a:ext cx="6161685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  <a:tabLst>
                <a:tab pos="698500" algn="l"/>
                <a:tab pos="1320800" algn="l"/>
                <a:tab pos="2070100" algn="l"/>
                <a:tab pos="3619500" algn="l"/>
                <a:tab pos="4165600" algn="l"/>
                <a:tab pos="5803900" algn="l"/>
              </a:tabLst>
            </a:pPr>
            <a:r>
              <a:rPr sz="2000" spc="4" dirty="0" smtClean="0">
                <a:latin typeface="Arial"/>
                <a:cs typeface="Arial"/>
              </a:rPr>
              <a:t>c</a:t>
            </a:r>
            <a:r>
              <a:rPr sz="2000" spc="0" dirty="0" smtClean="0">
                <a:latin typeface="Arial"/>
                <a:cs typeface="Arial"/>
              </a:rPr>
              <a:t>a</a:t>
            </a:r>
            <a:r>
              <a:rPr sz="2000" spc="-9" dirty="0" smtClean="0">
                <a:latin typeface="Arial"/>
                <a:cs typeface="Arial"/>
              </a:rPr>
              <a:t>d</a:t>
            </a:r>
            <a:r>
              <a:rPr sz="2000" spc="0" dirty="0" smtClean="0">
                <a:latin typeface="Arial"/>
                <a:cs typeface="Arial"/>
              </a:rPr>
              <a:t>a	</a:t>
            </a:r>
            <a:r>
              <a:rPr sz="2000" spc="-9" dirty="0" smtClean="0">
                <a:latin typeface="Arial"/>
                <a:cs typeface="Arial"/>
              </a:rPr>
              <a:t>u</a:t>
            </a:r>
            <a:r>
              <a:rPr sz="2000" spc="0" dirty="0" smtClean="0">
                <a:latin typeface="Arial"/>
                <a:cs typeface="Arial"/>
              </a:rPr>
              <a:t>ma	delas	</a:t>
            </a:r>
            <a:r>
              <a:rPr sz="2000" spc="-9" dirty="0" smtClean="0">
                <a:latin typeface="Arial"/>
                <a:cs typeface="Arial"/>
              </a:rPr>
              <a:t>p</a:t>
            </a:r>
            <a:r>
              <a:rPr sz="2000" spc="4" dirty="0" smtClean="0">
                <a:latin typeface="Arial"/>
                <a:cs typeface="Arial"/>
              </a:rPr>
              <a:t>r</a:t>
            </a:r>
            <a:r>
              <a:rPr sz="2000" spc="-9" dirty="0" smtClean="0">
                <a:latin typeface="Arial"/>
                <a:cs typeface="Arial"/>
              </a:rPr>
              <a:t>e</a:t>
            </a:r>
            <a:r>
              <a:rPr sz="2000" spc="4" dirty="0" smtClean="0">
                <a:latin typeface="Arial"/>
                <a:cs typeface="Arial"/>
              </a:rPr>
              <a:t>s</a:t>
            </a:r>
            <a:r>
              <a:rPr sz="2000" spc="-9" dirty="0" smtClean="0">
                <a:latin typeface="Arial"/>
                <a:cs typeface="Arial"/>
              </a:rPr>
              <a:t>e</a:t>
            </a:r>
            <a:r>
              <a:rPr sz="2000" spc="4" dirty="0" smtClean="0">
                <a:latin typeface="Arial"/>
                <a:cs typeface="Arial"/>
              </a:rPr>
              <a:t>r</a:t>
            </a:r>
            <a:r>
              <a:rPr sz="2000" spc="-4" dirty="0" smtClean="0">
                <a:latin typeface="Arial"/>
                <a:cs typeface="Arial"/>
              </a:rPr>
              <a:t>v</a:t>
            </a:r>
            <a:r>
              <a:rPr sz="2000" spc="0" dirty="0" smtClean="0">
                <a:latin typeface="Arial"/>
                <a:cs typeface="Arial"/>
              </a:rPr>
              <a:t>an</a:t>
            </a:r>
            <a:r>
              <a:rPr sz="2000" spc="-9" dirty="0" smtClean="0">
                <a:latin typeface="Arial"/>
                <a:cs typeface="Arial"/>
              </a:rPr>
              <a:t>d</a:t>
            </a:r>
            <a:r>
              <a:rPr sz="2000" spc="0" dirty="0" smtClean="0">
                <a:latin typeface="Arial"/>
                <a:cs typeface="Arial"/>
              </a:rPr>
              <a:t>o	</a:t>
            </a:r>
            <a:r>
              <a:rPr sz="2000" spc="4" dirty="0" smtClean="0">
                <a:latin typeface="Arial"/>
                <a:cs typeface="Arial"/>
              </a:rPr>
              <a:t>s</a:t>
            </a:r>
            <a:r>
              <a:rPr sz="2000" spc="0" dirty="0" smtClean="0">
                <a:latin typeface="Arial"/>
                <a:cs typeface="Arial"/>
              </a:rPr>
              <a:t>ua	</a:t>
            </a:r>
            <a:r>
              <a:rPr sz="2000" spc="4" dirty="0" smtClean="0">
                <a:latin typeface="Arial"/>
                <a:cs typeface="Arial"/>
              </a:rPr>
              <a:t>c</a:t>
            </a:r>
            <a:r>
              <a:rPr sz="2000" spc="-9" dirty="0" smtClean="0">
                <a:latin typeface="Arial"/>
                <a:cs typeface="Arial"/>
              </a:rPr>
              <a:t>a</a:t>
            </a:r>
            <a:r>
              <a:rPr sz="2000" spc="4" dirty="0" smtClean="0">
                <a:latin typeface="Arial"/>
                <a:cs typeface="Arial"/>
              </a:rPr>
              <a:t>r</a:t>
            </a:r>
            <a:r>
              <a:rPr sz="2000" spc="-9" dirty="0" smtClean="0">
                <a:latin typeface="Arial"/>
                <a:cs typeface="Arial"/>
              </a:rPr>
              <a:t>a</a:t>
            </a:r>
            <a:r>
              <a:rPr sz="2000" spc="4" dirty="0" smtClean="0">
                <a:latin typeface="Arial"/>
                <a:cs typeface="Arial"/>
              </a:rPr>
              <a:t>c</a:t>
            </a:r>
            <a:r>
              <a:rPr sz="2000" spc="0" dirty="0" smtClean="0">
                <a:latin typeface="Arial"/>
                <a:cs typeface="Arial"/>
              </a:rPr>
              <a:t>t</a:t>
            </a:r>
            <a:r>
              <a:rPr sz="2000" spc="-9" dirty="0" smtClean="0">
                <a:latin typeface="Arial"/>
                <a:cs typeface="Arial"/>
              </a:rPr>
              <a:t>e</a:t>
            </a:r>
            <a:r>
              <a:rPr sz="2000" spc="4" dirty="0" smtClean="0">
                <a:latin typeface="Arial"/>
                <a:cs typeface="Arial"/>
              </a:rPr>
              <a:t>r</a:t>
            </a:r>
            <a:r>
              <a:rPr sz="2000" spc="-14" dirty="0" smtClean="0">
                <a:latin typeface="Arial"/>
                <a:cs typeface="Arial"/>
              </a:rPr>
              <a:t>í</a:t>
            </a:r>
            <a:r>
              <a:rPr sz="2000" spc="4" dirty="0" smtClean="0">
                <a:latin typeface="Arial"/>
                <a:cs typeface="Arial"/>
              </a:rPr>
              <a:t>s</a:t>
            </a:r>
            <a:r>
              <a:rPr sz="2000" spc="-4" dirty="0" smtClean="0">
                <a:latin typeface="Arial"/>
                <a:cs typeface="Arial"/>
              </a:rPr>
              <a:t>t</a:t>
            </a:r>
            <a:r>
              <a:rPr sz="2000" spc="0" dirty="0" smtClean="0">
                <a:latin typeface="Arial"/>
                <a:cs typeface="Arial"/>
              </a:rPr>
              <a:t>i</a:t>
            </a:r>
            <a:r>
              <a:rPr sz="2000" spc="4" dirty="0" smtClean="0">
                <a:latin typeface="Arial"/>
                <a:cs typeface="Arial"/>
              </a:rPr>
              <a:t>c</a:t>
            </a:r>
            <a:r>
              <a:rPr sz="2000" spc="0" dirty="0" smtClean="0">
                <a:latin typeface="Arial"/>
                <a:cs typeface="Arial"/>
              </a:rPr>
              <a:t>a	no</a:t>
            </a:r>
            <a:endParaRPr sz="20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581289" y="2737627"/>
            <a:ext cx="7985442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0" dirty="0" smtClean="0">
                <a:latin typeface="Arial"/>
                <a:cs typeface="Arial"/>
              </a:rPr>
              <a:t>meio.</a:t>
            </a:r>
            <a:r>
              <a:rPr sz="2000" spc="109" dirty="0" smtClean="0">
                <a:latin typeface="Arial"/>
                <a:cs typeface="Arial"/>
              </a:rPr>
              <a:t> </a:t>
            </a:r>
            <a:r>
              <a:rPr sz="2000" spc="4" dirty="0" smtClean="0">
                <a:latin typeface="Arial"/>
                <a:cs typeface="Arial"/>
              </a:rPr>
              <a:t>N</a:t>
            </a:r>
            <a:r>
              <a:rPr sz="2000" spc="0" dirty="0" smtClean="0">
                <a:latin typeface="Arial"/>
                <a:cs typeface="Arial"/>
              </a:rPr>
              <a:t>o</a:t>
            </a:r>
            <a:r>
              <a:rPr sz="2000" spc="114" dirty="0" smtClean="0">
                <a:latin typeface="Arial"/>
                <a:cs typeface="Arial"/>
              </a:rPr>
              <a:t> </a:t>
            </a:r>
            <a:r>
              <a:rPr sz="2000" spc="-9" dirty="0" smtClean="0">
                <a:latin typeface="Arial"/>
                <a:cs typeface="Arial"/>
              </a:rPr>
              <a:t>e</a:t>
            </a:r>
            <a:r>
              <a:rPr sz="2000" spc="4" dirty="0" smtClean="0">
                <a:latin typeface="Arial"/>
                <a:cs typeface="Arial"/>
              </a:rPr>
              <a:t>s</a:t>
            </a:r>
            <a:r>
              <a:rPr sz="2000" spc="-4" dirty="0" smtClean="0">
                <a:latin typeface="Arial"/>
                <a:cs typeface="Arial"/>
              </a:rPr>
              <a:t>c</a:t>
            </a:r>
            <a:r>
              <a:rPr sz="2000" spc="0" dirty="0" smtClean="0">
                <a:latin typeface="Arial"/>
                <a:cs typeface="Arial"/>
              </a:rPr>
              <a:t>oam</a:t>
            </a:r>
            <a:r>
              <a:rPr sz="2000" spc="-9" dirty="0" smtClean="0">
                <a:latin typeface="Arial"/>
                <a:cs typeface="Arial"/>
              </a:rPr>
              <a:t>e</a:t>
            </a:r>
            <a:r>
              <a:rPr sz="2000" spc="0" dirty="0" smtClean="0">
                <a:latin typeface="Arial"/>
                <a:cs typeface="Arial"/>
              </a:rPr>
              <a:t>n</a:t>
            </a:r>
            <a:r>
              <a:rPr sz="2000" spc="-4" dirty="0" smtClean="0">
                <a:latin typeface="Arial"/>
                <a:cs typeface="Arial"/>
              </a:rPr>
              <a:t>t</a:t>
            </a:r>
            <a:r>
              <a:rPr sz="2000" spc="0" dirty="0" smtClean="0">
                <a:latin typeface="Arial"/>
                <a:cs typeface="Arial"/>
              </a:rPr>
              <a:t>o</a:t>
            </a:r>
            <a:r>
              <a:rPr sz="2000" spc="114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lam</a:t>
            </a:r>
            <a:r>
              <a:rPr sz="2000" spc="-14" dirty="0" smtClean="0">
                <a:latin typeface="Arial"/>
                <a:cs typeface="Arial"/>
              </a:rPr>
              <a:t>i</a:t>
            </a:r>
            <a:r>
              <a:rPr sz="2000" spc="0" dirty="0" smtClean="0">
                <a:latin typeface="Arial"/>
                <a:cs typeface="Arial"/>
              </a:rPr>
              <a:t>nar</a:t>
            </a:r>
            <a:r>
              <a:rPr sz="2000" spc="119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a</a:t>
            </a:r>
            <a:r>
              <a:rPr sz="2000" spc="114" dirty="0" smtClean="0">
                <a:latin typeface="Arial"/>
                <a:cs typeface="Arial"/>
              </a:rPr>
              <a:t> </a:t>
            </a:r>
            <a:r>
              <a:rPr sz="2000" spc="-4" dirty="0" smtClean="0">
                <a:latin typeface="Arial"/>
                <a:cs typeface="Arial"/>
              </a:rPr>
              <a:t>v</a:t>
            </a:r>
            <a:r>
              <a:rPr sz="2000" spc="0" dirty="0" smtClean="0">
                <a:latin typeface="Arial"/>
                <a:cs typeface="Arial"/>
              </a:rPr>
              <a:t>i</a:t>
            </a:r>
            <a:r>
              <a:rPr sz="2000" spc="-4" dirty="0" smtClean="0">
                <a:latin typeface="Arial"/>
                <a:cs typeface="Arial"/>
              </a:rPr>
              <a:t>s</a:t>
            </a:r>
            <a:r>
              <a:rPr sz="2000" spc="4" dirty="0" smtClean="0">
                <a:latin typeface="Arial"/>
                <a:cs typeface="Arial"/>
              </a:rPr>
              <a:t>c</a:t>
            </a:r>
            <a:r>
              <a:rPr sz="2000" spc="-9" dirty="0" smtClean="0">
                <a:latin typeface="Arial"/>
                <a:cs typeface="Arial"/>
              </a:rPr>
              <a:t>o</a:t>
            </a:r>
            <a:r>
              <a:rPr sz="2000" spc="4" dirty="0" smtClean="0">
                <a:latin typeface="Arial"/>
                <a:cs typeface="Arial"/>
              </a:rPr>
              <a:t>s</a:t>
            </a:r>
            <a:r>
              <a:rPr sz="2000" spc="0" dirty="0" smtClean="0">
                <a:latin typeface="Arial"/>
                <a:cs typeface="Arial"/>
              </a:rPr>
              <a:t>idade</a:t>
            </a:r>
            <a:r>
              <a:rPr sz="2000" spc="114" dirty="0" smtClean="0">
                <a:latin typeface="Arial"/>
                <a:cs typeface="Arial"/>
              </a:rPr>
              <a:t> </a:t>
            </a:r>
            <a:r>
              <a:rPr sz="2000" spc="-9" dirty="0" smtClean="0">
                <a:latin typeface="Arial"/>
                <a:cs typeface="Arial"/>
              </a:rPr>
              <a:t>a</a:t>
            </a:r>
            <a:r>
              <a:rPr sz="2000" spc="0" dirty="0" smtClean="0">
                <a:latin typeface="Arial"/>
                <a:cs typeface="Arial"/>
              </a:rPr>
              <a:t>ge</a:t>
            </a:r>
            <a:r>
              <a:rPr sz="2000" spc="114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no</a:t>
            </a:r>
            <a:r>
              <a:rPr sz="2000" spc="104" dirty="0" smtClean="0">
                <a:latin typeface="Arial"/>
                <a:cs typeface="Arial"/>
              </a:rPr>
              <a:t> </a:t>
            </a:r>
            <a:r>
              <a:rPr sz="2000" spc="-4" dirty="0" smtClean="0">
                <a:latin typeface="Arial"/>
                <a:cs typeface="Arial"/>
              </a:rPr>
              <a:t>f</a:t>
            </a:r>
            <a:r>
              <a:rPr sz="2000" spc="4" dirty="0" smtClean="0">
                <a:latin typeface="Arial"/>
                <a:cs typeface="Arial"/>
              </a:rPr>
              <a:t>l</a:t>
            </a:r>
            <a:r>
              <a:rPr sz="2000" spc="0" dirty="0" smtClean="0">
                <a:latin typeface="Arial"/>
                <a:cs typeface="Arial"/>
              </a:rPr>
              <a:t>uido</a:t>
            </a:r>
            <a:r>
              <a:rPr sz="2000" spc="129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no</a:t>
            </a:r>
            <a:r>
              <a:rPr sz="2000" spc="129" dirty="0" smtClean="0">
                <a:latin typeface="Arial"/>
                <a:cs typeface="Arial"/>
              </a:rPr>
              <a:t> </a:t>
            </a:r>
            <a:r>
              <a:rPr sz="2000" spc="4" dirty="0" smtClean="0">
                <a:latin typeface="Arial"/>
                <a:cs typeface="Arial"/>
              </a:rPr>
              <a:t>s</a:t>
            </a:r>
            <a:r>
              <a:rPr sz="2000" spc="0" dirty="0" smtClean="0">
                <a:latin typeface="Arial"/>
                <a:cs typeface="Arial"/>
              </a:rPr>
              <a:t>en</a:t>
            </a:r>
            <a:r>
              <a:rPr sz="2000" spc="-14" dirty="0" smtClean="0">
                <a:latin typeface="Arial"/>
                <a:cs typeface="Arial"/>
              </a:rPr>
              <a:t>t</a:t>
            </a:r>
            <a:r>
              <a:rPr sz="2000" spc="0" dirty="0" smtClean="0">
                <a:latin typeface="Arial"/>
                <a:cs typeface="Arial"/>
              </a:rPr>
              <a:t>ido</a:t>
            </a:r>
            <a:endParaRPr sz="20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581289" y="2981467"/>
            <a:ext cx="7978690" cy="76911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algn="just">
              <a:lnSpc>
                <a:spcPts val="2299"/>
              </a:lnSpc>
              <a:spcBef>
                <a:spcPts val="150"/>
              </a:spcBef>
            </a:pPr>
            <a:r>
              <a:rPr sz="2000" spc="0" dirty="0" smtClean="0">
                <a:latin typeface="Arial"/>
                <a:cs typeface="Arial"/>
              </a:rPr>
              <a:t>de</a:t>
            </a:r>
            <a:r>
              <a:rPr sz="2000" spc="15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am</a:t>
            </a:r>
            <a:r>
              <a:rPr sz="2000" spc="-9" dirty="0" smtClean="0">
                <a:latin typeface="Arial"/>
                <a:cs typeface="Arial"/>
              </a:rPr>
              <a:t>o</a:t>
            </a:r>
            <a:r>
              <a:rPr sz="2000" spc="4" dirty="0" smtClean="0">
                <a:latin typeface="Arial"/>
                <a:cs typeface="Arial"/>
              </a:rPr>
              <a:t>r</a:t>
            </a:r>
            <a:r>
              <a:rPr sz="2000" spc="-14" dirty="0" smtClean="0">
                <a:latin typeface="Arial"/>
                <a:cs typeface="Arial"/>
              </a:rPr>
              <a:t>t</a:t>
            </a:r>
            <a:r>
              <a:rPr sz="2000" spc="0" dirty="0" smtClean="0">
                <a:latin typeface="Arial"/>
                <a:cs typeface="Arial"/>
              </a:rPr>
              <a:t>e</a:t>
            </a:r>
            <a:r>
              <a:rPr sz="2000" spc="-4" dirty="0" smtClean="0">
                <a:latin typeface="Arial"/>
                <a:cs typeface="Arial"/>
              </a:rPr>
              <a:t>c</a:t>
            </a:r>
            <a:r>
              <a:rPr sz="2000" spc="-9" dirty="0" smtClean="0">
                <a:latin typeface="Arial"/>
                <a:cs typeface="Arial"/>
              </a:rPr>
              <a:t>e</a:t>
            </a:r>
            <a:r>
              <a:rPr sz="2000" spc="0" dirty="0" smtClean="0">
                <a:latin typeface="Arial"/>
                <a:cs typeface="Arial"/>
              </a:rPr>
              <a:t>r</a:t>
            </a:r>
            <a:r>
              <a:rPr sz="2000" spc="20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a</a:t>
            </a:r>
            <a:r>
              <a:rPr sz="2000" spc="15" dirty="0" smtClean="0">
                <a:latin typeface="Arial"/>
                <a:cs typeface="Arial"/>
              </a:rPr>
              <a:t> </a:t>
            </a:r>
            <a:r>
              <a:rPr sz="2000" spc="-4" dirty="0" smtClean="0">
                <a:latin typeface="Arial"/>
                <a:cs typeface="Arial"/>
              </a:rPr>
              <a:t>t</a:t>
            </a:r>
            <a:r>
              <a:rPr sz="2000" spc="0" dirty="0" smtClean="0">
                <a:latin typeface="Arial"/>
                <a:cs typeface="Arial"/>
              </a:rPr>
              <a:t>e</a:t>
            </a:r>
            <a:r>
              <a:rPr sz="2000" spc="-9" dirty="0" smtClean="0">
                <a:latin typeface="Arial"/>
                <a:cs typeface="Arial"/>
              </a:rPr>
              <a:t>n</a:t>
            </a:r>
            <a:r>
              <a:rPr sz="2000" spc="0" dirty="0" smtClean="0">
                <a:latin typeface="Arial"/>
                <a:cs typeface="Arial"/>
              </a:rPr>
              <a:t>dê</a:t>
            </a:r>
            <a:r>
              <a:rPr sz="2000" spc="-9" dirty="0" smtClean="0">
                <a:latin typeface="Arial"/>
                <a:cs typeface="Arial"/>
              </a:rPr>
              <a:t>n</a:t>
            </a:r>
            <a:r>
              <a:rPr sz="2000" spc="-4" dirty="0" smtClean="0">
                <a:latin typeface="Arial"/>
                <a:cs typeface="Arial"/>
              </a:rPr>
              <a:t>c</a:t>
            </a:r>
            <a:r>
              <a:rPr sz="2000" spc="0" dirty="0" smtClean="0">
                <a:latin typeface="Arial"/>
                <a:cs typeface="Arial"/>
              </a:rPr>
              <a:t>ia</a:t>
            </a:r>
            <a:r>
              <a:rPr sz="2000" spc="15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de</a:t>
            </a:r>
            <a:r>
              <a:rPr sz="2000" spc="15" dirty="0" smtClean="0">
                <a:latin typeface="Arial"/>
                <a:cs typeface="Arial"/>
              </a:rPr>
              <a:t> </a:t>
            </a:r>
            <a:r>
              <a:rPr sz="2000" spc="4" dirty="0" smtClean="0">
                <a:latin typeface="Arial"/>
                <a:cs typeface="Arial"/>
              </a:rPr>
              <a:t>s</a:t>
            </a:r>
            <a:r>
              <a:rPr sz="2000" spc="-9" dirty="0" smtClean="0">
                <a:latin typeface="Arial"/>
                <a:cs typeface="Arial"/>
              </a:rPr>
              <a:t>u</a:t>
            </a:r>
            <a:r>
              <a:rPr sz="2000" spc="4" dirty="0" smtClean="0">
                <a:latin typeface="Arial"/>
                <a:cs typeface="Arial"/>
              </a:rPr>
              <a:t>r</a:t>
            </a:r>
            <a:r>
              <a:rPr sz="2000" spc="0" dirty="0" smtClean="0">
                <a:latin typeface="Arial"/>
                <a:cs typeface="Arial"/>
              </a:rPr>
              <a:t>gimen</a:t>
            </a:r>
            <a:r>
              <a:rPr sz="2000" spc="-14" dirty="0" smtClean="0">
                <a:latin typeface="Arial"/>
                <a:cs typeface="Arial"/>
              </a:rPr>
              <a:t>t</a:t>
            </a:r>
            <a:r>
              <a:rPr sz="2000" spc="0" dirty="0" smtClean="0">
                <a:latin typeface="Arial"/>
                <a:cs typeface="Arial"/>
              </a:rPr>
              <a:t>o</a:t>
            </a:r>
            <a:r>
              <a:rPr sz="2000" spc="15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da</a:t>
            </a:r>
            <a:r>
              <a:rPr sz="2000" spc="15" dirty="0" smtClean="0">
                <a:latin typeface="Arial"/>
                <a:cs typeface="Arial"/>
              </a:rPr>
              <a:t> </a:t>
            </a:r>
            <a:r>
              <a:rPr sz="2000" spc="-14" dirty="0" smtClean="0">
                <a:latin typeface="Arial"/>
                <a:cs typeface="Arial"/>
              </a:rPr>
              <a:t>t</a:t>
            </a:r>
            <a:r>
              <a:rPr sz="2000" spc="0" dirty="0" smtClean="0">
                <a:latin typeface="Arial"/>
                <a:cs typeface="Arial"/>
              </a:rPr>
              <a:t>u</a:t>
            </a:r>
            <a:r>
              <a:rPr sz="2000" spc="4" dirty="0" smtClean="0">
                <a:latin typeface="Arial"/>
                <a:cs typeface="Arial"/>
              </a:rPr>
              <a:t>r</a:t>
            </a:r>
            <a:r>
              <a:rPr sz="2000" spc="-9" dirty="0" smtClean="0">
                <a:latin typeface="Arial"/>
                <a:cs typeface="Arial"/>
              </a:rPr>
              <a:t>b</a:t>
            </a:r>
            <a:r>
              <a:rPr sz="2000" spc="0" dirty="0" smtClean="0">
                <a:latin typeface="Arial"/>
                <a:cs typeface="Arial"/>
              </a:rPr>
              <a:t>ulên</a:t>
            </a:r>
            <a:r>
              <a:rPr sz="2000" spc="9" dirty="0" smtClean="0">
                <a:latin typeface="Arial"/>
                <a:cs typeface="Arial"/>
              </a:rPr>
              <a:t>c</a:t>
            </a:r>
            <a:r>
              <a:rPr sz="2000" spc="0" dirty="0" smtClean="0">
                <a:latin typeface="Arial"/>
                <a:cs typeface="Arial"/>
              </a:rPr>
              <a:t>ia</a:t>
            </a:r>
            <a:r>
              <a:rPr sz="2000" spc="0" smtClean="0">
                <a:latin typeface="Arial"/>
                <a:cs typeface="Arial"/>
              </a:rPr>
              <a:t>. </a:t>
            </a:r>
            <a:r>
              <a:rPr sz="2000" spc="-4" smtClean="0">
                <a:latin typeface="Arial"/>
                <a:cs typeface="Arial"/>
              </a:rPr>
              <a:t>E</a:t>
            </a:r>
            <a:r>
              <a:rPr sz="2000" spc="4" smtClean="0">
                <a:latin typeface="Arial"/>
                <a:cs typeface="Arial"/>
              </a:rPr>
              <a:t>s</a:t>
            </a:r>
            <a:r>
              <a:rPr sz="2000" spc="-4" smtClean="0">
                <a:latin typeface="Arial"/>
                <a:cs typeface="Arial"/>
              </a:rPr>
              <a:t>t</a:t>
            </a:r>
            <a:r>
              <a:rPr sz="2000" spc="0" smtClean="0">
                <a:latin typeface="Arial"/>
                <a:cs typeface="Arial"/>
              </a:rPr>
              <a:t>e</a:t>
            </a:r>
            <a:r>
              <a:rPr lang="pt-BR" sz="2000" spc="0" dirty="0" smtClean="0">
                <a:latin typeface="Arial"/>
                <a:cs typeface="Arial"/>
              </a:rPr>
              <a:t> </a:t>
            </a:r>
            <a:r>
              <a:rPr sz="2000" spc="0" smtClean="0">
                <a:latin typeface="Arial"/>
                <a:cs typeface="Arial"/>
              </a:rPr>
              <a:t>e</a:t>
            </a:r>
            <a:r>
              <a:rPr sz="2000" spc="-4" smtClean="0">
                <a:latin typeface="Arial"/>
                <a:cs typeface="Arial"/>
              </a:rPr>
              <a:t>s</a:t>
            </a:r>
            <a:r>
              <a:rPr sz="2000" spc="4" smtClean="0">
                <a:latin typeface="Arial"/>
                <a:cs typeface="Arial"/>
              </a:rPr>
              <a:t>c</a:t>
            </a:r>
            <a:r>
              <a:rPr sz="2000" spc="0" smtClean="0">
                <a:latin typeface="Arial"/>
                <a:cs typeface="Arial"/>
              </a:rPr>
              <a:t>o</a:t>
            </a:r>
            <a:r>
              <a:rPr sz="2000" spc="-9" smtClean="0">
                <a:latin typeface="Arial"/>
                <a:cs typeface="Arial"/>
              </a:rPr>
              <a:t>a</a:t>
            </a:r>
            <a:r>
              <a:rPr sz="2000" spc="0" smtClean="0">
                <a:latin typeface="Arial"/>
                <a:cs typeface="Arial"/>
              </a:rPr>
              <a:t>men</a:t>
            </a:r>
            <a:r>
              <a:rPr sz="2000" spc="-14" smtClean="0">
                <a:latin typeface="Arial"/>
                <a:cs typeface="Arial"/>
              </a:rPr>
              <a:t>t</a:t>
            </a:r>
            <a:r>
              <a:rPr sz="2000" spc="0" smtClean="0">
                <a:latin typeface="Arial"/>
                <a:cs typeface="Arial"/>
              </a:rPr>
              <a:t>o </a:t>
            </a:r>
            <a:r>
              <a:rPr sz="2000" spc="0" dirty="0" smtClean="0">
                <a:latin typeface="Arial"/>
                <a:cs typeface="Arial"/>
              </a:rPr>
              <a:t>o</a:t>
            </a:r>
            <a:r>
              <a:rPr sz="2000" spc="4" dirty="0" smtClean="0">
                <a:latin typeface="Arial"/>
                <a:cs typeface="Arial"/>
              </a:rPr>
              <a:t>c</a:t>
            </a:r>
            <a:r>
              <a:rPr sz="2000" spc="-9" dirty="0" smtClean="0">
                <a:latin typeface="Arial"/>
                <a:cs typeface="Arial"/>
              </a:rPr>
              <a:t>or</a:t>
            </a:r>
            <a:r>
              <a:rPr sz="2000" spc="4" dirty="0" smtClean="0">
                <a:latin typeface="Arial"/>
                <a:cs typeface="Arial"/>
              </a:rPr>
              <a:t>r</a:t>
            </a:r>
            <a:r>
              <a:rPr sz="2000" spc="0" dirty="0" smtClean="0">
                <a:latin typeface="Arial"/>
                <a:cs typeface="Arial"/>
              </a:rPr>
              <a:t>e g</a:t>
            </a:r>
            <a:r>
              <a:rPr sz="2000" spc="-9" dirty="0" smtClean="0">
                <a:latin typeface="Arial"/>
                <a:cs typeface="Arial"/>
              </a:rPr>
              <a:t>e</a:t>
            </a:r>
            <a:r>
              <a:rPr sz="2000" spc="4" dirty="0" smtClean="0">
                <a:latin typeface="Arial"/>
                <a:cs typeface="Arial"/>
              </a:rPr>
              <a:t>r</a:t>
            </a:r>
            <a:r>
              <a:rPr sz="2000" spc="0" dirty="0" smtClean="0">
                <a:latin typeface="Arial"/>
                <a:cs typeface="Arial"/>
              </a:rPr>
              <a:t>almen</a:t>
            </a:r>
            <a:r>
              <a:rPr sz="2000" spc="-14" dirty="0" smtClean="0">
                <a:latin typeface="Arial"/>
                <a:cs typeface="Arial"/>
              </a:rPr>
              <a:t>t</a:t>
            </a:r>
            <a:r>
              <a:rPr sz="2000" spc="0" dirty="0" smtClean="0">
                <a:latin typeface="Arial"/>
                <a:cs typeface="Arial"/>
              </a:rPr>
              <a:t>e</a:t>
            </a:r>
            <a:r>
              <a:rPr sz="2000" spc="9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a</a:t>
            </a:r>
            <a:r>
              <a:rPr sz="2000" spc="19" dirty="0" smtClean="0">
                <a:latin typeface="Arial"/>
                <a:cs typeface="Arial"/>
              </a:rPr>
              <a:t> </a:t>
            </a:r>
            <a:r>
              <a:rPr sz="2000" spc="-9" dirty="0" smtClean="0">
                <a:latin typeface="Arial"/>
                <a:cs typeface="Arial"/>
              </a:rPr>
              <a:t>b</a:t>
            </a:r>
            <a:r>
              <a:rPr sz="2000" spc="0" dirty="0" smtClean="0">
                <a:latin typeface="Arial"/>
                <a:cs typeface="Arial"/>
              </a:rPr>
              <a:t>ai</a:t>
            </a:r>
            <a:r>
              <a:rPr sz="2000" spc="-4" dirty="0" smtClean="0">
                <a:latin typeface="Arial"/>
                <a:cs typeface="Arial"/>
              </a:rPr>
              <a:t>x</a:t>
            </a:r>
            <a:r>
              <a:rPr sz="2000" spc="0" dirty="0" smtClean="0">
                <a:latin typeface="Arial"/>
                <a:cs typeface="Arial"/>
              </a:rPr>
              <a:t>as</a:t>
            </a:r>
            <a:r>
              <a:rPr sz="2000" spc="25" dirty="0" smtClean="0">
                <a:latin typeface="Arial"/>
                <a:cs typeface="Arial"/>
              </a:rPr>
              <a:t> </a:t>
            </a:r>
            <a:r>
              <a:rPr sz="2000" spc="-4" dirty="0" smtClean="0">
                <a:latin typeface="Arial"/>
                <a:cs typeface="Arial"/>
              </a:rPr>
              <a:t>v</a:t>
            </a:r>
            <a:r>
              <a:rPr sz="2000" spc="0" dirty="0" smtClean="0">
                <a:latin typeface="Arial"/>
                <a:cs typeface="Arial"/>
              </a:rPr>
              <a:t>elo</a:t>
            </a:r>
            <a:r>
              <a:rPr sz="2000" spc="4" dirty="0" smtClean="0">
                <a:latin typeface="Arial"/>
                <a:cs typeface="Arial"/>
              </a:rPr>
              <a:t>c</a:t>
            </a:r>
            <a:r>
              <a:rPr sz="2000" spc="0" dirty="0" smtClean="0">
                <a:latin typeface="Arial"/>
                <a:cs typeface="Arial"/>
              </a:rPr>
              <a:t>i</a:t>
            </a:r>
            <a:r>
              <a:rPr sz="2000" spc="-9" dirty="0" smtClean="0">
                <a:latin typeface="Arial"/>
                <a:cs typeface="Arial"/>
              </a:rPr>
              <a:t>d</a:t>
            </a:r>
            <a:r>
              <a:rPr sz="2000" spc="0" dirty="0" smtClean="0">
                <a:latin typeface="Arial"/>
                <a:cs typeface="Arial"/>
              </a:rPr>
              <a:t>ad</a:t>
            </a:r>
            <a:r>
              <a:rPr sz="2000" spc="-9" dirty="0" smtClean="0">
                <a:latin typeface="Arial"/>
                <a:cs typeface="Arial"/>
              </a:rPr>
              <a:t>e</a:t>
            </a:r>
            <a:r>
              <a:rPr sz="2000" spc="0" dirty="0" smtClean="0">
                <a:latin typeface="Arial"/>
                <a:cs typeface="Arial"/>
              </a:rPr>
              <a:t>s</a:t>
            </a:r>
            <a:r>
              <a:rPr sz="2000" spc="25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e</a:t>
            </a:r>
            <a:r>
              <a:rPr sz="2000" spc="29" dirty="0" smtClean="0">
                <a:latin typeface="Arial"/>
                <a:cs typeface="Arial"/>
              </a:rPr>
              <a:t> </a:t>
            </a:r>
            <a:r>
              <a:rPr sz="2000" spc="-9" dirty="0" smtClean="0">
                <a:latin typeface="Arial"/>
                <a:cs typeface="Arial"/>
              </a:rPr>
              <a:t>e</a:t>
            </a:r>
            <a:r>
              <a:rPr sz="2000" spc="0" dirty="0" smtClean="0">
                <a:latin typeface="Arial"/>
                <a:cs typeface="Arial"/>
              </a:rPr>
              <a:t>m</a:t>
            </a:r>
            <a:r>
              <a:rPr sz="2000" spc="19" dirty="0" smtClean="0">
                <a:latin typeface="Arial"/>
                <a:cs typeface="Arial"/>
              </a:rPr>
              <a:t> </a:t>
            </a:r>
            <a:r>
              <a:rPr sz="2000" spc="-4" dirty="0" smtClean="0">
                <a:latin typeface="Arial"/>
                <a:cs typeface="Arial"/>
              </a:rPr>
              <a:t>f</a:t>
            </a:r>
            <a:r>
              <a:rPr sz="2000" spc="0" dirty="0" smtClean="0">
                <a:latin typeface="Arial"/>
                <a:cs typeface="Arial"/>
              </a:rPr>
              <a:t>lu</a:t>
            </a:r>
            <a:r>
              <a:rPr sz="2000" spc="-4" dirty="0" smtClean="0">
                <a:latin typeface="Arial"/>
                <a:cs typeface="Arial"/>
              </a:rPr>
              <a:t>í</a:t>
            </a:r>
            <a:r>
              <a:rPr sz="2000" spc="-9" dirty="0" smtClean="0">
                <a:latin typeface="Arial"/>
                <a:cs typeface="Arial"/>
              </a:rPr>
              <a:t>do</a:t>
            </a:r>
            <a:r>
              <a:rPr sz="2000" spc="0" dirty="0" smtClean="0">
                <a:latin typeface="Arial"/>
                <a:cs typeface="Arial"/>
              </a:rPr>
              <a:t>s</a:t>
            </a:r>
            <a:r>
              <a:rPr sz="2000" spc="24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q</a:t>
            </a:r>
            <a:r>
              <a:rPr sz="2000" spc="-9" dirty="0" smtClean="0">
                <a:latin typeface="Arial"/>
                <a:cs typeface="Arial"/>
              </a:rPr>
              <a:t>u</a:t>
            </a:r>
            <a:r>
              <a:rPr sz="2000" spc="0" dirty="0" smtClean="0">
                <a:latin typeface="Arial"/>
                <a:cs typeface="Arial"/>
              </a:rPr>
              <a:t>e </a:t>
            </a:r>
            <a:endParaRPr sz="2000">
              <a:latin typeface="Arial"/>
              <a:cs typeface="Arial"/>
            </a:endParaRPr>
          </a:p>
          <a:p>
            <a:pPr marL="12700" algn="just">
              <a:lnSpc>
                <a:spcPts val="1924"/>
              </a:lnSpc>
            </a:pPr>
            <a:r>
              <a:rPr sz="2000" spc="0" dirty="0" smtClean="0">
                <a:latin typeface="Arial"/>
                <a:cs typeface="Arial"/>
              </a:rPr>
              <a:t>ap</a:t>
            </a:r>
            <a:r>
              <a:rPr sz="2000" spc="-9" dirty="0" smtClean="0">
                <a:latin typeface="Arial"/>
                <a:cs typeface="Arial"/>
              </a:rPr>
              <a:t>r</a:t>
            </a:r>
            <a:r>
              <a:rPr sz="2000" spc="0" dirty="0" smtClean="0">
                <a:latin typeface="Arial"/>
                <a:cs typeface="Arial"/>
              </a:rPr>
              <a:t>e</a:t>
            </a:r>
            <a:r>
              <a:rPr sz="2000" spc="-4" dirty="0" smtClean="0">
                <a:latin typeface="Arial"/>
                <a:cs typeface="Arial"/>
              </a:rPr>
              <a:t>s</a:t>
            </a:r>
            <a:r>
              <a:rPr sz="2000" spc="0" dirty="0" smtClean="0">
                <a:latin typeface="Arial"/>
                <a:cs typeface="Arial"/>
              </a:rPr>
              <a:t>en</a:t>
            </a:r>
            <a:r>
              <a:rPr sz="2000" spc="-4" dirty="0" smtClean="0">
                <a:latin typeface="Arial"/>
                <a:cs typeface="Arial"/>
              </a:rPr>
              <a:t>t</a:t>
            </a:r>
            <a:r>
              <a:rPr sz="2000" spc="-9" dirty="0" smtClean="0">
                <a:latin typeface="Arial"/>
                <a:cs typeface="Arial"/>
              </a:rPr>
              <a:t>e</a:t>
            </a:r>
            <a:r>
              <a:rPr sz="2000" spc="0" dirty="0" smtClean="0">
                <a:latin typeface="Arial"/>
                <a:cs typeface="Arial"/>
              </a:rPr>
              <a:t>m</a:t>
            </a:r>
            <a:r>
              <a:rPr sz="2000" spc="-4" dirty="0" smtClean="0">
                <a:latin typeface="Arial"/>
                <a:cs typeface="Arial"/>
              </a:rPr>
              <a:t> </a:t>
            </a:r>
            <a:r>
              <a:rPr sz="2000" spc="-9" dirty="0" smtClean="0">
                <a:latin typeface="Arial"/>
                <a:cs typeface="Arial"/>
              </a:rPr>
              <a:t>g</a:t>
            </a:r>
            <a:r>
              <a:rPr sz="2000" spc="4" dirty="0" smtClean="0">
                <a:latin typeface="Arial"/>
                <a:cs typeface="Arial"/>
              </a:rPr>
              <a:t>r</a:t>
            </a:r>
            <a:r>
              <a:rPr sz="2000" spc="0" dirty="0" smtClean="0">
                <a:latin typeface="Arial"/>
                <a:cs typeface="Arial"/>
              </a:rPr>
              <a:t>a</a:t>
            </a:r>
            <a:r>
              <a:rPr sz="2000" spc="-9" dirty="0" smtClean="0">
                <a:latin typeface="Arial"/>
                <a:cs typeface="Arial"/>
              </a:rPr>
              <a:t>n</a:t>
            </a:r>
            <a:r>
              <a:rPr sz="2000" spc="0" dirty="0" smtClean="0">
                <a:latin typeface="Arial"/>
                <a:cs typeface="Arial"/>
              </a:rPr>
              <a:t>de </a:t>
            </a:r>
            <a:r>
              <a:rPr sz="2000" spc="-4" dirty="0" smtClean="0">
                <a:latin typeface="Arial"/>
                <a:cs typeface="Arial"/>
              </a:rPr>
              <a:t>v</a:t>
            </a:r>
            <a:r>
              <a:rPr sz="2000" spc="0" dirty="0" smtClean="0">
                <a:latin typeface="Arial"/>
                <a:cs typeface="Arial"/>
              </a:rPr>
              <a:t>i</a:t>
            </a:r>
            <a:r>
              <a:rPr sz="2000" spc="-4" dirty="0" smtClean="0">
                <a:latin typeface="Arial"/>
                <a:cs typeface="Arial"/>
              </a:rPr>
              <a:t>s</a:t>
            </a:r>
            <a:r>
              <a:rPr sz="2000" spc="4" dirty="0" smtClean="0">
                <a:latin typeface="Arial"/>
                <a:cs typeface="Arial"/>
              </a:rPr>
              <a:t>c</a:t>
            </a:r>
            <a:r>
              <a:rPr sz="2000" spc="-9" dirty="0" smtClean="0">
                <a:latin typeface="Arial"/>
                <a:cs typeface="Arial"/>
              </a:rPr>
              <a:t>o</a:t>
            </a:r>
            <a:r>
              <a:rPr sz="2000" spc="4" dirty="0" smtClean="0">
                <a:latin typeface="Arial"/>
                <a:cs typeface="Arial"/>
              </a:rPr>
              <a:t>s</a:t>
            </a:r>
            <a:r>
              <a:rPr sz="2000" spc="0" dirty="0" smtClean="0">
                <a:latin typeface="Arial"/>
                <a:cs typeface="Arial"/>
              </a:rPr>
              <a:t>idade.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10"/>
          <p:cNvSpPr/>
          <p:nvPr/>
        </p:nvSpPr>
        <p:spPr>
          <a:xfrm>
            <a:off x="6714621" y="3561588"/>
            <a:ext cx="2857500" cy="220065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972946" y="3201923"/>
            <a:ext cx="2380488" cy="38100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953899" y="3777996"/>
            <a:ext cx="2772155" cy="176174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310017" y="1034143"/>
            <a:ext cx="5337828" cy="4825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779"/>
              </a:lnSpc>
              <a:spcBef>
                <a:spcPts val="189"/>
              </a:spcBef>
            </a:pPr>
            <a:r>
              <a:rPr sz="3600" spc="144" dirty="0" smtClean="0">
                <a:solidFill>
                  <a:srgbClr val="00CC65"/>
                </a:solidFill>
                <a:latin typeface="Arial"/>
                <a:cs typeface="Arial"/>
              </a:rPr>
              <a:t>E</a:t>
            </a:r>
            <a:r>
              <a:rPr sz="3600" spc="107" dirty="0" smtClean="0">
                <a:solidFill>
                  <a:srgbClr val="00CC65"/>
                </a:solidFill>
                <a:latin typeface="Arial"/>
                <a:cs typeface="Arial"/>
              </a:rPr>
              <a:t>sc</a:t>
            </a:r>
            <a:r>
              <a:rPr sz="3600" spc="114" dirty="0" smtClean="0">
                <a:solidFill>
                  <a:srgbClr val="00CC65"/>
                </a:solidFill>
                <a:latin typeface="Arial"/>
                <a:cs typeface="Arial"/>
              </a:rPr>
              <a:t>o</a:t>
            </a:r>
            <a:r>
              <a:rPr sz="3600" spc="109" dirty="0" smtClean="0">
                <a:solidFill>
                  <a:srgbClr val="00CC65"/>
                </a:solidFill>
                <a:latin typeface="Arial"/>
                <a:cs typeface="Arial"/>
              </a:rPr>
              <a:t>a</a:t>
            </a:r>
            <a:r>
              <a:rPr sz="3600" spc="179" dirty="0" smtClean="0">
                <a:solidFill>
                  <a:srgbClr val="00CC65"/>
                </a:solidFill>
                <a:latin typeface="Arial"/>
                <a:cs typeface="Arial"/>
              </a:rPr>
              <a:t>m</a:t>
            </a:r>
            <a:r>
              <a:rPr sz="3600" spc="120" dirty="0" smtClean="0">
                <a:solidFill>
                  <a:srgbClr val="00CC65"/>
                </a:solidFill>
                <a:latin typeface="Arial"/>
                <a:cs typeface="Arial"/>
              </a:rPr>
              <a:t>e</a:t>
            </a:r>
            <a:r>
              <a:rPr sz="3600" spc="114" dirty="0" smtClean="0">
                <a:solidFill>
                  <a:srgbClr val="00CC65"/>
                </a:solidFill>
                <a:latin typeface="Arial"/>
                <a:cs typeface="Arial"/>
              </a:rPr>
              <a:t>n</a:t>
            </a:r>
            <a:r>
              <a:rPr sz="3600" spc="59" dirty="0" smtClean="0">
                <a:solidFill>
                  <a:srgbClr val="00CC65"/>
                </a:solidFill>
                <a:latin typeface="Arial"/>
                <a:cs typeface="Arial"/>
              </a:rPr>
              <a:t>t</a:t>
            </a:r>
            <a:r>
              <a:rPr sz="3600" spc="120" dirty="0" smtClean="0">
                <a:solidFill>
                  <a:srgbClr val="00CC65"/>
                </a:solidFill>
                <a:latin typeface="Arial"/>
                <a:cs typeface="Arial"/>
              </a:rPr>
              <a:t>o</a:t>
            </a:r>
            <a:r>
              <a:rPr sz="3600" spc="107" dirty="0" smtClean="0">
                <a:solidFill>
                  <a:srgbClr val="00CC65"/>
                </a:solidFill>
                <a:latin typeface="Arial"/>
                <a:cs typeface="Arial"/>
              </a:rPr>
              <a:t> </a:t>
            </a:r>
            <a:r>
              <a:rPr sz="3600" spc="-4" dirty="0" smtClean="0">
                <a:solidFill>
                  <a:srgbClr val="00CC65"/>
                </a:solidFill>
                <a:latin typeface="Arial"/>
                <a:cs typeface="Arial"/>
              </a:rPr>
              <a:t>T</a:t>
            </a:r>
            <a:r>
              <a:rPr sz="3600" spc="175" dirty="0" smtClean="0">
                <a:solidFill>
                  <a:srgbClr val="00CC65"/>
                </a:solidFill>
                <a:latin typeface="Arial"/>
                <a:cs typeface="Arial"/>
              </a:rPr>
              <a:t>u</a:t>
            </a:r>
            <a:r>
              <a:rPr sz="3600" spc="191" dirty="0" smtClean="0">
                <a:solidFill>
                  <a:srgbClr val="00CC65"/>
                </a:solidFill>
                <a:latin typeface="Arial"/>
                <a:cs typeface="Arial"/>
              </a:rPr>
              <a:t>r</a:t>
            </a:r>
            <a:r>
              <a:rPr sz="3600" spc="175" dirty="0" smtClean="0">
                <a:solidFill>
                  <a:srgbClr val="00CC65"/>
                </a:solidFill>
                <a:latin typeface="Arial"/>
                <a:cs typeface="Arial"/>
              </a:rPr>
              <a:t>bu</a:t>
            </a:r>
            <a:r>
              <a:rPr sz="3600" spc="209" dirty="0" smtClean="0">
                <a:solidFill>
                  <a:srgbClr val="00CC65"/>
                </a:solidFill>
                <a:latin typeface="Arial"/>
                <a:cs typeface="Arial"/>
              </a:rPr>
              <a:t>l</a:t>
            </a:r>
            <a:r>
              <a:rPr sz="3600" spc="0" dirty="0" smtClean="0">
                <a:solidFill>
                  <a:srgbClr val="00CC65"/>
                </a:solidFill>
                <a:latin typeface="Arial"/>
                <a:cs typeface="Arial"/>
              </a:rPr>
              <a:t>e</a:t>
            </a:r>
            <a:r>
              <a:rPr sz="3600" spc="175" dirty="0" smtClean="0">
                <a:solidFill>
                  <a:srgbClr val="00CC65"/>
                </a:solidFill>
                <a:latin typeface="Arial"/>
                <a:cs typeface="Arial"/>
              </a:rPr>
              <a:t>n</a:t>
            </a:r>
            <a:r>
              <a:rPr sz="3600" spc="190" dirty="0" smtClean="0">
                <a:solidFill>
                  <a:srgbClr val="00CC65"/>
                </a:solidFill>
                <a:latin typeface="Arial"/>
                <a:cs typeface="Arial"/>
              </a:rPr>
              <a:t>t</a:t>
            </a:r>
            <a:r>
              <a:rPr sz="3600" spc="180" dirty="0" smtClean="0">
                <a:solidFill>
                  <a:srgbClr val="00CC65"/>
                </a:solidFill>
                <a:latin typeface="Arial"/>
                <a:cs typeface="Arial"/>
              </a:rPr>
              <a:t>o</a:t>
            </a:r>
            <a:endParaRPr sz="36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581289" y="1643395"/>
            <a:ext cx="7983956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-9" dirty="0" smtClean="0">
                <a:latin typeface="Arial"/>
                <a:cs typeface="Arial"/>
              </a:rPr>
              <a:t>O</a:t>
            </a:r>
            <a:r>
              <a:rPr sz="2000" spc="4" dirty="0" smtClean="0">
                <a:latin typeface="Arial"/>
                <a:cs typeface="Arial"/>
              </a:rPr>
              <a:t>c</a:t>
            </a:r>
            <a:r>
              <a:rPr sz="2000" spc="-9" dirty="0" smtClean="0">
                <a:latin typeface="Arial"/>
                <a:cs typeface="Arial"/>
              </a:rPr>
              <a:t>o</a:t>
            </a:r>
            <a:r>
              <a:rPr sz="2000" spc="4" dirty="0" smtClean="0">
                <a:latin typeface="Arial"/>
                <a:cs typeface="Arial"/>
              </a:rPr>
              <a:t>r</a:t>
            </a:r>
            <a:r>
              <a:rPr sz="2000" spc="-9" dirty="0" smtClean="0">
                <a:latin typeface="Arial"/>
                <a:cs typeface="Arial"/>
              </a:rPr>
              <a:t>r</a:t>
            </a:r>
            <a:r>
              <a:rPr sz="2000" spc="0" dirty="0" smtClean="0">
                <a:latin typeface="Arial"/>
                <a:cs typeface="Arial"/>
              </a:rPr>
              <a:t>e</a:t>
            </a:r>
            <a:r>
              <a:rPr sz="2000" spc="69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qu</a:t>
            </a:r>
            <a:r>
              <a:rPr sz="2000" spc="-9" dirty="0" smtClean="0">
                <a:latin typeface="Arial"/>
                <a:cs typeface="Arial"/>
              </a:rPr>
              <a:t>an</a:t>
            </a:r>
            <a:r>
              <a:rPr sz="2000" spc="0" dirty="0" smtClean="0">
                <a:latin typeface="Arial"/>
                <a:cs typeface="Arial"/>
              </a:rPr>
              <a:t>do</a:t>
            </a:r>
            <a:r>
              <a:rPr sz="2000" spc="69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as</a:t>
            </a:r>
            <a:r>
              <a:rPr sz="2000" spc="59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p</a:t>
            </a:r>
            <a:r>
              <a:rPr sz="2000" spc="-9" dirty="0" smtClean="0">
                <a:latin typeface="Arial"/>
                <a:cs typeface="Arial"/>
              </a:rPr>
              <a:t>a</a:t>
            </a:r>
            <a:r>
              <a:rPr sz="2000" spc="4" dirty="0" smtClean="0">
                <a:latin typeface="Arial"/>
                <a:cs typeface="Arial"/>
              </a:rPr>
              <a:t>r</a:t>
            </a:r>
            <a:r>
              <a:rPr sz="2000" spc="-4" dirty="0" smtClean="0">
                <a:latin typeface="Arial"/>
                <a:cs typeface="Arial"/>
              </a:rPr>
              <a:t>t</a:t>
            </a:r>
            <a:r>
              <a:rPr sz="2000" spc="-14" dirty="0" smtClean="0">
                <a:latin typeface="Arial"/>
                <a:cs typeface="Arial"/>
              </a:rPr>
              <a:t>í</a:t>
            </a:r>
            <a:r>
              <a:rPr sz="2000" spc="4" dirty="0" smtClean="0">
                <a:latin typeface="Arial"/>
                <a:cs typeface="Arial"/>
              </a:rPr>
              <a:t>c</a:t>
            </a:r>
            <a:r>
              <a:rPr sz="2000" spc="0" dirty="0" smtClean="0">
                <a:latin typeface="Arial"/>
                <a:cs typeface="Arial"/>
              </a:rPr>
              <a:t>u</a:t>
            </a:r>
            <a:r>
              <a:rPr sz="2000" spc="-14" dirty="0" smtClean="0">
                <a:latin typeface="Arial"/>
                <a:cs typeface="Arial"/>
              </a:rPr>
              <a:t>l</a:t>
            </a:r>
            <a:r>
              <a:rPr sz="2000" spc="0" dirty="0" smtClean="0">
                <a:latin typeface="Arial"/>
                <a:cs typeface="Arial"/>
              </a:rPr>
              <a:t>as</a:t>
            </a:r>
            <a:r>
              <a:rPr sz="2000" spc="75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de</a:t>
            </a:r>
            <a:r>
              <a:rPr sz="2000" spc="54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um</a:t>
            </a:r>
            <a:r>
              <a:rPr sz="2000" spc="64" dirty="0" smtClean="0">
                <a:latin typeface="Arial"/>
                <a:cs typeface="Arial"/>
              </a:rPr>
              <a:t> </a:t>
            </a:r>
            <a:r>
              <a:rPr sz="2000" spc="-4" dirty="0" smtClean="0">
                <a:latin typeface="Arial"/>
                <a:cs typeface="Arial"/>
              </a:rPr>
              <a:t>f</a:t>
            </a:r>
            <a:r>
              <a:rPr sz="2000" spc="0" dirty="0" smtClean="0">
                <a:latin typeface="Arial"/>
                <a:cs typeface="Arial"/>
              </a:rPr>
              <a:t>lu</a:t>
            </a:r>
            <a:r>
              <a:rPr sz="2000" spc="-14" dirty="0" smtClean="0">
                <a:latin typeface="Arial"/>
                <a:cs typeface="Arial"/>
              </a:rPr>
              <a:t>i</a:t>
            </a:r>
            <a:r>
              <a:rPr sz="2000" spc="0" dirty="0" smtClean="0">
                <a:latin typeface="Arial"/>
                <a:cs typeface="Arial"/>
              </a:rPr>
              <a:t>do</a:t>
            </a:r>
            <a:r>
              <a:rPr sz="2000" spc="69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não</a:t>
            </a:r>
            <a:r>
              <a:rPr sz="2000" spc="69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mo</a:t>
            </a:r>
            <a:r>
              <a:rPr sz="2000" spc="-4" dirty="0" smtClean="0">
                <a:latin typeface="Arial"/>
                <a:cs typeface="Arial"/>
              </a:rPr>
              <a:t>v</a:t>
            </a:r>
            <a:r>
              <a:rPr sz="2000" spc="-9" dirty="0" smtClean="0">
                <a:latin typeface="Arial"/>
                <a:cs typeface="Arial"/>
              </a:rPr>
              <a:t>e</a:t>
            </a:r>
            <a:r>
              <a:rPr sz="2000" spc="0" dirty="0" smtClean="0">
                <a:latin typeface="Arial"/>
                <a:cs typeface="Arial"/>
              </a:rPr>
              <a:t>m</a:t>
            </a:r>
            <a:r>
              <a:rPr sz="2000" spc="-4" dirty="0" smtClean="0">
                <a:latin typeface="Arial"/>
                <a:cs typeface="Arial"/>
              </a:rPr>
              <a:t>-</a:t>
            </a:r>
            <a:r>
              <a:rPr sz="2000" spc="4" dirty="0" smtClean="0">
                <a:latin typeface="Arial"/>
                <a:cs typeface="Arial"/>
              </a:rPr>
              <a:t>s</a:t>
            </a:r>
            <a:r>
              <a:rPr sz="2000" spc="0" dirty="0" smtClean="0">
                <a:latin typeface="Arial"/>
                <a:cs typeface="Arial"/>
              </a:rPr>
              <a:t>e</a:t>
            </a:r>
            <a:r>
              <a:rPr sz="2000" spc="79" dirty="0" smtClean="0">
                <a:latin typeface="Arial"/>
                <a:cs typeface="Arial"/>
              </a:rPr>
              <a:t> </a:t>
            </a:r>
            <a:r>
              <a:rPr sz="2000" spc="-9" dirty="0" smtClean="0">
                <a:latin typeface="Arial"/>
                <a:cs typeface="Arial"/>
              </a:rPr>
              <a:t>a</a:t>
            </a:r>
            <a:r>
              <a:rPr sz="2000" spc="0" dirty="0" smtClean="0">
                <a:latin typeface="Arial"/>
                <a:cs typeface="Arial"/>
              </a:rPr>
              <a:t>o</a:t>
            </a:r>
            <a:r>
              <a:rPr sz="2000" spc="79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lon</a:t>
            </a:r>
            <a:r>
              <a:rPr sz="2000" spc="-9" dirty="0" smtClean="0">
                <a:latin typeface="Arial"/>
                <a:cs typeface="Arial"/>
              </a:rPr>
              <a:t>g</a:t>
            </a:r>
            <a:r>
              <a:rPr sz="2000" spc="0" dirty="0" smtClean="0">
                <a:latin typeface="Arial"/>
                <a:cs typeface="Arial"/>
              </a:rPr>
              <a:t>o</a:t>
            </a:r>
            <a:r>
              <a:rPr sz="2000" spc="79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de</a:t>
            </a:r>
            <a:endParaRPr sz="20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238384" y="1695333"/>
            <a:ext cx="208978" cy="2158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635"/>
              </a:lnSpc>
              <a:spcBef>
                <a:spcPts val="81"/>
              </a:spcBef>
            </a:pPr>
            <a:r>
              <a:rPr sz="1500" spc="208" dirty="0" smtClean="0">
                <a:solidFill>
                  <a:srgbClr val="65FF32"/>
                </a:solidFill>
                <a:latin typeface="Arial"/>
                <a:cs typeface="Arial"/>
              </a:rPr>
              <a:t>□</a:t>
            </a:r>
            <a:endParaRPr sz="15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581289" y="1887235"/>
            <a:ext cx="7984928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-4" dirty="0" smtClean="0">
                <a:latin typeface="Arial"/>
                <a:cs typeface="Arial"/>
              </a:rPr>
              <a:t>t</a:t>
            </a:r>
            <a:r>
              <a:rPr sz="2000" spc="4" dirty="0" smtClean="0">
                <a:latin typeface="Arial"/>
                <a:cs typeface="Arial"/>
              </a:rPr>
              <a:t>r</a:t>
            </a:r>
            <a:r>
              <a:rPr sz="2000" spc="0" dirty="0" smtClean="0">
                <a:latin typeface="Arial"/>
                <a:cs typeface="Arial"/>
              </a:rPr>
              <a:t>aje</a:t>
            </a:r>
            <a:r>
              <a:rPr sz="2000" spc="-14" dirty="0" smtClean="0">
                <a:latin typeface="Arial"/>
                <a:cs typeface="Arial"/>
              </a:rPr>
              <a:t>t</a:t>
            </a:r>
            <a:r>
              <a:rPr sz="2000" spc="0" dirty="0" smtClean="0">
                <a:latin typeface="Arial"/>
                <a:cs typeface="Arial"/>
              </a:rPr>
              <a:t>ó</a:t>
            </a:r>
            <a:r>
              <a:rPr sz="2000" spc="4" dirty="0" smtClean="0">
                <a:latin typeface="Arial"/>
                <a:cs typeface="Arial"/>
              </a:rPr>
              <a:t>r</a:t>
            </a:r>
            <a:r>
              <a:rPr sz="2000" spc="0" dirty="0" smtClean="0">
                <a:latin typeface="Arial"/>
                <a:cs typeface="Arial"/>
              </a:rPr>
              <a:t>i</a:t>
            </a:r>
            <a:r>
              <a:rPr sz="2000" spc="-9" dirty="0" smtClean="0">
                <a:latin typeface="Arial"/>
                <a:cs typeface="Arial"/>
              </a:rPr>
              <a:t>a</a:t>
            </a:r>
            <a:r>
              <a:rPr sz="2000" spc="0" dirty="0" smtClean="0">
                <a:latin typeface="Arial"/>
                <a:cs typeface="Arial"/>
              </a:rPr>
              <a:t>s</a:t>
            </a:r>
            <a:r>
              <a:rPr sz="2000" spc="169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b</a:t>
            </a:r>
            <a:r>
              <a:rPr sz="2000" spc="-9" dirty="0" smtClean="0">
                <a:latin typeface="Arial"/>
                <a:cs typeface="Arial"/>
              </a:rPr>
              <a:t>e</a:t>
            </a:r>
            <a:r>
              <a:rPr sz="2000" spc="0" dirty="0" smtClean="0">
                <a:latin typeface="Arial"/>
                <a:cs typeface="Arial"/>
              </a:rPr>
              <a:t>m</a:t>
            </a:r>
            <a:r>
              <a:rPr sz="2000" spc="175" dirty="0" smtClean="0">
                <a:latin typeface="Arial"/>
                <a:cs typeface="Arial"/>
              </a:rPr>
              <a:t> </a:t>
            </a:r>
            <a:r>
              <a:rPr sz="2000" spc="-9" dirty="0" smtClean="0">
                <a:latin typeface="Arial"/>
                <a:cs typeface="Arial"/>
              </a:rPr>
              <a:t>d</a:t>
            </a:r>
            <a:r>
              <a:rPr sz="2000" spc="0" dirty="0" smtClean="0">
                <a:latin typeface="Arial"/>
                <a:cs typeface="Arial"/>
              </a:rPr>
              <a:t>e</a:t>
            </a:r>
            <a:r>
              <a:rPr sz="2000" spc="-4" dirty="0" smtClean="0">
                <a:latin typeface="Arial"/>
                <a:cs typeface="Arial"/>
              </a:rPr>
              <a:t>f</a:t>
            </a:r>
            <a:r>
              <a:rPr sz="2000" spc="0" dirty="0" smtClean="0">
                <a:latin typeface="Arial"/>
                <a:cs typeface="Arial"/>
              </a:rPr>
              <a:t>inida</a:t>
            </a:r>
            <a:r>
              <a:rPr sz="2000" spc="-4" dirty="0" smtClean="0">
                <a:latin typeface="Arial"/>
                <a:cs typeface="Arial"/>
              </a:rPr>
              <a:t>s</a:t>
            </a:r>
            <a:r>
              <a:rPr sz="2000" spc="0" dirty="0" smtClean="0">
                <a:latin typeface="Arial"/>
                <a:cs typeface="Arial"/>
              </a:rPr>
              <a:t>,</a:t>
            </a:r>
            <a:r>
              <a:rPr sz="2000" spc="159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ou</a:t>
            </a:r>
            <a:r>
              <a:rPr sz="2000" spc="164" dirty="0" smtClean="0">
                <a:latin typeface="Arial"/>
                <a:cs typeface="Arial"/>
              </a:rPr>
              <a:t> </a:t>
            </a:r>
            <a:r>
              <a:rPr sz="2000" spc="4" dirty="0" smtClean="0">
                <a:latin typeface="Arial"/>
                <a:cs typeface="Arial"/>
              </a:rPr>
              <a:t>s</a:t>
            </a:r>
            <a:r>
              <a:rPr sz="2000" spc="0" dirty="0" smtClean="0">
                <a:latin typeface="Arial"/>
                <a:cs typeface="Arial"/>
              </a:rPr>
              <a:t>eja</a:t>
            </a:r>
            <a:r>
              <a:rPr sz="2000" spc="164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as</a:t>
            </a:r>
            <a:r>
              <a:rPr sz="2000" spc="169" dirty="0" smtClean="0">
                <a:latin typeface="Arial"/>
                <a:cs typeface="Arial"/>
              </a:rPr>
              <a:t> </a:t>
            </a:r>
            <a:r>
              <a:rPr sz="2000" spc="-9" dirty="0" smtClean="0">
                <a:latin typeface="Arial"/>
                <a:cs typeface="Arial"/>
              </a:rPr>
              <a:t>p</a:t>
            </a:r>
            <a:r>
              <a:rPr sz="2000" spc="0" dirty="0" smtClean="0">
                <a:latin typeface="Arial"/>
                <a:cs typeface="Arial"/>
              </a:rPr>
              <a:t>a</a:t>
            </a:r>
            <a:r>
              <a:rPr sz="2000" spc="4" dirty="0" smtClean="0">
                <a:latin typeface="Arial"/>
                <a:cs typeface="Arial"/>
              </a:rPr>
              <a:t>r</a:t>
            </a:r>
            <a:r>
              <a:rPr sz="2000" spc="-4" dirty="0" smtClean="0">
                <a:latin typeface="Arial"/>
                <a:cs typeface="Arial"/>
              </a:rPr>
              <a:t>t</a:t>
            </a:r>
            <a:r>
              <a:rPr sz="2000" spc="-14" dirty="0" smtClean="0">
                <a:latin typeface="Arial"/>
                <a:cs typeface="Arial"/>
              </a:rPr>
              <a:t>í</a:t>
            </a:r>
            <a:r>
              <a:rPr sz="2000" spc="4" dirty="0" smtClean="0">
                <a:latin typeface="Arial"/>
                <a:cs typeface="Arial"/>
              </a:rPr>
              <a:t>c</a:t>
            </a:r>
            <a:r>
              <a:rPr sz="2000" spc="0" dirty="0" smtClean="0">
                <a:latin typeface="Arial"/>
                <a:cs typeface="Arial"/>
              </a:rPr>
              <a:t>ul</a:t>
            </a:r>
            <a:r>
              <a:rPr sz="2000" spc="-9" dirty="0" smtClean="0">
                <a:latin typeface="Arial"/>
                <a:cs typeface="Arial"/>
              </a:rPr>
              <a:t>a</a:t>
            </a:r>
            <a:r>
              <a:rPr sz="2000" spc="0" dirty="0" smtClean="0">
                <a:latin typeface="Arial"/>
                <a:cs typeface="Arial"/>
              </a:rPr>
              <a:t>s</a:t>
            </a:r>
            <a:r>
              <a:rPr sz="2000" spc="179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d</a:t>
            </a:r>
            <a:r>
              <a:rPr sz="2000" spc="-4" dirty="0" smtClean="0">
                <a:latin typeface="Arial"/>
                <a:cs typeface="Arial"/>
              </a:rPr>
              <a:t>es</a:t>
            </a:r>
            <a:r>
              <a:rPr sz="2000" spc="4" dirty="0" smtClean="0">
                <a:latin typeface="Arial"/>
                <a:cs typeface="Arial"/>
              </a:rPr>
              <a:t>c</a:t>
            </a:r>
            <a:r>
              <a:rPr sz="2000" spc="-9" dirty="0" smtClean="0">
                <a:latin typeface="Arial"/>
                <a:cs typeface="Arial"/>
              </a:rPr>
              <a:t>r</a:t>
            </a:r>
            <a:r>
              <a:rPr sz="2000" spc="0" dirty="0" smtClean="0">
                <a:latin typeface="Arial"/>
                <a:cs typeface="Arial"/>
              </a:rPr>
              <a:t>e</a:t>
            </a:r>
            <a:r>
              <a:rPr sz="2000" spc="-4" dirty="0" smtClean="0">
                <a:latin typeface="Arial"/>
                <a:cs typeface="Arial"/>
              </a:rPr>
              <a:t>v</a:t>
            </a:r>
            <a:r>
              <a:rPr sz="2000" spc="0" dirty="0" smtClean="0">
                <a:latin typeface="Arial"/>
                <a:cs typeface="Arial"/>
              </a:rPr>
              <a:t>em</a:t>
            </a:r>
            <a:r>
              <a:rPr sz="2000" spc="174" dirty="0" smtClean="0">
                <a:latin typeface="Arial"/>
                <a:cs typeface="Arial"/>
              </a:rPr>
              <a:t> </a:t>
            </a:r>
            <a:r>
              <a:rPr sz="2000" spc="-14" dirty="0" smtClean="0">
                <a:latin typeface="Arial"/>
                <a:cs typeface="Arial"/>
              </a:rPr>
              <a:t>t</a:t>
            </a:r>
            <a:r>
              <a:rPr sz="2000" spc="4" dirty="0" smtClean="0">
                <a:latin typeface="Arial"/>
                <a:cs typeface="Arial"/>
              </a:rPr>
              <a:t>r</a:t>
            </a:r>
            <a:r>
              <a:rPr sz="2000" spc="0" dirty="0" smtClean="0">
                <a:latin typeface="Arial"/>
                <a:cs typeface="Arial"/>
              </a:rPr>
              <a:t>aje</a:t>
            </a:r>
            <a:r>
              <a:rPr sz="2000" spc="-14" dirty="0" smtClean="0">
                <a:latin typeface="Arial"/>
                <a:cs typeface="Arial"/>
              </a:rPr>
              <a:t>t</a:t>
            </a:r>
            <a:r>
              <a:rPr sz="2000" spc="0" dirty="0" smtClean="0">
                <a:latin typeface="Arial"/>
                <a:cs typeface="Arial"/>
              </a:rPr>
              <a:t>ó</a:t>
            </a:r>
            <a:r>
              <a:rPr sz="2000" spc="4" dirty="0" smtClean="0">
                <a:latin typeface="Arial"/>
                <a:cs typeface="Arial"/>
              </a:rPr>
              <a:t>r</a:t>
            </a:r>
            <a:r>
              <a:rPr sz="2000" spc="0" dirty="0" smtClean="0">
                <a:latin typeface="Arial"/>
                <a:cs typeface="Arial"/>
              </a:rPr>
              <a:t>i</a:t>
            </a:r>
            <a:r>
              <a:rPr sz="2000" spc="-9" dirty="0" smtClean="0">
                <a:latin typeface="Arial"/>
                <a:cs typeface="Arial"/>
              </a:rPr>
              <a:t>a</a:t>
            </a:r>
            <a:r>
              <a:rPr sz="2000" spc="0" dirty="0" smtClean="0">
                <a:latin typeface="Arial"/>
                <a:cs typeface="Arial"/>
              </a:rPr>
              <a:t>s</a:t>
            </a:r>
            <a:endParaRPr sz="20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581289" y="2132599"/>
            <a:ext cx="7985557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0" dirty="0" smtClean="0">
                <a:latin typeface="Arial"/>
                <a:cs typeface="Arial"/>
              </a:rPr>
              <a:t>i</a:t>
            </a:r>
            <a:r>
              <a:rPr sz="2000" spc="4" dirty="0" smtClean="0">
                <a:latin typeface="Arial"/>
                <a:cs typeface="Arial"/>
              </a:rPr>
              <a:t>rr</a:t>
            </a:r>
            <a:r>
              <a:rPr sz="2000" spc="-9" dirty="0" smtClean="0">
                <a:latin typeface="Arial"/>
                <a:cs typeface="Arial"/>
              </a:rPr>
              <a:t>e</a:t>
            </a:r>
            <a:r>
              <a:rPr sz="2000" spc="0" dirty="0" smtClean="0">
                <a:latin typeface="Arial"/>
                <a:cs typeface="Arial"/>
              </a:rPr>
              <a:t>gul</a:t>
            </a:r>
            <a:r>
              <a:rPr sz="2000" spc="-9" dirty="0" smtClean="0">
                <a:latin typeface="Arial"/>
                <a:cs typeface="Arial"/>
              </a:rPr>
              <a:t>a</a:t>
            </a:r>
            <a:r>
              <a:rPr sz="2000" spc="4" dirty="0" smtClean="0">
                <a:latin typeface="Arial"/>
                <a:cs typeface="Arial"/>
              </a:rPr>
              <a:t>r</a:t>
            </a:r>
            <a:r>
              <a:rPr sz="2000" spc="-9" dirty="0" smtClean="0">
                <a:latin typeface="Arial"/>
                <a:cs typeface="Arial"/>
              </a:rPr>
              <a:t>e</a:t>
            </a:r>
            <a:r>
              <a:rPr sz="2000" spc="4" dirty="0" smtClean="0">
                <a:latin typeface="Arial"/>
                <a:cs typeface="Arial"/>
              </a:rPr>
              <a:t>s</a:t>
            </a:r>
            <a:r>
              <a:rPr sz="2000" spc="0" dirty="0" smtClean="0">
                <a:latin typeface="Arial"/>
                <a:cs typeface="Arial"/>
              </a:rPr>
              <a:t>,</a:t>
            </a:r>
            <a:r>
              <a:rPr sz="2000" spc="280" dirty="0" smtClean="0">
                <a:latin typeface="Arial"/>
                <a:cs typeface="Arial"/>
              </a:rPr>
              <a:t> </a:t>
            </a:r>
            <a:r>
              <a:rPr sz="2000" spc="-4" dirty="0" smtClean="0">
                <a:latin typeface="Arial"/>
                <a:cs typeface="Arial"/>
              </a:rPr>
              <a:t>c</a:t>
            </a:r>
            <a:r>
              <a:rPr sz="2000" spc="0" dirty="0" smtClean="0">
                <a:latin typeface="Arial"/>
                <a:cs typeface="Arial"/>
              </a:rPr>
              <a:t>om</a:t>
            </a:r>
            <a:r>
              <a:rPr sz="2000" spc="305" dirty="0" smtClean="0">
                <a:latin typeface="Arial"/>
                <a:cs typeface="Arial"/>
              </a:rPr>
              <a:t> </a:t>
            </a:r>
            <a:r>
              <a:rPr sz="2000" spc="-14" dirty="0" smtClean="0">
                <a:latin typeface="Arial"/>
                <a:cs typeface="Arial"/>
              </a:rPr>
              <a:t>m</a:t>
            </a:r>
            <a:r>
              <a:rPr sz="2000" spc="0" dirty="0" smtClean="0">
                <a:latin typeface="Arial"/>
                <a:cs typeface="Arial"/>
              </a:rPr>
              <a:t>o</a:t>
            </a:r>
            <a:r>
              <a:rPr sz="2000" spc="-4" dirty="0" smtClean="0">
                <a:latin typeface="Arial"/>
                <a:cs typeface="Arial"/>
              </a:rPr>
              <a:t>v</a:t>
            </a:r>
            <a:r>
              <a:rPr sz="2000" spc="0" dirty="0" smtClean="0">
                <a:latin typeface="Arial"/>
                <a:cs typeface="Arial"/>
              </a:rPr>
              <a:t>ime</a:t>
            </a:r>
            <a:r>
              <a:rPr sz="2000" spc="-9" dirty="0" smtClean="0">
                <a:latin typeface="Arial"/>
                <a:cs typeface="Arial"/>
              </a:rPr>
              <a:t>n</a:t>
            </a:r>
            <a:r>
              <a:rPr sz="2000" spc="-4" dirty="0" smtClean="0">
                <a:latin typeface="Arial"/>
                <a:cs typeface="Arial"/>
              </a:rPr>
              <a:t>t</a:t>
            </a:r>
            <a:r>
              <a:rPr sz="2000" spc="0" dirty="0" smtClean="0">
                <a:latin typeface="Arial"/>
                <a:cs typeface="Arial"/>
              </a:rPr>
              <a:t>o</a:t>
            </a:r>
            <a:r>
              <a:rPr sz="2000" spc="311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alea</a:t>
            </a:r>
            <a:r>
              <a:rPr sz="2000" spc="-4" dirty="0" smtClean="0">
                <a:latin typeface="Arial"/>
                <a:cs typeface="Arial"/>
              </a:rPr>
              <a:t>t</a:t>
            </a:r>
            <a:r>
              <a:rPr sz="2000" spc="-9" dirty="0" smtClean="0">
                <a:latin typeface="Arial"/>
                <a:cs typeface="Arial"/>
              </a:rPr>
              <a:t>ó</a:t>
            </a:r>
            <a:r>
              <a:rPr sz="2000" spc="4" dirty="0" smtClean="0">
                <a:latin typeface="Arial"/>
                <a:cs typeface="Arial"/>
              </a:rPr>
              <a:t>r</a:t>
            </a:r>
            <a:r>
              <a:rPr sz="2000" spc="0" dirty="0" smtClean="0">
                <a:latin typeface="Arial"/>
                <a:cs typeface="Arial"/>
              </a:rPr>
              <a:t>io,</a:t>
            </a:r>
            <a:r>
              <a:rPr sz="2000" spc="291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p</a:t>
            </a:r>
            <a:r>
              <a:rPr sz="2000" spc="4" dirty="0" smtClean="0">
                <a:latin typeface="Arial"/>
                <a:cs typeface="Arial"/>
              </a:rPr>
              <a:t>r</a:t>
            </a:r>
            <a:r>
              <a:rPr sz="2000" spc="-9" dirty="0" smtClean="0">
                <a:latin typeface="Arial"/>
                <a:cs typeface="Arial"/>
              </a:rPr>
              <a:t>o</a:t>
            </a:r>
            <a:r>
              <a:rPr sz="2000" spc="0" dirty="0" smtClean="0">
                <a:latin typeface="Arial"/>
                <a:cs typeface="Arial"/>
              </a:rPr>
              <a:t>d</a:t>
            </a:r>
            <a:r>
              <a:rPr sz="2000" spc="-9" dirty="0" smtClean="0">
                <a:latin typeface="Arial"/>
                <a:cs typeface="Arial"/>
              </a:rPr>
              <a:t>u</a:t>
            </a:r>
            <a:r>
              <a:rPr sz="2000" spc="4" dirty="0" smtClean="0">
                <a:latin typeface="Arial"/>
                <a:cs typeface="Arial"/>
              </a:rPr>
              <a:t>z</a:t>
            </a:r>
            <a:r>
              <a:rPr sz="2000" spc="0" dirty="0" smtClean="0">
                <a:latin typeface="Arial"/>
                <a:cs typeface="Arial"/>
              </a:rPr>
              <a:t>indo</a:t>
            </a:r>
            <a:r>
              <a:rPr sz="2000" spc="311" dirty="0" smtClean="0">
                <a:latin typeface="Arial"/>
                <a:cs typeface="Arial"/>
              </a:rPr>
              <a:t> </a:t>
            </a:r>
            <a:r>
              <a:rPr sz="2000" spc="-9" dirty="0" smtClean="0">
                <a:latin typeface="Arial"/>
                <a:cs typeface="Arial"/>
              </a:rPr>
              <a:t>u</a:t>
            </a:r>
            <a:r>
              <a:rPr sz="2000" spc="4" dirty="0" smtClean="0">
                <a:latin typeface="Arial"/>
                <a:cs typeface="Arial"/>
              </a:rPr>
              <a:t>m</a:t>
            </a:r>
            <a:r>
              <a:rPr sz="2000" spc="0" dirty="0" smtClean="0">
                <a:latin typeface="Arial"/>
                <a:cs typeface="Arial"/>
              </a:rPr>
              <a:t>a</a:t>
            </a:r>
            <a:r>
              <a:rPr sz="2000" spc="311" dirty="0" smtClean="0">
                <a:latin typeface="Arial"/>
                <a:cs typeface="Arial"/>
              </a:rPr>
              <a:t> </a:t>
            </a:r>
            <a:r>
              <a:rPr sz="2000" spc="-14" dirty="0" smtClean="0">
                <a:latin typeface="Arial"/>
                <a:cs typeface="Arial"/>
              </a:rPr>
              <a:t>t</a:t>
            </a:r>
            <a:r>
              <a:rPr sz="2000" spc="4" dirty="0" smtClean="0">
                <a:latin typeface="Arial"/>
                <a:cs typeface="Arial"/>
              </a:rPr>
              <a:t>r</a:t>
            </a:r>
            <a:r>
              <a:rPr sz="2000" spc="0" dirty="0" smtClean="0">
                <a:latin typeface="Arial"/>
                <a:cs typeface="Arial"/>
              </a:rPr>
              <a:t>a</a:t>
            </a:r>
            <a:r>
              <a:rPr sz="2000" spc="-9" dirty="0" smtClean="0">
                <a:latin typeface="Arial"/>
                <a:cs typeface="Arial"/>
              </a:rPr>
              <a:t>n</a:t>
            </a:r>
            <a:r>
              <a:rPr sz="2000" spc="4" dirty="0" smtClean="0">
                <a:latin typeface="Arial"/>
                <a:cs typeface="Arial"/>
              </a:rPr>
              <a:t>s</a:t>
            </a:r>
            <a:r>
              <a:rPr sz="2000" spc="-14" dirty="0" smtClean="0">
                <a:latin typeface="Arial"/>
                <a:cs typeface="Arial"/>
              </a:rPr>
              <a:t>f</a:t>
            </a:r>
            <a:r>
              <a:rPr sz="2000" spc="0" dirty="0" smtClean="0">
                <a:latin typeface="Arial"/>
                <a:cs typeface="Arial"/>
              </a:rPr>
              <a:t>e</a:t>
            </a:r>
            <a:r>
              <a:rPr sz="2000" spc="-9" dirty="0" smtClean="0">
                <a:latin typeface="Arial"/>
                <a:cs typeface="Arial"/>
              </a:rPr>
              <a:t>rê</a:t>
            </a:r>
            <a:r>
              <a:rPr sz="2000" spc="0" dirty="0" smtClean="0">
                <a:latin typeface="Arial"/>
                <a:cs typeface="Arial"/>
              </a:rPr>
              <a:t>n</a:t>
            </a:r>
            <a:r>
              <a:rPr sz="2000" spc="4" dirty="0" smtClean="0">
                <a:latin typeface="Arial"/>
                <a:cs typeface="Arial"/>
              </a:rPr>
              <a:t>c</a:t>
            </a:r>
            <a:r>
              <a:rPr sz="2000" spc="0" dirty="0" smtClean="0">
                <a:latin typeface="Arial"/>
                <a:cs typeface="Arial"/>
              </a:rPr>
              <a:t>ia</a:t>
            </a:r>
            <a:endParaRPr sz="20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581289" y="2376439"/>
            <a:ext cx="7987201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0" dirty="0" smtClean="0">
                <a:latin typeface="Arial"/>
                <a:cs typeface="Arial"/>
              </a:rPr>
              <a:t>de</a:t>
            </a:r>
            <a:r>
              <a:rPr sz="2000" spc="380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qu</a:t>
            </a:r>
            <a:r>
              <a:rPr sz="2000" spc="-9" dirty="0" smtClean="0">
                <a:latin typeface="Arial"/>
                <a:cs typeface="Arial"/>
              </a:rPr>
              <a:t>a</a:t>
            </a:r>
            <a:r>
              <a:rPr sz="2000" spc="0" dirty="0" smtClean="0">
                <a:latin typeface="Arial"/>
                <a:cs typeface="Arial"/>
              </a:rPr>
              <a:t>n</a:t>
            </a:r>
            <a:r>
              <a:rPr sz="2000" spc="-4" dirty="0" smtClean="0">
                <a:latin typeface="Arial"/>
                <a:cs typeface="Arial"/>
              </a:rPr>
              <a:t>t</a:t>
            </a:r>
            <a:r>
              <a:rPr sz="2000" spc="0" dirty="0" smtClean="0">
                <a:latin typeface="Arial"/>
                <a:cs typeface="Arial"/>
              </a:rPr>
              <a:t>ida</a:t>
            </a:r>
            <a:r>
              <a:rPr sz="2000" spc="-9" dirty="0" smtClean="0">
                <a:latin typeface="Arial"/>
                <a:cs typeface="Arial"/>
              </a:rPr>
              <a:t>d</a:t>
            </a:r>
            <a:r>
              <a:rPr sz="2000" spc="0" dirty="0" smtClean="0">
                <a:latin typeface="Arial"/>
                <a:cs typeface="Arial"/>
              </a:rPr>
              <a:t>e</a:t>
            </a:r>
            <a:r>
              <a:rPr sz="2000" spc="380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de</a:t>
            </a:r>
            <a:r>
              <a:rPr sz="2000" spc="380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mo</a:t>
            </a:r>
            <a:r>
              <a:rPr sz="2000" spc="-4" dirty="0" smtClean="0">
                <a:latin typeface="Arial"/>
                <a:cs typeface="Arial"/>
              </a:rPr>
              <a:t>v</a:t>
            </a:r>
            <a:r>
              <a:rPr sz="2000" spc="0" dirty="0" smtClean="0">
                <a:latin typeface="Arial"/>
                <a:cs typeface="Arial"/>
              </a:rPr>
              <a:t>im</a:t>
            </a:r>
            <a:r>
              <a:rPr sz="2000" spc="-9" dirty="0" smtClean="0">
                <a:latin typeface="Arial"/>
                <a:cs typeface="Arial"/>
              </a:rPr>
              <a:t>e</a:t>
            </a:r>
            <a:r>
              <a:rPr sz="2000" spc="0" dirty="0" smtClean="0">
                <a:latin typeface="Arial"/>
                <a:cs typeface="Arial"/>
              </a:rPr>
              <a:t>n</a:t>
            </a:r>
            <a:r>
              <a:rPr sz="2000" spc="-4" dirty="0" smtClean="0">
                <a:latin typeface="Arial"/>
                <a:cs typeface="Arial"/>
              </a:rPr>
              <a:t>t</a:t>
            </a:r>
            <a:r>
              <a:rPr sz="2000" spc="0" dirty="0" smtClean="0">
                <a:latin typeface="Arial"/>
                <a:cs typeface="Arial"/>
              </a:rPr>
              <a:t>o</a:t>
            </a:r>
            <a:r>
              <a:rPr sz="2000" spc="380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en</a:t>
            </a:r>
            <a:r>
              <a:rPr sz="2000" spc="-14" dirty="0" smtClean="0">
                <a:latin typeface="Arial"/>
                <a:cs typeface="Arial"/>
              </a:rPr>
              <a:t>t</a:t>
            </a:r>
            <a:r>
              <a:rPr sz="2000" spc="4" dirty="0" smtClean="0">
                <a:latin typeface="Arial"/>
                <a:cs typeface="Arial"/>
              </a:rPr>
              <a:t>r</a:t>
            </a:r>
            <a:r>
              <a:rPr sz="2000" spc="0" dirty="0" smtClean="0">
                <a:latin typeface="Arial"/>
                <a:cs typeface="Arial"/>
              </a:rPr>
              <a:t>e</a:t>
            </a:r>
            <a:r>
              <a:rPr sz="2000" spc="370" dirty="0" smtClean="0">
                <a:latin typeface="Arial"/>
                <a:cs typeface="Arial"/>
              </a:rPr>
              <a:t> </a:t>
            </a:r>
            <a:r>
              <a:rPr sz="2000" spc="4" dirty="0" smtClean="0">
                <a:latin typeface="Arial"/>
                <a:cs typeface="Arial"/>
              </a:rPr>
              <a:t>r</a:t>
            </a:r>
            <a:r>
              <a:rPr sz="2000" spc="-9" dirty="0" smtClean="0">
                <a:latin typeface="Arial"/>
                <a:cs typeface="Arial"/>
              </a:rPr>
              <a:t>eg</a:t>
            </a:r>
            <a:r>
              <a:rPr sz="2000" spc="0" dirty="0" smtClean="0">
                <a:latin typeface="Arial"/>
                <a:cs typeface="Arial"/>
              </a:rPr>
              <a:t>iões</a:t>
            </a:r>
            <a:r>
              <a:rPr sz="2000" spc="386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de</a:t>
            </a:r>
            <a:r>
              <a:rPr sz="2000" spc="380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ma</a:t>
            </a:r>
            <a:r>
              <a:rPr sz="2000" spc="-4" dirty="0" smtClean="0">
                <a:latin typeface="Arial"/>
                <a:cs typeface="Arial"/>
              </a:rPr>
              <a:t>s</a:t>
            </a:r>
            <a:r>
              <a:rPr sz="2000" spc="4" dirty="0" smtClean="0">
                <a:latin typeface="Arial"/>
                <a:cs typeface="Arial"/>
              </a:rPr>
              <a:t>s</a:t>
            </a:r>
            <a:r>
              <a:rPr sz="2000" spc="0" dirty="0" smtClean="0">
                <a:latin typeface="Arial"/>
                <a:cs typeface="Arial"/>
              </a:rPr>
              <a:t>a</a:t>
            </a:r>
            <a:r>
              <a:rPr sz="2000" spc="391" dirty="0" smtClean="0">
                <a:latin typeface="Arial"/>
                <a:cs typeface="Arial"/>
              </a:rPr>
              <a:t> </a:t>
            </a:r>
            <a:r>
              <a:rPr sz="2000" spc="4" dirty="0" smtClean="0">
                <a:latin typeface="Arial"/>
                <a:cs typeface="Arial"/>
              </a:rPr>
              <a:t>l</a:t>
            </a:r>
            <a:r>
              <a:rPr sz="2000" spc="-4" dirty="0" smtClean="0">
                <a:latin typeface="Arial"/>
                <a:cs typeface="Arial"/>
              </a:rPr>
              <a:t>í</a:t>
            </a:r>
            <a:r>
              <a:rPr sz="2000" spc="0" dirty="0" smtClean="0">
                <a:latin typeface="Arial"/>
                <a:cs typeface="Arial"/>
              </a:rPr>
              <a:t>quida.</a:t>
            </a:r>
            <a:r>
              <a:rPr sz="2000" spc="386" dirty="0" smtClean="0">
                <a:latin typeface="Arial"/>
                <a:cs typeface="Arial"/>
              </a:rPr>
              <a:t> </a:t>
            </a:r>
            <a:r>
              <a:rPr sz="2000" spc="-14" dirty="0" smtClean="0">
                <a:latin typeface="Arial"/>
                <a:cs typeface="Arial"/>
              </a:rPr>
              <a:t>E</a:t>
            </a:r>
            <a:r>
              <a:rPr sz="2000" spc="4" dirty="0" smtClean="0">
                <a:latin typeface="Arial"/>
                <a:cs typeface="Arial"/>
              </a:rPr>
              <a:t>s</a:t>
            </a:r>
            <a:r>
              <a:rPr sz="2000" spc="-4" dirty="0" smtClean="0">
                <a:latin typeface="Arial"/>
                <a:cs typeface="Arial"/>
              </a:rPr>
              <a:t>t</a:t>
            </a:r>
            <a:r>
              <a:rPr sz="2000" spc="0" dirty="0" smtClean="0">
                <a:latin typeface="Arial"/>
                <a:cs typeface="Arial"/>
              </a:rPr>
              <a:t>e</a:t>
            </a:r>
            <a:endParaRPr sz="20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581289" y="2621803"/>
            <a:ext cx="1707249" cy="52374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920"/>
              </a:lnSpc>
              <a:spcBef>
                <a:spcPts val="281"/>
              </a:spcBef>
            </a:pPr>
            <a:r>
              <a:rPr sz="2000" spc="0" dirty="0" smtClean="0">
                <a:latin typeface="Arial"/>
                <a:cs typeface="Arial"/>
              </a:rPr>
              <a:t>e</a:t>
            </a:r>
            <a:r>
              <a:rPr sz="2000" spc="-4" dirty="0" smtClean="0">
                <a:latin typeface="Arial"/>
                <a:cs typeface="Arial"/>
              </a:rPr>
              <a:t>s</a:t>
            </a:r>
            <a:r>
              <a:rPr sz="2000" spc="4" dirty="0" smtClean="0">
                <a:latin typeface="Arial"/>
                <a:cs typeface="Arial"/>
              </a:rPr>
              <a:t>c</a:t>
            </a:r>
            <a:r>
              <a:rPr sz="2000" spc="0" dirty="0" smtClean="0">
                <a:latin typeface="Arial"/>
                <a:cs typeface="Arial"/>
              </a:rPr>
              <a:t>o</a:t>
            </a:r>
            <a:r>
              <a:rPr sz="2000" spc="-9" dirty="0" smtClean="0">
                <a:latin typeface="Arial"/>
                <a:cs typeface="Arial"/>
              </a:rPr>
              <a:t>a</a:t>
            </a:r>
            <a:r>
              <a:rPr sz="2000" spc="0" dirty="0" smtClean="0">
                <a:latin typeface="Arial"/>
                <a:cs typeface="Arial"/>
              </a:rPr>
              <a:t>men</a:t>
            </a:r>
            <a:r>
              <a:rPr sz="2000" spc="-14" dirty="0" smtClean="0">
                <a:latin typeface="Arial"/>
                <a:cs typeface="Arial"/>
              </a:rPr>
              <a:t>t</a:t>
            </a:r>
            <a:r>
              <a:rPr sz="2000" spc="0" dirty="0" smtClean="0">
                <a:latin typeface="Arial"/>
                <a:cs typeface="Arial"/>
              </a:rPr>
              <a:t>o</a:t>
            </a:r>
            <a:r>
              <a:rPr sz="2000" spc="330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é bai</a:t>
            </a:r>
            <a:r>
              <a:rPr sz="2000" spc="-4" dirty="0" smtClean="0">
                <a:latin typeface="Arial"/>
                <a:cs typeface="Arial"/>
              </a:rPr>
              <a:t>x</a:t>
            </a:r>
            <a:r>
              <a:rPr sz="2000" spc="0" dirty="0" smtClean="0">
                <a:latin typeface="Arial"/>
                <a:cs typeface="Arial"/>
              </a:rPr>
              <a:t>a.</a:t>
            </a:r>
            <a:endParaRPr sz="20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333695" y="2621803"/>
            <a:ext cx="6234711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4" dirty="0" smtClean="0">
                <a:latin typeface="Arial"/>
                <a:cs typeface="Arial"/>
              </a:rPr>
              <a:t>c</a:t>
            </a:r>
            <a:r>
              <a:rPr sz="2000" spc="-9" dirty="0" smtClean="0">
                <a:latin typeface="Arial"/>
                <a:cs typeface="Arial"/>
              </a:rPr>
              <a:t>o</a:t>
            </a:r>
            <a:r>
              <a:rPr sz="2000" spc="0" dirty="0" smtClean="0">
                <a:latin typeface="Arial"/>
                <a:cs typeface="Arial"/>
              </a:rPr>
              <a:t>mum</a:t>
            </a:r>
            <a:r>
              <a:rPr sz="2000" spc="330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na</a:t>
            </a:r>
            <a:r>
              <a:rPr sz="2000" spc="330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água,</a:t>
            </a:r>
            <a:r>
              <a:rPr sz="2000" spc="325" dirty="0" smtClean="0">
                <a:latin typeface="Arial"/>
                <a:cs typeface="Arial"/>
              </a:rPr>
              <a:t> </a:t>
            </a:r>
            <a:r>
              <a:rPr sz="2000" spc="4" dirty="0" smtClean="0">
                <a:latin typeface="Arial"/>
                <a:cs typeface="Arial"/>
              </a:rPr>
              <a:t>c</a:t>
            </a:r>
            <a:r>
              <a:rPr sz="2000" spc="0" dirty="0" smtClean="0">
                <a:latin typeface="Arial"/>
                <a:cs typeface="Arial"/>
              </a:rPr>
              <a:t>uja</a:t>
            </a:r>
            <a:r>
              <a:rPr sz="2000" spc="330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a</a:t>
            </a:r>
            <a:r>
              <a:rPr sz="2000" spc="355" dirty="0" smtClean="0">
                <a:latin typeface="Arial"/>
                <a:cs typeface="Arial"/>
              </a:rPr>
              <a:t> </a:t>
            </a:r>
            <a:r>
              <a:rPr sz="2000" spc="-4" dirty="0" smtClean="0">
                <a:latin typeface="Arial"/>
                <a:cs typeface="Arial"/>
              </a:rPr>
              <a:t>v</a:t>
            </a:r>
            <a:r>
              <a:rPr sz="2000" spc="0" dirty="0" smtClean="0">
                <a:latin typeface="Arial"/>
                <a:cs typeface="Arial"/>
              </a:rPr>
              <a:t>i</a:t>
            </a:r>
            <a:r>
              <a:rPr sz="2000" spc="4" dirty="0" smtClean="0">
                <a:latin typeface="Arial"/>
                <a:cs typeface="Arial"/>
              </a:rPr>
              <a:t>sc</a:t>
            </a:r>
            <a:r>
              <a:rPr sz="2000" spc="-9" dirty="0" smtClean="0">
                <a:latin typeface="Arial"/>
                <a:cs typeface="Arial"/>
              </a:rPr>
              <a:t>o</a:t>
            </a:r>
            <a:r>
              <a:rPr sz="2000" spc="4" dirty="0" smtClean="0">
                <a:latin typeface="Arial"/>
                <a:cs typeface="Arial"/>
              </a:rPr>
              <a:t>s</a:t>
            </a:r>
            <a:r>
              <a:rPr sz="2000" spc="0" dirty="0" smtClean="0">
                <a:latin typeface="Arial"/>
                <a:cs typeface="Arial"/>
              </a:rPr>
              <a:t>ida</a:t>
            </a:r>
            <a:r>
              <a:rPr sz="2000" spc="-9" dirty="0" smtClean="0">
                <a:latin typeface="Arial"/>
                <a:cs typeface="Arial"/>
              </a:rPr>
              <a:t>d</a:t>
            </a:r>
            <a:r>
              <a:rPr sz="2000" spc="0" dirty="0" smtClean="0">
                <a:latin typeface="Arial"/>
                <a:cs typeface="Arial"/>
              </a:rPr>
              <a:t>e</a:t>
            </a:r>
            <a:r>
              <a:rPr sz="2000" spc="355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e</a:t>
            </a:r>
            <a:r>
              <a:rPr sz="2000" spc="355" dirty="0" smtClean="0">
                <a:latin typeface="Arial"/>
                <a:cs typeface="Arial"/>
              </a:rPr>
              <a:t> </a:t>
            </a:r>
            <a:r>
              <a:rPr sz="2000" spc="-9" dirty="0" smtClean="0">
                <a:latin typeface="Arial"/>
                <a:cs typeface="Arial"/>
              </a:rPr>
              <a:t>r</a:t>
            </a:r>
            <a:r>
              <a:rPr sz="2000" spc="0" dirty="0" smtClean="0">
                <a:latin typeface="Arial"/>
                <a:cs typeface="Arial"/>
              </a:rPr>
              <a:t>e</a:t>
            </a:r>
            <a:r>
              <a:rPr sz="2000" spc="4" dirty="0" smtClean="0">
                <a:latin typeface="Arial"/>
                <a:cs typeface="Arial"/>
              </a:rPr>
              <a:t>l</a:t>
            </a:r>
            <a:r>
              <a:rPr sz="2000" spc="0" dirty="0" smtClean="0">
                <a:latin typeface="Arial"/>
                <a:cs typeface="Arial"/>
              </a:rPr>
              <a:t>a</a:t>
            </a:r>
            <a:r>
              <a:rPr sz="2000" spc="-4" dirty="0" smtClean="0">
                <a:latin typeface="Arial"/>
                <a:cs typeface="Arial"/>
              </a:rPr>
              <a:t>t</a:t>
            </a:r>
            <a:r>
              <a:rPr sz="2000" spc="0" dirty="0" smtClean="0">
                <a:latin typeface="Arial"/>
                <a:cs typeface="Arial"/>
              </a:rPr>
              <a:t>i</a:t>
            </a:r>
            <a:r>
              <a:rPr sz="2000" spc="-4" dirty="0" smtClean="0">
                <a:latin typeface="Arial"/>
                <a:cs typeface="Arial"/>
              </a:rPr>
              <a:t>v</a:t>
            </a:r>
            <a:r>
              <a:rPr sz="2000" spc="0" dirty="0" smtClean="0">
                <a:latin typeface="Arial"/>
                <a:cs typeface="Arial"/>
              </a:rPr>
              <a:t>amen</a:t>
            </a:r>
            <a:r>
              <a:rPr sz="2000" spc="-4" dirty="0" smtClean="0">
                <a:latin typeface="Arial"/>
                <a:cs typeface="Arial"/>
              </a:rPr>
              <a:t>t</a:t>
            </a:r>
            <a:r>
              <a:rPr sz="2000" spc="0" dirty="0" smtClean="0">
                <a:latin typeface="Arial"/>
                <a:cs typeface="Arial"/>
              </a:rPr>
              <a:t>e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10"/>
          <p:cNvSpPr/>
          <p:nvPr/>
        </p:nvSpPr>
        <p:spPr>
          <a:xfrm>
            <a:off x="2898525" y="2337816"/>
            <a:ext cx="5113020" cy="349910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309839" y="1010203"/>
            <a:ext cx="6638253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106" dirty="0" smtClean="0">
                <a:solidFill>
                  <a:srgbClr val="00CC65"/>
                </a:solidFill>
                <a:latin typeface="Arial"/>
                <a:cs typeface="Arial"/>
              </a:rPr>
              <a:t>V</a:t>
            </a:r>
            <a:r>
              <a:rPr sz="2800" spc="42" dirty="0" smtClean="0">
                <a:solidFill>
                  <a:srgbClr val="00CC65"/>
                </a:solidFill>
                <a:latin typeface="Arial"/>
                <a:cs typeface="Arial"/>
              </a:rPr>
              <a:t>i</a:t>
            </a:r>
            <a:r>
              <a:rPr sz="2800" spc="89" dirty="0" smtClean="0">
                <a:solidFill>
                  <a:srgbClr val="00CC65"/>
                </a:solidFill>
                <a:latin typeface="Arial"/>
                <a:cs typeface="Arial"/>
              </a:rPr>
              <a:t>s</a:t>
            </a:r>
            <a:r>
              <a:rPr sz="2800" spc="88" dirty="0" smtClean="0">
                <a:solidFill>
                  <a:srgbClr val="00CC65"/>
                </a:solidFill>
                <a:latin typeface="Arial"/>
                <a:cs typeface="Arial"/>
              </a:rPr>
              <a:t>u</a:t>
            </a:r>
            <a:r>
              <a:rPr sz="2800" spc="98" dirty="0" smtClean="0">
                <a:solidFill>
                  <a:srgbClr val="00CC65"/>
                </a:solidFill>
                <a:latin typeface="Arial"/>
                <a:cs typeface="Arial"/>
              </a:rPr>
              <a:t>a</a:t>
            </a:r>
            <a:r>
              <a:rPr sz="2800" spc="42" dirty="0" smtClean="0">
                <a:solidFill>
                  <a:srgbClr val="00CC65"/>
                </a:solidFill>
                <a:latin typeface="Arial"/>
                <a:cs typeface="Arial"/>
              </a:rPr>
              <a:t>li</a:t>
            </a:r>
            <a:r>
              <a:rPr sz="2800" spc="89" dirty="0" smtClean="0">
                <a:solidFill>
                  <a:srgbClr val="00CC65"/>
                </a:solidFill>
                <a:latin typeface="Arial"/>
                <a:cs typeface="Arial"/>
              </a:rPr>
              <a:t>z</a:t>
            </a:r>
            <a:r>
              <a:rPr sz="2800" spc="98" dirty="0" smtClean="0">
                <a:solidFill>
                  <a:srgbClr val="00CC65"/>
                </a:solidFill>
                <a:latin typeface="Arial"/>
                <a:cs typeface="Arial"/>
              </a:rPr>
              <a:t>a</a:t>
            </a:r>
            <a:r>
              <a:rPr sz="2800" spc="89" dirty="0" smtClean="0">
                <a:solidFill>
                  <a:srgbClr val="00CC65"/>
                </a:solidFill>
                <a:latin typeface="Arial"/>
                <a:cs typeface="Arial"/>
              </a:rPr>
              <a:t>ç</a:t>
            </a:r>
            <a:r>
              <a:rPr sz="2800" spc="98" dirty="0" smtClean="0">
                <a:solidFill>
                  <a:srgbClr val="00CC65"/>
                </a:solidFill>
                <a:latin typeface="Arial"/>
                <a:cs typeface="Arial"/>
              </a:rPr>
              <a:t>ã</a:t>
            </a:r>
            <a:r>
              <a:rPr sz="2800" spc="93" dirty="0" smtClean="0">
                <a:solidFill>
                  <a:srgbClr val="00CC65"/>
                </a:solidFill>
                <a:latin typeface="Arial"/>
                <a:cs typeface="Arial"/>
              </a:rPr>
              <a:t>o</a:t>
            </a:r>
            <a:r>
              <a:rPr sz="2800" spc="29" dirty="0" smtClean="0">
                <a:solidFill>
                  <a:srgbClr val="00CC65"/>
                </a:solidFill>
                <a:latin typeface="Arial"/>
                <a:cs typeface="Arial"/>
              </a:rPr>
              <a:t> </a:t>
            </a:r>
            <a:r>
              <a:rPr sz="2800" spc="9" dirty="0" smtClean="0">
                <a:solidFill>
                  <a:srgbClr val="00CC65"/>
                </a:solidFill>
                <a:latin typeface="Arial"/>
                <a:cs typeface="Arial"/>
              </a:rPr>
              <a:t>d</a:t>
            </a:r>
            <a:r>
              <a:rPr sz="2800" spc="0" dirty="0" smtClean="0">
                <a:solidFill>
                  <a:srgbClr val="00CC65"/>
                </a:solidFill>
                <a:latin typeface="Arial"/>
                <a:cs typeface="Arial"/>
              </a:rPr>
              <a:t>e</a:t>
            </a:r>
            <a:r>
              <a:rPr sz="2800" spc="124" dirty="0" smtClean="0">
                <a:solidFill>
                  <a:srgbClr val="00CC65"/>
                </a:solidFill>
                <a:latin typeface="Arial"/>
                <a:cs typeface="Arial"/>
              </a:rPr>
              <a:t> </a:t>
            </a:r>
            <a:r>
              <a:rPr sz="2800" spc="106" dirty="0" smtClean="0">
                <a:solidFill>
                  <a:srgbClr val="00CC65"/>
                </a:solidFill>
                <a:latin typeface="Arial"/>
                <a:cs typeface="Arial"/>
              </a:rPr>
              <a:t>E</a:t>
            </a:r>
            <a:r>
              <a:rPr sz="2800" spc="89" dirty="0" smtClean="0">
                <a:solidFill>
                  <a:srgbClr val="00CC65"/>
                </a:solidFill>
                <a:latin typeface="Arial"/>
                <a:cs typeface="Arial"/>
              </a:rPr>
              <a:t>sc</a:t>
            </a:r>
            <a:r>
              <a:rPr sz="2800" spc="88" dirty="0" smtClean="0">
                <a:solidFill>
                  <a:srgbClr val="00CC65"/>
                </a:solidFill>
                <a:latin typeface="Arial"/>
                <a:cs typeface="Arial"/>
              </a:rPr>
              <a:t>o</a:t>
            </a:r>
            <a:r>
              <a:rPr sz="2800" spc="109" dirty="0" smtClean="0">
                <a:solidFill>
                  <a:srgbClr val="00CC65"/>
                </a:solidFill>
                <a:latin typeface="Arial"/>
                <a:cs typeface="Arial"/>
              </a:rPr>
              <a:t>a</a:t>
            </a:r>
            <a:r>
              <a:rPr sz="2800" spc="134" dirty="0" smtClean="0">
                <a:solidFill>
                  <a:srgbClr val="00CC65"/>
                </a:solidFill>
                <a:latin typeface="Arial"/>
                <a:cs typeface="Arial"/>
              </a:rPr>
              <a:t>m</a:t>
            </a:r>
            <a:r>
              <a:rPr sz="2800" spc="109" dirty="0" smtClean="0">
                <a:solidFill>
                  <a:srgbClr val="00CC65"/>
                </a:solidFill>
                <a:latin typeface="Arial"/>
                <a:cs typeface="Arial"/>
              </a:rPr>
              <a:t>e</a:t>
            </a:r>
            <a:r>
              <a:rPr sz="2800" spc="103" dirty="0" smtClean="0">
                <a:solidFill>
                  <a:srgbClr val="00CC65"/>
                </a:solidFill>
                <a:latin typeface="Arial"/>
                <a:cs typeface="Arial"/>
              </a:rPr>
              <a:t>n</a:t>
            </a:r>
            <a:r>
              <a:rPr sz="2800" spc="51" dirty="0" smtClean="0">
                <a:solidFill>
                  <a:srgbClr val="00CC65"/>
                </a:solidFill>
                <a:latin typeface="Arial"/>
                <a:cs typeface="Arial"/>
              </a:rPr>
              <a:t>t</a:t>
            </a:r>
            <a:r>
              <a:rPr sz="2800" spc="88" dirty="0" smtClean="0">
                <a:solidFill>
                  <a:srgbClr val="00CC65"/>
                </a:solidFill>
                <a:latin typeface="Arial"/>
                <a:cs typeface="Arial"/>
              </a:rPr>
              <a:t>o</a:t>
            </a:r>
            <a:r>
              <a:rPr sz="2800" spc="83" dirty="0" smtClean="0">
                <a:solidFill>
                  <a:srgbClr val="00CC65"/>
                </a:solidFill>
                <a:latin typeface="Arial"/>
                <a:cs typeface="Arial"/>
              </a:rPr>
              <a:t>s</a:t>
            </a:r>
            <a:r>
              <a:rPr sz="2800" spc="100" dirty="0" smtClean="0">
                <a:solidFill>
                  <a:srgbClr val="00CC65"/>
                </a:solidFill>
                <a:latin typeface="Arial"/>
                <a:cs typeface="Arial"/>
              </a:rPr>
              <a:t> </a:t>
            </a:r>
            <a:r>
              <a:rPr sz="2800" spc="150" dirty="0" smtClean="0">
                <a:solidFill>
                  <a:srgbClr val="00CC65"/>
                </a:solidFill>
                <a:latin typeface="Arial"/>
                <a:cs typeface="Arial"/>
              </a:rPr>
              <a:t>L</a:t>
            </a:r>
            <a:r>
              <a:rPr sz="2800" spc="-10" dirty="0" smtClean="0">
                <a:solidFill>
                  <a:srgbClr val="00CC65"/>
                </a:solidFill>
                <a:latin typeface="Arial"/>
                <a:cs typeface="Arial"/>
              </a:rPr>
              <a:t>a</a:t>
            </a:r>
            <a:r>
              <a:rPr sz="2800" spc="134" dirty="0" smtClean="0">
                <a:solidFill>
                  <a:srgbClr val="00CC65"/>
                </a:solidFill>
                <a:latin typeface="Arial"/>
                <a:cs typeface="Arial"/>
              </a:rPr>
              <a:t>m</a:t>
            </a:r>
            <a:r>
              <a:rPr sz="2800" spc="160" dirty="0" smtClean="0">
                <a:solidFill>
                  <a:srgbClr val="00CC65"/>
                </a:solidFill>
                <a:latin typeface="Arial"/>
                <a:cs typeface="Arial"/>
              </a:rPr>
              <a:t>i</a:t>
            </a:r>
            <a:r>
              <a:rPr sz="2800" spc="135" dirty="0" smtClean="0">
                <a:solidFill>
                  <a:srgbClr val="00CC65"/>
                </a:solidFill>
                <a:latin typeface="Arial"/>
                <a:cs typeface="Arial"/>
              </a:rPr>
              <a:t>n</a:t>
            </a:r>
            <a:r>
              <a:rPr sz="2800" spc="-10" dirty="0" smtClean="0">
                <a:solidFill>
                  <a:srgbClr val="00CC65"/>
                </a:solidFill>
                <a:latin typeface="Arial"/>
                <a:cs typeface="Arial"/>
              </a:rPr>
              <a:t>a</a:t>
            </a:r>
            <a:r>
              <a:rPr sz="2800" spc="149" dirty="0" smtClean="0">
                <a:solidFill>
                  <a:srgbClr val="00CC65"/>
                </a:solidFill>
                <a:latin typeface="Arial"/>
                <a:cs typeface="Arial"/>
              </a:rPr>
              <a:t>r</a:t>
            </a:r>
            <a:endParaRPr sz="28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956212" y="1010203"/>
            <a:ext cx="288957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0" dirty="0" smtClean="0">
                <a:solidFill>
                  <a:srgbClr val="00CC65"/>
                </a:solidFill>
                <a:latin typeface="Arial"/>
                <a:cs typeface="Arial"/>
              </a:rPr>
              <a:t>e</a:t>
            </a:r>
            <a:endParaRPr sz="28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310012" y="1438447"/>
            <a:ext cx="1949959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-22" dirty="0" smtClean="0">
                <a:solidFill>
                  <a:srgbClr val="00CC65"/>
                </a:solidFill>
                <a:latin typeface="Arial"/>
                <a:cs typeface="Arial"/>
              </a:rPr>
              <a:t>T</a:t>
            </a:r>
            <a:r>
              <a:rPr sz="2800" spc="135" dirty="0" smtClean="0">
                <a:solidFill>
                  <a:srgbClr val="00CC65"/>
                </a:solidFill>
                <a:latin typeface="Arial"/>
                <a:cs typeface="Arial"/>
              </a:rPr>
              <a:t>u</a:t>
            </a:r>
            <a:r>
              <a:rPr sz="2800" spc="164" dirty="0" smtClean="0">
                <a:solidFill>
                  <a:srgbClr val="00CC65"/>
                </a:solidFill>
                <a:latin typeface="Arial"/>
                <a:cs typeface="Arial"/>
              </a:rPr>
              <a:t>r</a:t>
            </a:r>
            <a:r>
              <a:rPr sz="2800" spc="135" dirty="0" smtClean="0">
                <a:solidFill>
                  <a:srgbClr val="00CC65"/>
                </a:solidFill>
                <a:latin typeface="Arial"/>
                <a:cs typeface="Arial"/>
              </a:rPr>
              <a:t>bu</a:t>
            </a:r>
            <a:r>
              <a:rPr sz="2800" spc="160" dirty="0" smtClean="0">
                <a:solidFill>
                  <a:srgbClr val="00CC65"/>
                </a:solidFill>
                <a:latin typeface="Arial"/>
                <a:cs typeface="Arial"/>
              </a:rPr>
              <a:t>l</a:t>
            </a:r>
            <a:r>
              <a:rPr sz="2800" spc="0" dirty="0" smtClean="0">
                <a:solidFill>
                  <a:srgbClr val="00CC65"/>
                </a:solidFill>
                <a:latin typeface="Arial"/>
                <a:cs typeface="Arial"/>
              </a:rPr>
              <a:t>e</a:t>
            </a:r>
            <a:r>
              <a:rPr sz="2800" spc="150" dirty="0" smtClean="0">
                <a:solidFill>
                  <a:srgbClr val="00CC65"/>
                </a:solidFill>
                <a:latin typeface="Arial"/>
                <a:cs typeface="Arial"/>
              </a:rPr>
              <a:t>n</a:t>
            </a:r>
            <a:r>
              <a:rPr sz="2800" spc="152" dirty="0" smtClean="0">
                <a:solidFill>
                  <a:srgbClr val="00CC65"/>
                </a:solidFill>
                <a:latin typeface="Arial"/>
                <a:cs typeface="Arial"/>
              </a:rPr>
              <a:t>t</a:t>
            </a:r>
            <a:r>
              <a:rPr sz="2800" spc="140" dirty="0" smtClean="0">
                <a:solidFill>
                  <a:srgbClr val="00CC65"/>
                </a:solidFill>
                <a:latin typeface="Arial"/>
                <a:cs typeface="Arial"/>
              </a:rPr>
              <a:t>o</a:t>
            </a:r>
            <a:endParaRPr sz="28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267168" y="1438447"/>
            <a:ext cx="605336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-10" dirty="0" smtClean="0">
                <a:solidFill>
                  <a:srgbClr val="00CC65"/>
                </a:solidFill>
                <a:latin typeface="Arial"/>
                <a:cs typeface="Arial"/>
              </a:rPr>
              <a:t>e</a:t>
            </a:r>
            <a:r>
              <a:rPr sz="2800" spc="139" dirty="0" smtClean="0">
                <a:solidFill>
                  <a:srgbClr val="00CC65"/>
                </a:solidFill>
                <a:latin typeface="Arial"/>
                <a:cs typeface="Arial"/>
              </a:rPr>
              <a:t>m</a:t>
            </a:r>
            <a:endParaRPr sz="28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879762" y="1438447"/>
            <a:ext cx="1159384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-7" dirty="0" smtClean="0">
                <a:solidFill>
                  <a:srgbClr val="00CC65"/>
                </a:solidFill>
                <a:latin typeface="Arial"/>
                <a:cs typeface="Arial"/>
              </a:rPr>
              <a:t>T</a:t>
            </a:r>
            <a:r>
              <a:rPr sz="2800" spc="150" dirty="0" smtClean="0">
                <a:solidFill>
                  <a:srgbClr val="00CC65"/>
                </a:solidFill>
                <a:latin typeface="Arial"/>
                <a:cs typeface="Arial"/>
              </a:rPr>
              <a:t>u</a:t>
            </a:r>
            <a:r>
              <a:rPr sz="2800" spc="135" dirty="0" smtClean="0">
                <a:solidFill>
                  <a:srgbClr val="00CC65"/>
                </a:solidFill>
                <a:latin typeface="Arial"/>
                <a:cs typeface="Arial"/>
              </a:rPr>
              <a:t>b</a:t>
            </a:r>
            <a:r>
              <a:rPr sz="2800" spc="150" dirty="0" smtClean="0">
                <a:solidFill>
                  <a:srgbClr val="00CC65"/>
                </a:solidFill>
                <a:latin typeface="Arial"/>
                <a:cs typeface="Arial"/>
              </a:rPr>
              <a:t>o</a:t>
            </a:r>
            <a:r>
              <a:rPr sz="2800" spc="153" dirty="0" smtClean="0">
                <a:solidFill>
                  <a:srgbClr val="00CC65"/>
                </a:solidFill>
                <a:latin typeface="Arial"/>
                <a:cs typeface="Arial"/>
              </a:rPr>
              <a:t>s</a:t>
            </a:r>
            <a:endParaRPr sz="28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047374" y="1438447"/>
            <a:ext cx="1753581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-22" dirty="0" smtClean="0">
                <a:solidFill>
                  <a:srgbClr val="00CC65"/>
                </a:solidFill>
                <a:latin typeface="Arial"/>
                <a:cs typeface="Arial"/>
              </a:rPr>
              <a:t>F</a:t>
            </a:r>
            <a:r>
              <a:rPr sz="2800" spc="-10" dirty="0" smtClean="0">
                <a:solidFill>
                  <a:srgbClr val="00CC65"/>
                </a:solidFill>
                <a:latin typeface="Arial"/>
                <a:cs typeface="Arial"/>
              </a:rPr>
              <a:t>e</a:t>
            </a:r>
            <a:r>
              <a:rPr sz="2800" spc="168" dirty="0" smtClean="0">
                <a:solidFill>
                  <a:srgbClr val="00CC65"/>
                </a:solidFill>
                <a:latin typeface="Arial"/>
                <a:cs typeface="Arial"/>
              </a:rPr>
              <a:t>c</a:t>
            </a:r>
            <a:r>
              <a:rPr sz="2800" spc="135" dirty="0" smtClean="0">
                <a:solidFill>
                  <a:srgbClr val="00CC65"/>
                </a:solidFill>
                <a:latin typeface="Arial"/>
                <a:cs typeface="Arial"/>
              </a:rPr>
              <a:t>h</a:t>
            </a:r>
            <a:r>
              <a:rPr sz="2800" spc="0" dirty="0" smtClean="0">
                <a:solidFill>
                  <a:srgbClr val="00CC65"/>
                </a:solidFill>
                <a:latin typeface="Arial"/>
                <a:cs typeface="Arial"/>
              </a:rPr>
              <a:t>a</a:t>
            </a:r>
            <a:r>
              <a:rPr sz="2800" spc="135" dirty="0" smtClean="0">
                <a:solidFill>
                  <a:srgbClr val="00CC65"/>
                </a:solidFill>
                <a:latin typeface="Arial"/>
                <a:cs typeface="Arial"/>
              </a:rPr>
              <a:t>d</a:t>
            </a:r>
            <a:r>
              <a:rPr sz="2800" spc="150" dirty="0" smtClean="0">
                <a:solidFill>
                  <a:srgbClr val="00CC65"/>
                </a:solidFill>
                <a:latin typeface="Arial"/>
                <a:cs typeface="Arial"/>
              </a:rPr>
              <a:t>o</a:t>
            </a:r>
            <a:r>
              <a:rPr sz="2800" spc="153" dirty="0" smtClean="0">
                <a:solidFill>
                  <a:srgbClr val="00CC65"/>
                </a:solidFill>
                <a:latin typeface="Arial"/>
                <a:cs typeface="Arial"/>
              </a:rPr>
              <a:t>s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12"/>
          <p:cNvSpPr txBox="1"/>
          <p:nvPr/>
        </p:nvSpPr>
        <p:spPr>
          <a:xfrm>
            <a:off x="1310017" y="1034143"/>
            <a:ext cx="4680200" cy="4825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779"/>
              </a:lnSpc>
              <a:spcBef>
                <a:spcPts val="189"/>
              </a:spcBef>
            </a:pPr>
            <a:r>
              <a:rPr sz="3600" spc="0" dirty="0" smtClean="0">
                <a:solidFill>
                  <a:srgbClr val="00CC65"/>
                </a:solidFill>
                <a:latin typeface="Arial"/>
                <a:cs typeface="Arial"/>
              </a:rPr>
              <a:t>N</a:t>
            </a:r>
            <a:r>
              <a:rPr sz="3600" spc="-4" dirty="0" smtClean="0">
                <a:solidFill>
                  <a:srgbClr val="00CC65"/>
                </a:solidFill>
                <a:latin typeface="Arial"/>
                <a:cs typeface="Arial"/>
              </a:rPr>
              <a:t>ú</a:t>
            </a:r>
            <a:r>
              <a:rPr sz="3600" spc="0" dirty="0" smtClean="0">
                <a:solidFill>
                  <a:srgbClr val="00CC65"/>
                </a:solidFill>
                <a:latin typeface="Arial"/>
                <a:cs typeface="Arial"/>
              </a:rPr>
              <a:t>me</a:t>
            </a:r>
            <a:r>
              <a:rPr sz="3600" spc="-9" dirty="0" smtClean="0">
                <a:solidFill>
                  <a:srgbClr val="00CC65"/>
                </a:solidFill>
                <a:latin typeface="Arial"/>
                <a:cs typeface="Arial"/>
              </a:rPr>
              <a:t>r</a:t>
            </a:r>
            <a:r>
              <a:rPr sz="3600" spc="0" dirty="0" smtClean="0">
                <a:solidFill>
                  <a:srgbClr val="00CC65"/>
                </a:solidFill>
                <a:latin typeface="Arial"/>
                <a:cs typeface="Arial"/>
              </a:rPr>
              <a:t>o</a:t>
            </a:r>
            <a:r>
              <a:rPr sz="3600" spc="731" dirty="0" smtClean="0">
                <a:solidFill>
                  <a:srgbClr val="00CC65"/>
                </a:solidFill>
                <a:latin typeface="Arial"/>
                <a:cs typeface="Arial"/>
              </a:rPr>
              <a:t> </a:t>
            </a:r>
            <a:r>
              <a:rPr sz="3600" spc="-4" dirty="0" smtClean="0">
                <a:solidFill>
                  <a:srgbClr val="00CC65"/>
                </a:solidFill>
                <a:latin typeface="Arial"/>
                <a:cs typeface="Arial"/>
              </a:rPr>
              <a:t>d</a:t>
            </a:r>
            <a:r>
              <a:rPr sz="3600" spc="0" dirty="0" smtClean="0">
                <a:solidFill>
                  <a:srgbClr val="00CC65"/>
                </a:solidFill>
                <a:latin typeface="Arial"/>
                <a:cs typeface="Arial"/>
              </a:rPr>
              <a:t>e</a:t>
            </a:r>
            <a:r>
              <a:rPr sz="3600" spc="180" dirty="0" smtClean="0">
                <a:solidFill>
                  <a:srgbClr val="00CC65"/>
                </a:solidFill>
                <a:latin typeface="Arial"/>
                <a:cs typeface="Arial"/>
              </a:rPr>
              <a:t> </a:t>
            </a:r>
            <a:r>
              <a:rPr sz="3600" spc="14" dirty="0" smtClean="0">
                <a:solidFill>
                  <a:srgbClr val="00CC65"/>
                </a:solidFill>
                <a:latin typeface="Arial"/>
                <a:cs typeface="Arial"/>
              </a:rPr>
              <a:t>R</a:t>
            </a:r>
            <a:r>
              <a:rPr sz="3600" spc="0" dirty="0" smtClean="0">
                <a:solidFill>
                  <a:srgbClr val="00CC65"/>
                </a:solidFill>
                <a:latin typeface="Arial"/>
                <a:cs typeface="Arial"/>
              </a:rPr>
              <a:t>e</a:t>
            </a:r>
            <a:r>
              <a:rPr sz="3600" spc="197" dirty="0" smtClean="0">
                <a:solidFill>
                  <a:srgbClr val="00CC65"/>
                </a:solidFill>
                <a:latin typeface="Arial"/>
                <a:cs typeface="Arial"/>
              </a:rPr>
              <a:t>y</a:t>
            </a:r>
            <a:r>
              <a:rPr sz="3600" spc="175" dirty="0" smtClean="0">
                <a:solidFill>
                  <a:srgbClr val="00CC65"/>
                </a:solidFill>
                <a:latin typeface="Arial"/>
                <a:cs typeface="Arial"/>
              </a:rPr>
              <a:t>no</a:t>
            </a:r>
            <a:r>
              <a:rPr sz="3600" spc="194" dirty="0" smtClean="0">
                <a:solidFill>
                  <a:srgbClr val="00CC65"/>
                </a:solidFill>
                <a:latin typeface="Arial"/>
                <a:cs typeface="Arial"/>
              </a:rPr>
              <a:t>l</a:t>
            </a:r>
            <a:r>
              <a:rPr sz="3600" spc="190" dirty="0" smtClean="0">
                <a:solidFill>
                  <a:srgbClr val="00CC65"/>
                </a:solidFill>
                <a:latin typeface="Arial"/>
                <a:cs typeface="Arial"/>
              </a:rPr>
              <a:t>d</a:t>
            </a:r>
            <a:r>
              <a:rPr sz="3600" spc="197" dirty="0" smtClean="0">
                <a:solidFill>
                  <a:srgbClr val="00CC65"/>
                </a:solidFill>
                <a:latin typeface="Arial"/>
                <a:cs typeface="Arial"/>
              </a:rPr>
              <a:t>s</a:t>
            </a:r>
            <a:endParaRPr sz="36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581289" y="1709719"/>
            <a:ext cx="367717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0" dirty="0" smtClean="0">
                <a:latin typeface="Arial"/>
                <a:cs typeface="Arial"/>
              </a:rPr>
              <a:t>O</a:t>
            </a:r>
            <a:endParaRPr sz="28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029462" y="1709719"/>
            <a:ext cx="1299197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4" dirty="0" smtClean="0">
                <a:latin typeface="Arial"/>
                <a:cs typeface="Arial"/>
              </a:rPr>
              <a:t>nú</a:t>
            </a:r>
            <a:r>
              <a:rPr sz="2800" spc="0" dirty="0" smtClean="0">
                <a:latin typeface="Arial"/>
                <a:cs typeface="Arial"/>
              </a:rPr>
              <a:t>m</a:t>
            </a:r>
            <a:r>
              <a:rPr sz="2800" spc="4" dirty="0" smtClean="0">
                <a:latin typeface="Arial"/>
                <a:cs typeface="Arial"/>
              </a:rPr>
              <a:t>e</a:t>
            </a:r>
            <a:r>
              <a:rPr sz="2800" spc="14" dirty="0" smtClean="0">
                <a:latin typeface="Arial"/>
                <a:cs typeface="Arial"/>
              </a:rPr>
              <a:t>r</a:t>
            </a:r>
            <a:r>
              <a:rPr sz="2800" spc="0" dirty="0" smtClean="0">
                <a:latin typeface="Arial"/>
                <a:cs typeface="Arial"/>
              </a:rPr>
              <a:t>o</a:t>
            </a:r>
            <a:endParaRPr sz="28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411562" y="1709719"/>
            <a:ext cx="487022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4" dirty="0" smtClean="0">
                <a:latin typeface="Arial"/>
                <a:cs typeface="Arial"/>
              </a:rPr>
              <a:t>d</a:t>
            </a:r>
            <a:r>
              <a:rPr sz="2800" spc="0" dirty="0" smtClean="0">
                <a:latin typeface="Arial"/>
                <a:cs typeface="Arial"/>
              </a:rPr>
              <a:t>e</a:t>
            </a:r>
            <a:endParaRPr sz="28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981487" y="1709719"/>
            <a:ext cx="1576258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-4" dirty="0" smtClean="0">
                <a:latin typeface="Arial"/>
                <a:cs typeface="Arial"/>
              </a:rPr>
              <a:t>R</a:t>
            </a:r>
            <a:r>
              <a:rPr sz="2800" spc="14" dirty="0" smtClean="0">
                <a:latin typeface="Arial"/>
                <a:cs typeface="Arial"/>
              </a:rPr>
              <a:t>e</a:t>
            </a:r>
            <a:r>
              <a:rPr sz="2800" spc="4" dirty="0" smtClean="0">
                <a:latin typeface="Arial"/>
                <a:cs typeface="Arial"/>
              </a:rPr>
              <a:t>yno</a:t>
            </a:r>
            <a:r>
              <a:rPr sz="2800" spc="0" dirty="0" smtClean="0">
                <a:latin typeface="Arial"/>
                <a:cs typeface="Arial"/>
              </a:rPr>
              <a:t>l</a:t>
            </a:r>
            <a:r>
              <a:rPr sz="2800" spc="4" dirty="0" smtClean="0">
                <a:latin typeface="Arial"/>
                <a:cs typeface="Arial"/>
              </a:rPr>
              <a:t>d</a:t>
            </a:r>
            <a:r>
              <a:rPr sz="2800" spc="0" dirty="0" smtClean="0">
                <a:latin typeface="Arial"/>
                <a:cs typeface="Arial"/>
              </a:rPr>
              <a:t>s</a:t>
            </a:r>
            <a:endParaRPr sz="28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640839" y="1709719"/>
            <a:ext cx="1774516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4" dirty="0" smtClean="0">
                <a:latin typeface="Arial"/>
                <a:cs typeface="Arial"/>
              </a:rPr>
              <a:t>(abrev</a:t>
            </a:r>
            <a:r>
              <a:rPr sz="2800" spc="0" dirty="0" smtClean="0">
                <a:latin typeface="Arial"/>
                <a:cs typeface="Arial"/>
              </a:rPr>
              <a:t>i</a:t>
            </a:r>
            <a:r>
              <a:rPr sz="2800" spc="4" dirty="0" smtClean="0">
                <a:latin typeface="Arial"/>
                <a:cs typeface="Arial"/>
              </a:rPr>
              <a:t>ad</a:t>
            </a:r>
            <a:r>
              <a:rPr sz="2800" spc="0" dirty="0" smtClean="0">
                <a:latin typeface="Arial"/>
                <a:cs typeface="Arial"/>
              </a:rPr>
              <a:t>o</a:t>
            </a:r>
            <a:endParaRPr sz="28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498258" y="1709719"/>
            <a:ext cx="960982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4" dirty="0" smtClean="0">
                <a:latin typeface="Arial"/>
                <a:cs typeface="Arial"/>
              </a:rPr>
              <a:t>co</a:t>
            </a:r>
            <a:r>
              <a:rPr sz="2800" spc="0" dirty="0" smtClean="0">
                <a:latin typeface="Arial"/>
                <a:cs typeface="Arial"/>
              </a:rPr>
              <a:t>mo</a:t>
            </a:r>
            <a:endParaRPr sz="28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542897" y="1709719"/>
            <a:ext cx="665350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-4" dirty="0" smtClean="0">
                <a:latin typeface="Arial"/>
                <a:cs typeface="Arial"/>
              </a:rPr>
              <a:t>R</a:t>
            </a:r>
            <a:r>
              <a:rPr sz="2800" spc="14" dirty="0" smtClean="0">
                <a:latin typeface="Arial"/>
                <a:cs typeface="Arial"/>
              </a:rPr>
              <a:t>e</a:t>
            </a:r>
            <a:r>
              <a:rPr sz="2800" spc="0" dirty="0" smtClean="0">
                <a:latin typeface="Arial"/>
                <a:cs typeface="Arial"/>
              </a:rPr>
              <a:t>)</a:t>
            </a:r>
            <a:endParaRPr sz="28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9291234" y="1709719"/>
            <a:ext cx="288957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0" dirty="0" smtClean="0">
                <a:latin typeface="Arial"/>
                <a:cs typeface="Arial"/>
              </a:rPr>
              <a:t>é</a:t>
            </a:r>
            <a:endParaRPr sz="28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238384" y="1781443"/>
            <a:ext cx="277329" cy="2920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245"/>
              </a:lnSpc>
              <a:spcBef>
                <a:spcPts val="112"/>
              </a:spcBef>
            </a:pPr>
            <a:r>
              <a:rPr sz="2100" spc="291" dirty="0" smtClean="0">
                <a:solidFill>
                  <a:srgbClr val="65FF32"/>
                </a:solidFill>
                <a:latin typeface="Arial"/>
                <a:cs typeface="Arial"/>
              </a:rPr>
              <a:t>□</a:t>
            </a:r>
            <a:endParaRPr sz="21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581290" y="2136438"/>
            <a:ext cx="2017001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  <a:tabLst>
                <a:tab pos="723900" algn="l"/>
              </a:tabLst>
            </a:pPr>
            <a:r>
              <a:rPr sz="2800" spc="4" dirty="0" smtClean="0">
                <a:latin typeface="Arial"/>
                <a:cs typeface="Arial"/>
              </a:rPr>
              <a:t>u</a:t>
            </a:r>
            <a:r>
              <a:rPr sz="2800" spc="0" dirty="0" smtClean="0">
                <a:latin typeface="Arial"/>
                <a:cs typeface="Arial"/>
              </a:rPr>
              <a:t>m	</a:t>
            </a:r>
            <a:r>
              <a:rPr sz="2800" spc="4" dirty="0" smtClean="0">
                <a:latin typeface="Arial"/>
                <a:cs typeface="Arial"/>
              </a:rPr>
              <a:t>n</a:t>
            </a:r>
            <a:r>
              <a:rPr sz="2800" spc="14" dirty="0" smtClean="0">
                <a:latin typeface="Arial"/>
                <a:cs typeface="Arial"/>
              </a:rPr>
              <a:t>ú</a:t>
            </a:r>
            <a:r>
              <a:rPr sz="2800" spc="9" dirty="0" smtClean="0">
                <a:latin typeface="Arial"/>
                <a:cs typeface="Arial"/>
              </a:rPr>
              <a:t>m</a:t>
            </a:r>
            <a:r>
              <a:rPr sz="2800" spc="4" dirty="0" smtClean="0">
                <a:latin typeface="Arial"/>
                <a:cs typeface="Arial"/>
              </a:rPr>
              <a:t>er</a:t>
            </a:r>
            <a:r>
              <a:rPr sz="2800" spc="0" dirty="0" smtClean="0">
                <a:latin typeface="Arial"/>
                <a:cs typeface="Arial"/>
              </a:rPr>
              <a:t>o</a:t>
            </a:r>
            <a:endParaRPr sz="28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729961" y="2136438"/>
            <a:ext cx="2192136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4" dirty="0" smtClean="0">
                <a:latin typeface="Arial"/>
                <a:cs typeface="Arial"/>
              </a:rPr>
              <a:t>ad</a:t>
            </a:r>
            <a:r>
              <a:rPr sz="2800" spc="14" dirty="0" smtClean="0">
                <a:latin typeface="Arial"/>
                <a:cs typeface="Arial"/>
              </a:rPr>
              <a:t>i</a:t>
            </a:r>
            <a:r>
              <a:rPr sz="2800" spc="9" dirty="0" smtClean="0">
                <a:latin typeface="Arial"/>
                <a:cs typeface="Arial"/>
              </a:rPr>
              <a:t>m</a:t>
            </a:r>
            <a:r>
              <a:rPr sz="2800" spc="4" dirty="0" smtClean="0">
                <a:latin typeface="Arial"/>
                <a:cs typeface="Arial"/>
              </a:rPr>
              <a:t>ens</a:t>
            </a:r>
            <a:r>
              <a:rPr sz="2800" spc="0" dirty="0" smtClean="0">
                <a:latin typeface="Arial"/>
                <a:cs typeface="Arial"/>
              </a:rPr>
              <a:t>i</a:t>
            </a:r>
            <a:r>
              <a:rPr sz="2800" spc="4" dirty="0" smtClean="0">
                <a:latin typeface="Arial"/>
                <a:cs typeface="Arial"/>
              </a:rPr>
              <a:t>ona</a:t>
            </a:r>
            <a:r>
              <a:rPr sz="2800" spc="0" dirty="0" smtClean="0">
                <a:latin typeface="Arial"/>
                <a:cs typeface="Arial"/>
              </a:rPr>
              <a:t>l</a:t>
            </a:r>
            <a:endParaRPr sz="28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055074" y="2136438"/>
            <a:ext cx="1061460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4" dirty="0" smtClean="0">
                <a:latin typeface="Arial"/>
                <a:cs typeface="Arial"/>
              </a:rPr>
              <a:t>usad</a:t>
            </a:r>
            <a:r>
              <a:rPr sz="2800" spc="0" dirty="0" smtClean="0">
                <a:latin typeface="Arial"/>
                <a:cs typeface="Arial"/>
              </a:rPr>
              <a:t>o</a:t>
            </a:r>
            <a:endParaRPr sz="28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7248206" y="2136438"/>
            <a:ext cx="586909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14" dirty="0" smtClean="0">
                <a:latin typeface="Arial"/>
                <a:cs typeface="Arial"/>
              </a:rPr>
              <a:t>e</a:t>
            </a:r>
            <a:r>
              <a:rPr sz="2800" spc="0" dirty="0" smtClean="0">
                <a:latin typeface="Arial"/>
                <a:cs typeface="Arial"/>
              </a:rPr>
              <a:t>m</a:t>
            </a:r>
            <a:endParaRPr sz="28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7964486" y="2136438"/>
            <a:ext cx="1616130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9" dirty="0" smtClean="0">
                <a:latin typeface="Arial"/>
                <a:cs typeface="Arial"/>
              </a:rPr>
              <a:t>m</a:t>
            </a:r>
            <a:r>
              <a:rPr sz="2800" spc="4" dirty="0" smtClean="0">
                <a:latin typeface="Arial"/>
                <a:cs typeface="Arial"/>
              </a:rPr>
              <a:t>ecân</a:t>
            </a:r>
            <a:r>
              <a:rPr sz="2800" spc="0" dirty="0" smtClean="0">
                <a:latin typeface="Arial"/>
                <a:cs typeface="Arial"/>
              </a:rPr>
              <a:t>i</a:t>
            </a:r>
            <a:r>
              <a:rPr sz="2800" spc="4" dirty="0" smtClean="0">
                <a:latin typeface="Arial"/>
                <a:cs typeface="Arial"/>
              </a:rPr>
              <a:t>c</a:t>
            </a:r>
            <a:r>
              <a:rPr sz="2800" spc="0" dirty="0" smtClean="0">
                <a:latin typeface="Arial"/>
                <a:cs typeface="Arial"/>
              </a:rPr>
              <a:t>a</a:t>
            </a:r>
            <a:endParaRPr sz="28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581290" y="2563158"/>
            <a:ext cx="665137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4" dirty="0" smtClean="0">
                <a:latin typeface="Arial"/>
                <a:cs typeface="Arial"/>
              </a:rPr>
              <a:t>do</a:t>
            </a:r>
            <a:r>
              <a:rPr sz="2800" spc="0" dirty="0" smtClean="0">
                <a:latin typeface="Arial"/>
                <a:cs typeface="Arial"/>
              </a:rPr>
              <a:t>s</a:t>
            </a:r>
            <a:endParaRPr sz="28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495638" y="2563158"/>
            <a:ext cx="1139104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4" dirty="0" smtClean="0">
                <a:latin typeface="Arial"/>
                <a:cs typeface="Arial"/>
              </a:rPr>
              <a:t>f</a:t>
            </a:r>
            <a:r>
              <a:rPr sz="2800" spc="0" dirty="0" smtClean="0">
                <a:latin typeface="Arial"/>
                <a:cs typeface="Arial"/>
              </a:rPr>
              <a:t>l</a:t>
            </a:r>
            <a:r>
              <a:rPr sz="2800" spc="4" dirty="0" smtClean="0">
                <a:latin typeface="Arial"/>
                <a:cs typeface="Arial"/>
              </a:rPr>
              <a:t>u</a:t>
            </a:r>
            <a:r>
              <a:rPr sz="2800" spc="-9" dirty="0" smtClean="0">
                <a:latin typeface="Arial"/>
                <a:cs typeface="Arial"/>
              </a:rPr>
              <a:t>í</a:t>
            </a:r>
            <a:r>
              <a:rPr sz="2800" spc="4" dirty="0" smtClean="0">
                <a:latin typeface="Arial"/>
                <a:cs typeface="Arial"/>
              </a:rPr>
              <a:t>do</a:t>
            </a:r>
            <a:r>
              <a:rPr sz="2800" spc="0" dirty="0" smtClean="0">
                <a:latin typeface="Arial"/>
                <a:cs typeface="Arial"/>
              </a:rPr>
              <a:t>s</a:t>
            </a:r>
            <a:endParaRPr sz="28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883953" y="2563158"/>
            <a:ext cx="805480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4" dirty="0" smtClean="0">
                <a:latin typeface="Arial"/>
                <a:cs typeface="Arial"/>
              </a:rPr>
              <a:t>pa</a:t>
            </a:r>
            <a:r>
              <a:rPr sz="2800" spc="14" dirty="0" smtClean="0">
                <a:latin typeface="Arial"/>
                <a:cs typeface="Arial"/>
              </a:rPr>
              <a:t>r</a:t>
            </a:r>
            <a:r>
              <a:rPr sz="2800" spc="0" dirty="0" smtClean="0">
                <a:latin typeface="Arial"/>
                <a:cs typeface="Arial"/>
              </a:rPr>
              <a:t>a</a:t>
            </a:r>
            <a:endParaRPr sz="28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938451" y="2563158"/>
            <a:ext cx="288957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0" dirty="0" smtClean="0">
                <a:latin typeface="Arial"/>
                <a:cs typeface="Arial"/>
              </a:rPr>
              <a:t>o</a:t>
            </a:r>
            <a:endParaRPr sz="28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5476426" y="2563158"/>
            <a:ext cx="1200078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4" dirty="0" smtClean="0">
                <a:latin typeface="Arial"/>
                <a:cs typeface="Arial"/>
              </a:rPr>
              <a:t>cá</a:t>
            </a:r>
            <a:r>
              <a:rPr sz="2800" spc="0" dirty="0" smtClean="0">
                <a:latin typeface="Arial"/>
                <a:cs typeface="Arial"/>
              </a:rPr>
              <a:t>l</a:t>
            </a:r>
            <a:r>
              <a:rPr sz="2800" spc="4" dirty="0" smtClean="0">
                <a:latin typeface="Arial"/>
                <a:cs typeface="Arial"/>
              </a:rPr>
              <a:t>cu</a:t>
            </a:r>
            <a:r>
              <a:rPr sz="2800" spc="0" dirty="0" smtClean="0">
                <a:latin typeface="Arial"/>
                <a:cs typeface="Arial"/>
              </a:rPr>
              <a:t>lo</a:t>
            </a:r>
            <a:endParaRPr sz="28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6925523" y="2563158"/>
            <a:ext cx="487022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4" dirty="0" smtClean="0">
                <a:latin typeface="Arial"/>
                <a:cs typeface="Arial"/>
              </a:rPr>
              <a:t>d</a:t>
            </a:r>
            <a:r>
              <a:rPr sz="2800" spc="0" dirty="0" smtClean="0">
                <a:latin typeface="Arial"/>
                <a:cs typeface="Arial"/>
              </a:rPr>
              <a:t>o</a:t>
            </a:r>
            <a:endParaRPr sz="280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7661564" y="2563158"/>
            <a:ext cx="1180320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4" dirty="0" smtClean="0">
                <a:latin typeface="Arial"/>
                <a:cs typeface="Arial"/>
              </a:rPr>
              <a:t>reg</a:t>
            </a:r>
            <a:r>
              <a:rPr sz="2800" spc="0" dirty="0" smtClean="0">
                <a:latin typeface="Arial"/>
                <a:cs typeface="Arial"/>
              </a:rPr>
              <a:t>i</a:t>
            </a:r>
            <a:r>
              <a:rPr sz="2800" spc="9" dirty="0" smtClean="0">
                <a:latin typeface="Arial"/>
                <a:cs typeface="Arial"/>
              </a:rPr>
              <a:t>m</a:t>
            </a:r>
            <a:r>
              <a:rPr sz="2800" spc="0" dirty="0" smtClean="0">
                <a:latin typeface="Arial"/>
                <a:cs typeface="Arial"/>
              </a:rPr>
              <a:t>e</a:t>
            </a:r>
            <a:endParaRPr sz="280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8975205" y="2563158"/>
            <a:ext cx="577611" cy="123545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90588" algn="ctr">
              <a:lnSpc>
                <a:spcPts val="2960"/>
              </a:lnSpc>
              <a:spcBef>
                <a:spcPts val="148"/>
              </a:spcBef>
            </a:pPr>
            <a:r>
              <a:rPr sz="2800" spc="-10" dirty="0" smtClean="0">
                <a:latin typeface="Arial"/>
                <a:cs typeface="Arial"/>
              </a:rPr>
              <a:t>d</a:t>
            </a:r>
            <a:r>
              <a:rPr sz="2800" spc="-15" dirty="0" smtClean="0">
                <a:latin typeface="Arial"/>
                <a:cs typeface="Arial"/>
              </a:rPr>
              <a:t>e</a:t>
            </a:r>
            <a:endParaRPr sz="2800">
              <a:latin typeface="Arial"/>
              <a:cs typeface="Arial"/>
            </a:endParaRPr>
          </a:p>
          <a:p>
            <a:pPr marR="7099" indent="18422" algn="ctr">
              <a:lnSpc>
                <a:spcPct val="100328"/>
              </a:lnSpc>
            </a:pPr>
            <a:r>
              <a:rPr sz="2800" spc="-10" dirty="0" smtClean="0">
                <a:latin typeface="Arial"/>
                <a:cs typeface="Arial"/>
              </a:rPr>
              <a:t>u</a:t>
            </a:r>
            <a:r>
              <a:rPr sz="2800" spc="-23" dirty="0" smtClean="0">
                <a:latin typeface="Arial"/>
                <a:cs typeface="Arial"/>
              </a:rPr>
              <a:t>m</a:t>
            </a:r>
            <a:r>
              <a:rPr sz="2800" spc="-7" dirty="0" smtClean="0">
                <a:latin typeface="Arial"/>
                <a:cs typeface="Arial"/>
              </a:rPr>
              <a:t> </a:t>
            </a:r>
            <a:r>
              <a:rPr sz="2800" spc="-10" dirty="0" smtClean="0">
                <a:latin typeface="Arial"/>
                <a:cs typeface="Arial"/>
              </a:rPr>
              <a:t>po</a:t>
            </a:r>
            <a:r>
              <a:rPr sz="2800" spc="-9" dirty="0" smtClean="0">
                <a:latin typeface="Arial"/>
                <a:cs typeface="Arial"/>
              </a:rPr>
              <a:t>r</a:t>
            </a:r>
            <a:endParaRPr sz="280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581290" y="2989878"/>
            <a:ext cx="2032192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4" dirty="0" smtClean="0">
                <a:latin typeface="Arial"/>
                <a:cs typeface="Arial"/>
              </a:rPr>
              <a:t>escoa</a:t>
            </a:r>
            <a:r>
              <a:rPr sz="2800" spc="0" dirty="0" smtClean="0">
                <a:latin typeface="Arial"/>
                <a:cs typeface="Arial"/>
              </a:rPr>
              <a:t>m</a:t>
            </a:r>
            <a:r>
              <a:rPr sz="2800" spc="14" dirty="0" smtClean="0">
                <a:latin typeface="Arial"/>
                <a:cs typeface="Arial"/>
              </a:rPr>
              <a:t>e</a:t>
            </a:r>
            <a:r>
              <a:rPr sz="2800" spc="4" dirty="0" smtClean="0">
                <a:latin typeface="Arial"/>
                <a:cs typeface="Arial"/>
              </a:rPr>
              <a:t>nt</a:t>
            </a:r>
            <a:r>
              <a:rPr sz="2800" spc="0" dirty="0" smtClean="0">
                <a:latin typeface="Arial"/>
                <a:cs typeface="Arial"/>
              </a:rPr>
              <a:t>o</a:t>
            </a:r>
            <a:endParaRPr sz="280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3661333" y="2989878"/>
            <a:ext cx="5282395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4" dirty="0" smtClean="0">
                <a:latin typeface="Arial"/>
                <a:cs typeface="Arial"/>
              </a:rPr>
              <a:t>d</a:t>
            </a:r>
            <a:r>
              <a:rPr sz="2800" spc="0" dirty="0" smtClean="0">
                <a:latin typeface="Arial"/>
                <a:cs typeface="Arial"/>
              </a:rPr>
              <a:t>e</a:t>
            </a:r>
            <a:r>
              <a:rPr sz="2800" spc="288" dirty="0" smtClean="0">
                <a:latin typeface="Arial"/>
                <a:cs typeface="Arial"/>
              </a:rPr>
              <a:t> </a:t>
            </a:r>
            <a:r>
              <a:rPr sz="2800" spc="4" dirty="0" smtClean="0">
                <a:latin typeface="Arial"/>
                <a:cs typeface="Arial"/>
              </a:rPr>
              <a:t>deter</a:t>
            </a:r>
            <a:r>
              <a:rPr sz="2800" spc="0" dirty="0" smtClean="0">
                <a:latin typeface="Arial"/>
                <a:cs typeface="Arial"/>
              </a:rPr>
              <a:t>mi</a:t>
            </a:r>
            <a:r>
              <a:rPr sz="2800" spc="4" dirty="0" smtClean="0">
                <a:latin typeface="Arial"/>
                <a:cs typeface="Arial"/>
              </a:rPr>
              <a:t>n</a:t>
            </a:r>
            <a:r>
              <a:rPr sz="2800" spc="14" dirty="0" smtClean="0">
                <a:latin typeface="Arial"/>
                <a:cs typeface="Arial"/>
              </a:rPr>
              <a:t>a</a:t>
            </a:r>
            <a:r>
              <a:rPr sz="2800" spc="4" dirty="0" smtClean="0">
                <a:latin typeface="Arial"/>
                <a:cs typeface="Arial"/>
              </a:rPr>
              <a:t>d</a:t>
            </a:r>
            <a:r>
              <a:rPr sz="2800" spc="0" dirty="0" smtClean="0">
                <a:latin typeface="Arial"/>
                <a:cs typeface="Arial"/>
              </a:rPr>
              <a:t>o</a:t>
            </a:r>
            <a:r>
              <a:rPr sz="2800" spc="164" dirty="0" smtClean="0">
                <a:latin typeface="Arial"/>
                <a:cs typeface="Arial"/>
              </a:rPr>
              <a:t> </a:t>
            </a:r>
            <a:r>
              <a:rPr sz="2800" spc="4" dirty="0" smtClean="0">
                <a:latin typeface="Arial"/>
                <a:cs typeface="Arial"/>
              </a:rPr>
              <a:t>f</a:t>
            </a:r>
            <a:r>
              <a:rPr sz="2800" spc="0" dirty="0" smtClean="0">
                <a:latin typeface="Arial"/>
                <a:cs typeface="Arial"/>
              </a:rPr>
              <a:t>l</a:t>
            </a:r>
            <a:r>
              <a:rPr sz="2800" spc="4" dirty="0" smtClean="0">
                <a:latin typeface="Arial"/>
                <a:cs typeface="Arial"/>
              </a:rPr>
              <a:t>u</a:t>
            </a:r>
            <a:r>
              <a:rPr sz="2800" spc="0" dirty="0" smtClean="0">
                <a:latin typeface="Arial"/>
                <a:cs typeface="Arial"/>
              </a:rPr>
              <a:t>i</a:t>
            </a:r>
            <a:r>
              <a:rPr sz="2800" spc="4" dirty="0" smtClean="0">
                <a:latin typeface="Arial"/>
                <a:cs typeface="Arial"/>
              </a:rPr>
              <a:t>d</a:t>
            </a:r>
            <a:r>
              <a:rPr sz="2800" spc="0" dirty="0" smtClean="0">
                <a:latin typeface="Arial"/>
                <a:cs typeface="Arial"/>
              </a:rPr>
              <a:t>o</a:t>
            </a:r>
            <a:r>
              <a:rPr sz="2800" spc="252" dirty="0" smtClean="0">
                <a:latin typeface="Arial"/>
                <a:cs typeface="Arial"/>
              </a:rPr>
              <a:t> </a:t>
            </a:r>
            <a:r>
              <a:rPr sz="2800" spc="4" dirty="0" smtClean="0">
                <a:latin typeface="Arial"/>
                <a:cs typeface="Arial"/>
              </a:rPr>
              <a:t>dentr</a:t>
            </a:r>
            <a:r>
              <a:rPr sz="2800" spc="0" dirty="0" smtClean="0">
                <a:latin typeface="Arial"/>
                <a:cs typeface="Arial"/>
              </a:rPr>
              <a:t>o</a:t>
            </a:r>
            <a:r>
              <a:rPr sz="2800" spc="250" dirty="0" smtClean="0">
                <a:latin typeface="Arial"/>
                <a:cs typeface="Arial"/>
              </a:rPr>
              <a:t> </a:t>
            </a:r>
            <a:r>
              <a:rPr sz="2800" spc="4" dirty="0" smtClean="0">
                <a:latin typeface="Arial"/>
                <a:cs typeface="Arial"/>
              </a:rPr>
              <a:t>d</a:t>
            </a:r>
            <a:r>
              <a:rPr sz="2800" spc="0" dirty="0" smtClean="0">
                <a:latin typeface="Arial"/>
                <a:cs typeface="Arial"/>
              </a:rPr>
              <a:t>e</a:t>
            </a:r>
            <a:endParaRPr sz="2800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1581290" y="3418122"/>
            <a:ext cx="784206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4" dirty="0" smtClean="0">
                <a:latin typeface="Arial"/>
                <a:cs typeface="Arial"/>
              </a:rPr>
              <a:t>tub</a:t>
            </a:r>
            <a:r>
              <a:rPr sz="2800" spc="0" dirty="0" smtClean="0">
                <a:latin typeface="Arial"/>
                <a:cs typeface="Arial"/>
              </a:rPr>
              <a:t>o</a:t>
            </a:r>
            <a:endParaRPr sz="2800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2480403" y="3418122"/>
            <a:ext cx="487022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4" dirty="0" smtClean="0">
                <a:latin typeface="Arial"/>
                <a:cs typeface="Arial"/>
              </a:rPr>
              <a:t>o</a:t>
            </a:r>
            <a:r>
              <a:rPr sz="2800" spc="0" dirty="0" smtClean="0">
                <a:latin typeface="Arial"/>
                <a:cs typeface="Arial"/>
              </a:rPr>
              <a:t>u</a:t>
            </a:r>
            <a:endParaRPr sz="2800">
              <a:latin typeface="Arial"/>
              <a:cs typeface="Aria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3080808" y="3418122"/>
            <a:ext cx="982263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4" dirty="0" smtClean="0">
                <a:latin typeface="Arial"/>
                <a:cs typeface="Arial"/>
              </a:rPr>
              <a:t>sobr</a:t>
            </a:r>
            <a:r>
              <a:rPr sz="2800" spc="0" dirty="0" smtClean="0">
                <a:latin typeface="Arial"/>
                <a:cs typeface="Arial"/>
              </a:rPr>
              <a:t>e</a:t>
            </a:r>
            <a:endParaRPr sz="2800">
              <a:latin typeface="Arial"/>
              <a:cs typeface="Aria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4177977" y="3418122"/>
            <a:ext cx="782674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4" dirty="0" smtClean="0">
                <a:latin typeface="Arial"/>
                <a:cs typeface="Arial"/>
              </a:rPr>
              <a:t>u</a:t>
            </a:r>
            <a:r>
              <a:rPr sz="2800" spc="0" dirty="0" smtClean="0">
                <a:latin typeface="Arial"/>
                <a:cs typeface="Arial"/>
              </a:rPr>
              <a:t>ma</a:t>
            </a:r>
            <a:endParaRPr sz="2800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5075558" y="3418122"/>
            <a:ext cx="1736768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4" dirty="0" smtClean="0">
                <a:latin typeface="Arial"/>
                <a:cs typeface="Arial"/>
              </a:rPr>
              <a:t>sup</a:t>
            </a:r>
            <a:r>
              <a:rPr sz="2800" spc="14" dirty="0" smtClean="0">
                <a:latin typeface="Arial"/>
                <a:cs typeface="Arial"/>
              </a:rPr>
              <a:t>e</a:t>
            </a:r>
            <a:r>
              <a:rPr sz="2800" spc="4" dirty="0" smtClean="0">
                <a:latin typeface="Arial"/>
                <a:cs typeface="Arial"/>
              </a:rPr>
              <a:t>rfíc</a:t>
            </a:r>
            <a:r>
              <a:rPr sz="2800" spc="0" dirty="0" smtClean="0">
                <a:latin typeface="Arial"/>
                <a:cs typeface="Arial"/>
              </a:rPr>
              <a:t>i</a:t>
            </a:r>
            <a:r>
              <a:rPr sz="2800" spc="4" dirty="0" smtClean="0">
                <a:latin typeface="Arial"/>
                <a:cs typeface="Arial"/>
              </a:rPr>
              <a:t>e</a:t>
            </a:r>
            <a:r>
              <a:rPr sz="2800" spc="0" dirty="0" smtClean="0">
                <a:latin typeface="Arial"/>
                <a:cs typeface="Arial"/>
              </a:rPr>
              <a:t>.</a:t>
            </a:r>
            <a:endParaRPr sz="2800">
              <a:latin typeface="Arial"/>
              <a:cs typeface="Aria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6925647" y="3418122"/>
            <a:ext cx="328337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0" dirty="0" smtClean="0">
                <a:latin typeface="Arial"/>
                <a:cs typeface="Arial"/>
              </a:rPr>
              <a:t>É</a:t>
            </a:r>
            <a:endParaRPr sz="2800">
              <a:latin typeface="Arial"/>
              <a:cs typeface="Aria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7364560" y="3418122"/>
            <a:ext cx="1497324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4" dirty="0" smtClean="0">
                <a:latin typeface="Arial"/>
                <a:cs typeface="Arial"/>
              </a:rPr>
              <a:t>ut</a:t>
            </a:r>
            <a:r>
              <a:rPr sz="2800" spc="0" dirty="0" smtClean="0">
                <a:latin typeface="Arial"/>
                <a:cs typeface="Arial"/>
              </a:rPr>
              <a:t>ili</a:t>
            </a:r>
            <a:r>
              <a:rPr sz="2800" spc="4" dirty="0" smtClean="0">
                <a:latin typeface="Arial"/>
                <a:cs typeface="Arial"/>
              </a:rPr>
              <a:t>zado</a:t>
            </a:r>
            <a:r>
              <a:rPr sz="2800" spc="0" dirty="0" smtClean="0">
                <a:latin typeface="Arial"/>
                <a:cs typeface="Arial"/>
              </a:rPr>
              <a:t>,</a:t>
            </a:r>
            <a:endParaRPr sz="2800">
              <a:latin typeface="Arial"/>
              <a:cs typeface="Arial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1581290" y="3844842"/>
            <a:ext cx="7999457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4" dirty="0" smtClean="0">
                <a:latin typeface="Arial"/>
                <a:cs typeface="Arial"/>
              </a:rPr>
              <a:t>exe</a:t>
            </a:r>
            <a:r>
              <a:rPr sz="2800" spc="0" dirty="0" smtClean="0">
                <a:latin typeface="Arial"/>
                <a:cs typeface="Arial"/>
              </a:rPr>
              <a:t>m</a:t>
            </a:r>
            <a:r>
              <a:rPr sz="2800" spc="4" dirty="0" smtClean="0">
                <a:latin typeface="Arial"/>
                <a:cs typeface="Arial"/>
              </a:rPr>
              <a:t>p</a:t>
            </a:r>
            <a:r>
              <a:rPr sz="2800" spc="0" dirty="0" smtClean="0">
                <a:latin typeface="Arial"/>
                <a:cs typeface="Arial"/>
              </a:rPr>
              <a:t>l</a:t>
            </a:r>
            <a:r>
              <a:rPr sz="2800" spc="4" dirty="0" smtClean="0">
                <a:latin typeface="Arial"/>
                <a:cs typeface="Arial"/>
              </a:rPr>
              <a:t>o</a:t>
            </a:r>
            <a:r>
              <a:rPr sz="2800" spc="0" dirty="0" smtClean="0">
                <a:latin typeface="Arial"/>
                <a:cs typeface="Arial"/>
              </a:rPr>
              <a:t>,</a:t>
            </a:r>
            <a:r>
              <a:rPr sz="2800" spc="141" dirty="0" smtClean="0">
                <a:latin typeface="Arial"/>
                <a:cs typeface="Arial"/>
              </a:rPr>
              <a:t> </a:t>
            </a:r>
            <a:r>
              <a:rPr sz="2800" spc="4" dirty="0" smtClean="0">
                <a:latin typeface="Arial"/>
                <a:cs typeface="Arial"/>
              </a:rPr>
              <a:t>e</a:t>
            </a:r>
            <a:r>
              <a:rPr sz="2800" spc="0" dirty="0" smtClean="0">
                <a:latin typeface="Arial"/>
                <a:cs typeface="Arial"/>
              </a:rPr>
              <a:t>m</a:t>
            </a:r>
            <a:r>
              <a:rPr sz="2800" spc="200" dirty="0" smtClean="0">
                <a:latin typeface="Arial"/>
                <a:cs typeface="Arial"/>
              </a:rPr>
              <a:t> </a:t>
            </a:r>
            <a:r>
              <a:rPr sz="2800" spc="4" dirty="0" smtClean="0">
                <a:latin typeface="Arial"/>
                <a:cs typeface="Arial"/>
              </a:rPr>
              <a:t>pr</a:t>
            </a:r>
            <a:r>
              <a:rPr sz="2800" spc="0" dirty="0" smtClean="0">
                <a:latin typeface="Arial"/>
                <a:cs typeface="Arial"/>
              </a:rPr>
              <a:t>o</a:t>
            </a:r>
            <a:r>
              <a:rPr sz="2800" spc="4" dirty="0" smtClean="0">
                <a:latin typeface="Arial"/>
                <a:cs typeface="Arial"/>
              </a:rPr>
              <a:t>j</a:t>
            </a:r>
            <a:r>
              <a:rPr sz="2800" spc="14" dirty="0" smtClean="0">
                <a:latin typeface="Arial"/>
                <a:cs typeface="Arial"/>
              </a:rPr>
              <a:t>e</a:t>
            </a:r>
            <a:r>
              <a:rPr sz="2800" spc="4" dirty="0" smtClean="0">
                <a:latin typeface="Arial"/>
                <a:cs typeface="Arial"/>
              </a:rPr>
              <a:t>to</a:t>
            </a:r>
            <a:r>
              <a:rPr sz="2800" spc="0" dirty="0" smtClean="0">
                <a:latin typeface="Arial"/>
                <a:cs typeface="Arial"/>
              </a:rPr>
              <a:t>s</a:t>
            </a:r>
            <a:r>
              <a:rPr sz="2800" spc="145" dirty="0" smtClean="0">
                <a:latin typeface="Arial"/>
                <a:cs typeface="Arial"/>
              </a:rPr>
              <a:t> </a:t>
            </a:r>
            <a:r>
              <a:rPr sz="2800" spc="4" dirty="0" smtClean="0">
                <a:latin typeface="Arial"/>
                <a:cs typeface="Arial"/>
              </a:rPr>
              <a:t>d</a:t>
            </a:r>
            <a:r>
              <a:rPr sz="2800" spc="0" dirty="0" smtClean="0">
                <a:latin typeface="Arial"/>
                <a:cs typeface="Arial"/>
              </a:rPr>
              <a:t>e</a:t>
            </a:r>
            <a:r>
              <a:rPr sz="2800" spc="203" dirty="0" smtClean="0">
                <a:latin typeface="Arial"/>
                <a:cs typeface="Arial"/>
              </a:rPr>
              <a:t> </a:t>
            </a:r>
            <a:r>
              <a:rPr sz="2800" spc="4" dirty="0" smtClean="0">
                <a:latin typeface="Arial"/>
                <a:cs typeface="Arial"/>
              </a:rPr>
              <a:t>t</a:t>
            </a:r>
            <a:r>
              <a:rPr sz="2800" spc="-9" dirty="0" smtClean="0">
                <a:latin typeface="Arial"/>
                <a:cs typeface="Arial"/>
              </a:rPr>
              <a:t>u</a:t>
            </a:r>
            <a:r>
              <a:rPr sz="2800" spc="4" dirty="0" smtClean="0">
                <a:latin typeface="Arial"/>
                <a:cs typeface="Arial"/>
              </a:rPr>
              <a:t>bu</a:t>
            </a:r>
            <a:r>
              <a:rPr sz="2800" spc="0" dirty="0" smtClean="0">
                <a:latin typeface="Arial"/>
                <a:cs typeface="Arial"/>
              </a:rPr>
              <a:t>l</a:t>
            </a:r>
            <a:r>
              <a:rPr sz="2800" spc="4" dirty="0" smtClean="0">
                <a:latin typeface="Arial"/>
                <a:cs typeface="Arial"/>
              </a:rPr>
              <a:t>açõe</a:t>
            </a:r>
            <a:r>
              <a:rPr sz="2800" spc="0" dirty="0" smtClean="0">
                <a:latin typeface="Arial"/>
                <a:cs typeface="Arial"/>
              </a:rPr>
              <a:t>s</a:t>
            </a:r>
            <a:r>
              <a:rPr sz="2800" spc="124" dirty="0" smtClean="0">
                <a:latin typeface="Arial"/>
                <a:cs typeface="Arial"/>
              </a:rPr>
              <a:t> </a:t>
            </a:r>
            <a:r>
              <a:rPr sz="2800" spc="0" dirty="0" smtClean="0">
                <a:latin typeface="Arial"/>
                <a:cs typeface="Arial"/>
              </a:rPr>
              <a:t>i</a:t>
            </a:r>
            <a:r>
              <a:rPr sz="2800" spc="4" dirty="0" smtClean="0">
                <a:latin typeface="Arial"/>
                <a:cs typeface="Arial"/>
              </a:rPr>
              <a:t>ndustr</a:t>
            </a:r>
            <a:r>
              <a:rPr sz="2800" spc="0" dirty="0" smtClean="0">
                <a:latin typeface="Arial"/>
                <a:cs typeface="Arial"/>
              </a:rPr>
              <a:t>i</a:t>
            </a:r>
            <a:r>
              <a:rPr sz="2800" spc="4" dirty="0" smtClean="0">
                <a:latin typeface="Arial"/>
                <a:cs typeface="Arial"/>
              </a:rPr>
              <a:t>a</a:t>
            </a:r>
            <a:r>
              <a:rPr sz="2800" spc="0" dirty="0" smtClean="0">
                <a:latin typeface="Arial"/>
                <a:cs typeface="Arial"/>
              </a:rPr>
              <a:t>is</a:t>
            </a:r>
            <a:r>
              <a:rPr sz="2800" spc="133" dirty="0" smtClean="0">
                <a:latin typeface="Arial"/>
                <a:cs typeface="Arial"/>
              </a:rPr>
              <a:t> </a:t>
            </a:r>
            <a:r>
              <a:rPr sz="2800" spc="0" dirty="0" smtClean="0">
                <a:latin typeface="Arial"/>
                <a:cs typeface="Arial"/>
              </a:rPr>
              <a:t>e</a:t>
            </a:r>
            <a:endParaRPr sz="2800">
              <a:latin typeface="Arial"/>
              <a:cs typeface="Arial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1581290" y="4271562"/>
            <a:ext cx="843444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4" dirty="0" smtClean="0">
                <a:latin typeface="Arial"/>
                <a:cs typeface="Arial"/>
              </a:rPr>
              <a:t>asa</a:t>
            </a:r>
            <a:r>
              <a:rPr sz="2800" spc="0" dirty="0" smtClean="0">
                <a:latin typeface="Arial"/>
                <a:cs typeface="Arial"/>
              </a:rPr>
              <a:t>s</a:t>
            </a:r>
            <a:endParaRPr sz="2800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2516973" y="4271562"/>
            <a:ext cx="487022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4" dirty="0" smtClean="0">
                <a:latin typeface="Arial"/>
                <a:cs typeface="Arial"/>
              </a:rPr>
              <a:t>d</a:t>
            </a:r>
            <a:r>
              <a:rPr sz="2800" spc="0" dirty="0" smtClean="0">
                <a:latin typeface="Arial"/>
                <a:cs typeface="Arial"/>
              </a:rPr>
              <a:t>e</a:t>
            </a:r>
            <a:endParaRPr sz="2800">
              <a:latin typeface="Arial"/>
              <a:cs typeface="Arial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3096042" y="4271562"/>
            <a:ext cx="1220071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4" dirty="0" smtClean="0">
                <a:latin typeface="Arial"/>
                <a:cs typeface="Arial"/>
              </a:rPr>
              <a:t>av</a:t>
            </a:r>
            <a:r>
              <a:rPr sz="2800" spc="0" dirty="0" smtClean="0">
                <a:latin typeface="Arial"/>
                <a:cs typeface="Arial"/>
              </a:rPr>
              <a:t>i</a:t>
            </a:r>
            <a:r>
              <a:rPr sz="2800" spc="4" dirty="0" smtClean="0">
                <a:latin typeface="Arial"/>
                <a:cs typeface="Arial"/>
              </a:rPr>
              <a:t>ões</a:t>
            </a:r>
            <a:r>
              <a:rPr sz="2800" spc="0" dirty="0" smtClean="0">
                <a:latin typeface="Arial"/>
                <a:cs typeface="Arial"/>
              </a:rPr>
              <a:t>.</a:t>
            </a:r>
            <a:endParaRPr sz="2800">
              <a:latin typeface="Arial"/>
              <a:cs typeface="Arial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4405050" y="4271562"/>
            <a:ext cx="1122647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  <a:tabLst>
                <a:tab pos="469900" algn="l"/>
              </a:tabLst>
            </a:pPr>
            <a:r>
              <a:rPr sz="2800" spc="0" dirty="0" smtClean="0">
                <a:latin typeface="Arial"/>
                <a:cs typeface="Arial"/>
              </a:rPr>
              <a:t>O	</a:t>
            </a:r>
            <a:r>
              <a:rPr sz="2800" spc="4" dirty="0" smtClean="0">
                <a:latin typeface="Arial"/>
                <a:cs typeface="Arial"/>
              </a:rPr>
              <a:t>se</a:t>
            </a:r>
            <a:r>
              <a:rPr sz="2800" spc="0" dirty="0" smtClean="0">
                <a:latin typeface="Arial"/>
                <a:cs typeface="Arial"/>
              </a:rPr>
              <a:t>u</a:t>
            </a:r>
            <a:endParaRPr sz="2800">
              <a:latin typeface="Arial"/>
              <a:cs typeface="Arial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5618220" y="4271562"/>
            <a:ext cx="980739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4" dirty="0" smtClean="0">
                <a:latin typeface="Arial"/>
                <a:cs typeface="Arial"/>
              </a:rPr>
              <a:t>no</a:t>
            </a:r>
            <a:r>
              <a:rPr sz="2800" spc="0" dirty="0" smtClean="0">
                <a:latin typeface="Arial"/>
                <a:cs typeface="Arial"/>
              </a:rPr>
              <a:t>me</a:t>
            </a:r>
            <a:endParaRPr sz="2800">
              <a:latin typeface="Arial"/>
              <a:cs typeface="Arial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6689482" y="4271562"/>
            <a:ext cx="765217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4" dirty="0" smtClean="0">
                <a:latin typeface="Arial"/>
                <a:cs typeface="Arial"/>
              </a:rPr>
              <a:t>v</a:t>
            </a:r>
            <a:r>
              <a:rPr sz="2800" spc="14" dirty="0" smtClean="0">
                <a:latin typeface="Arial"/>
                <a:cs typeface="Arial"/>
              </a:rPr>
              <a:t>e</a:t>
            </a:r>
            <a:r>
              <a:rPr sz="2800" spc="0" dirty="0" smtClean="0">
                <a:latin typeface="Arial"/>
                <a:cs typeface="Arial"/>
              </a:rPr>
              <a:t>m</a:t>
            </a:r>
            <a:endParaRPr sz="2800">
              <a:latin typeface="Arial"/>
              <a:cs typeface="Arial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7545970" y="4271562"/>
            <a:ext cx="487022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4" dirty="0" smtClean="0">
                <a:latin typeface="Arial"/>
                <a:cs typeface="Arial"/>
              </a:rPr>
              <a:t>d</a:t>
            </a:r>
            <a:r>
              <a:rPr sz="2800" spc="0" dirty="0" smtClean="0">
                <a:latin typeface="Arial"/>
                <a:cs typeface="Arial"/>
              </a:rPr>
              <a:t>e</a:t>
            </a:r>
            <a:endParaRPr sz="2800">
              <a:latin typeface="Arial"/>
              <a:cs typeface="Arial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8123515" y="4271562"/>
            <a:ext cx="1456231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-4" dirty="0" smtClean="0">
                <a:latin typeface="Arial"/>
                <a:cs typeface="Arial"/>
              </a:rPr>
              <a:t>O</a:t>
            </a:r>
            <a:r>
              <a:rPr sz="2800" spc="4" dirty="0" smtClean="0">
                <a:latin typeface="Arial"/>
                <a:cs typeface="Arial"/>
              </a:rPr>
              <a:t>sborn</a:t>
            </a:r>
            <a:r>
              <a:rPr sz="2800" spc="0" dirty="0" smtClean="0">
                <a:latin typeface="Arial"/>
                <a:cs typeface="Arial"/>
              </a:rPr>
              <a:t>e</a:t>
            </a:r>
            <a:endParaRPr sz="2800">
              <a:latin typeface="Arial"/>
              <a:cs typeface="Arial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1581290" y="4698281"/>
            <a:ext cx="7998109" cy="123545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-4" dirty="0" smtClean="0">
                <a:latin typeface="Arial"/>
                <a:cs typeface="Arial"/>
              </a:rPr>
              <a:t>R</a:t>
            </a:r>
            <a:r>
              <a:rPr sz="2800" spc="4" dirty="0" smtClean="0">
                <a:latin typeface="Arial"/>
                <a:cs typeface="Arial"/>
              </a:rPr>
              <a:t>eyno</a:t>
            </a:r>
            <a:r>
              <a:rPr sz="2800" spc="0" dirty="0" smtClean="0">
                <a:latin typeface="Arial"/>
                <a:cs typeface="Arial"/>
              </a:rPr>
              <a:t>l</a:t>
            </a:r>
            <a:r>
              <a:rPr sz="2800" spc="4" dirty="0" smtClean="0">
                <a:latin typeface="Arial"/>
                <a:cs typeface="Arial"/>
              </a:rPr>
              <a:t>d</a:t>
            </a:r>
            <a:r>
              <a:rPr sz="2800" spc="14" dirty="0" smtClean="0">
                <a:latin typeface="Arial"/>
                <a:cs typeface="Arial"/>
              </a:rPr>
              <a:t>s</a:t>
            </a:r>
            <a:r>
              <a:rPr sz="2800" spc="0" dirty="0" smtClean="0">
                <a:latin typeface="Arial"/>
                <a:cs typeface="Arial"/>
              </a:rPr>
              <a:t>,</a:t>
            </a:r>
            <a:r>
              <a:rPr sz="2800" spc="10" dirty="0" smtClean="0">
                <a:latin typeface="Arial"/>
                <a:cs typeface="Arial"/>
              </a:rPr>
              <a:t> </a:t>
            </a:r>
            <a:r>
              <a:rPr sz="2800" spc="4" dirty="0" smtClean="0">
                <a:latin typeface="Arial"/>
                <a:cs typeface="Arial"/>
              </a:rPr>
              <a:t>u</a:t>
            </a:r>
            <a:r>
              <a:rPr sz="2800" spc="0" dirty="0" smtClean="0">
                <a:latin typeface="Arial"/>
                <a:cs typeface="Arial"/>
              </a:rPr>
              <a:t>m</a:t>
            </a:r>
            <a:r>
              <a:rPr sz="2800" spc="91" dirty="0" smtClean="0">
                <a:latin typeface="Arial"/>
                <a:cs typeface="Arial"/>
              </a:rPr>
              <a:t> </a:t>
            </a:r>
            <a:r>
              <a:rPr sz="2800" spc="4" dirty="0" smtClean="0">
                <a:latin typeface="Arial"/>
                <a:cs typeface="Arial"/>
              </a:rPr>
              <a:t>fís</a:t>
            </a:r>
            <a:r>
              <a:rPr sz="2800" spc="0" dirty="0" smtClean="0">
                <a:latin typeface="Arial"/>
                <a:cs typeface="Arial"/>
              </a:rPr>
              <a:t>i</a:t>
            </a:r>
            <a:r>
              <a:rPr sz="2800" spc="-4" dirty="0" smtClean="0">
                <a:latin typeface="Arial"/>
                <a:cs typeface="Arial"/>
              </a:rPr>
              <a:t>c</a:t>
            </a:r>
            <a:r>
              <a:rPr sz="2800" spc="0" dirty="0" smtClean="0">
                <a:latin typeface="Arial"/>
                <a:cs typeface="Arial"/>
              </a:rPr>
              <a:t>o</a:t>
            </a:r>
            <a:r>
              <a:rPr sz="2800" spc="74" dirty="0" smtClean="0">
                <a:latin typeface="Arial"/>
                <a:cs typeface="Arial"/>
              </a:rPr>
              <a:t> </a:t>
            </a:r>
            <a:r>
              <a:rPr sz="2800" spc="0" dirty="0" smtClean="0">
                <a:latin typeface="Arial"/>
                <a:cs typeface="Arial"/>
              </a:rPr>
              <a:t>e</a:t>
            </a:r>
            <a:r>
              <a:rPr sz="2800" spc="124" dirty="0" smtClean="0">
                <a:latin typeface="Arial"/>
                <a:cs typeface="Arial"/>
              </a:rPr>
              <a:t> </a:t>
            </a:r>
            <a:r>
              <a:rPr sz="2800" spc="4" dirty="0" smtClean="0">
                <a:latin typeface="Arial"/>
                <a:cs typeface="Arial"/>
              </a:rPr>
              <a:t>eng</a:t>
            </a:r>
            <a:r>
              <a:rPr sz="2800" spc="14" dirty="0" smtClean="0">
                <a:latin typeface="Arial"/>
                <a:cs typeface="Arial"/>
              </a:rPr>
              <a:t>e</a:t>
            </a:r>
            <a:r>
              <a:rPr sz="2800" spc="4" dirty="0" smtClean="0">
                <a:latin typeface="Arial"/>
                <a:cs typeface="Arial"/>
              </a:rPr>
              <a:t>nhe</a:t>
            </a:r>
            <a:r>
              <a:rPr sz="2800" spc="0" dirty="0" smtClean="0">
                <a:latin typeface="Arial"/>
                <a:cs typeface="Arial"/>
              </a:rPr>
              <a:t>i</a:t>
            </a:r>
            <a:r>
              <a:rPr sz="2800" spc="4" dirty="0" smtClean="0">
                <a:latin typeface="Arial"/>
                <a:cs typeface="Arial"/>
              </a:rPr>
              <a:t>r</a:t>
            </a:r>
            <a:r>
              <a:rPr sz="2800" spc="0" dirty="0" smtClean="0">
                <a:latin typeface="Arial"/>
                <a:cs typeface="Arial"/>
              </a:rPr>
              <a:t>o</a:t>
            </a:r>
            <a:r>
              <a:rPr sz="2800" spc="9" dirty="0" smtClean="0">
                <a:latin typeface="Arial"/>
                <a:cs typeface="Arial"/>
              </a:rPr>
              <a:t> </a:t>
            </a:r>
            <a:r>
              <a:rPr sz="2800" spc="0" dirty="0" smtClean="0">
                <a:latin typeface="Arial"/>
                <a:cs typeface="Arial"/>
              </a:rPr>
              <a:t>i</a:t>
            </a:r>
            <a:r>
              <a:rPr sz="2800" spc="4" dirty="0" smtClean="0">
                <a:latin typeface="Arial"/>
                <a:cs typeface="Arial"/>
              </a:rPr>
              <a:t>r</a:t>
            </a:r>
            <a:r>
              <a:rPr sz="2800" spc="14" dirty="0" smtClean="0">
                <a:latin typeface="Arial"/>
                <a:cs typeface="Arial"/>
              </a:rPr>
              <a:t>l</a:t>
            </a:r>
            <a:r>
              <a:rPr sz="2800" spc="4" dirty="0" smtClean="0">
                <a:latin typeface="Arial"/>
                <a:cs typeface="Arial"/>
              </a:rPr>
              <a:t>andês</a:t>
            </a:r>
            <a:r>
              <a:rPr sz="2800" spc="0" dirty="0" smtClean="0">
                <a:latin typeface="Arial"/>
                <a:cs typeface="Arial"/>
              </a:rPr>
              <a:t>.</a:t>
            </a:r>
            <a:r>
              <a:rPr sz="2800" spc="44" dirty="0" smtClean="0">
                <a:latin typeface="Arial"/>
                <a:cs typeface="Arial"/>
              </a:rPr>
              <a:t> </a:t>
            </a:r>
            <a:r>
              <a:rPr sz="2800" spc="0" dirty="0" smtClean="0">
                <a:latin typeface="Arial"/>
                <a:cs typeface="Arial"/>
              </a:rPr>
              <a:t>O</a:t>
            </a:r>
            <a:r>
              <a:rPr sz="2800" spc="123" dirty="0" smtClean="0">
                <a:latin typeface="Arial"/>
                <a:cs typeface="Arial"/>
              </a:rPr>
              <a:t> </a:t>
            </a:r>
            <a:r>
              <a:rPr sz="2800" spc="4" dirty="0" smtClean="0">
                <a:latin typeface="Arial"/>
                <a:cs typeface="Arial"/>
              </a:rPr>
              <a:t>s</a:t>
            </a:r>
            <a:r>
              <a:rPr sz="2800" spc="14" dirty="0" smtClean="0">
                <a:latin typeface="Arial"/>
                <a:cs typeface="Arial"/>
              </a:rPr>
              <a:t>e</a:t>
            </a:r>
            <a:r>
              <a:rPr sz="2800" spc="0" dirty="0" smtClean="0">
                <a:latin typeface="Arial"/>
                <a:cs typeface="Arial"/>
              </a:rPr>
              <a:t>u</a:t>
            </a:r>
            <a:endParaRPr sz="2800">
              <a:latin typeface="Arial"/>
              <a:cs typeface="Arial"/>
            </a:endParaRPr>
          </a:p>
          <a:p>
            <a:pPr marL="12700" marR="3181">
              <a:lnSpc>
                <a:spcPct val="100328"/>
              </a:lnSpc>
            </a:pPr>
            <a:r>
              <a:rPr sz="2800" spc="4" dirty="0" smtClean="0">
                <a:latin typeface="Arial"/>
                <a:cs typeface="Arial"/>
              </a:rPr>
              <a:t>s</a:t>
            </a:r>
            <a:r>
              <a:rPr sz="2800" spc="0" dirty="0" smtClean="0">
                <a:latin typeface="Arial"/>
                <a:cs typeface="Arial"/>
              </a:rPr>
              <a:t>i</a:t>
            </a:r>
            <a:r>
              <a:rPr sz="2800" spc="4" dirty="0" smtClean="0">
                <a:latin typeface="Arial"/>
                <a:cs typeface="Arial"/>
              </a:rPr>
              <a:t>gn</a:t>
            </a:r>
            <a:r>
              <a:rPr sz="2800" spc="0" dirty="0" smtClean="0">
                <a:latin typeface="Arial"/>
                <a:cs typeface="Arial"/>
              </a:rPr>
              <a:t>i</a:t>
            </a:r>
            <a:r>
              <a:rPr sz="2800" spc="4" dirty="0" smtClean="0">
                <a:latin typeface="Arial"/>
                <a:cs typeface="Arial"/>
              </a:rPr>
              <a:t>f</a:t>
            </a:r>
            <a:r>
              <a:rPr sz="2800" spc="0" dirty="0" smtClean="0">
                <a:latin typeface="Arial"/>
                <a:cs typeface="Arial"/>
              </a:rPr>
              <a:t>i</a:t>
            </a:r>
            <a:r>
              <a:rPr sz="2800" spc="4" dirty="0" smtClean="0">
                <a:latin typeface="Arial"/>
                <a:cs typeface="Arial"/>
              </a:rPr>
              <a:t>cad</a:t>
            </a:r>
            <a:r>
              <a:rPr sz="2800" spc="0" dirty="0" smtClean="0">
                <a:latin typeface="Arial"/>
                <a:cs typeface="Arial"/>
              </a:rPr>
              <a:t>o</a:t>
            </a:r>
            <a:r>
              <a:rPr sz="2800" spc="207" dirty="0" smtClean="0">
                <a:latin typeface="Arial"/>
                <a:cs typeface="Arial"/>
              </a:rPr>
              <a:t> </a:t>
            </a:r>
            <a:r>
              <a:rPr sz="2800" spc="4" dirty="0" smtClean="0">
                <a:latin typeface="Arial"/>
                <a:cs typeface="Arial"/>
              </a:rPr>
              <a:t>fís</a:t>
            </a:r>
            <a:r>
              <a:rPr sz="2800" spc="-9" dirty="0" smtClean="0">
                <a:latin typeface="Arial"/>
                <a:cs typeface="Arial"/>
              </a:rPr>
              <a:t>i</a:t>
            </a:r>
            <a:r>
              <a:rPr sz="2800" spc="4" dirty="0" smtClean="0">
                <a:latin typeface="Arial"/>
                <a:cs typeface="Arial"/>
              </a:rPr>
              <a:t>c</a:t>
            </a:r>
            <a:r>
              <a:rPr sz="2800" spc="0" dirty="0" smtClean="0">
                <a:latin typeface="Arial"/>
                <a:cs typeface="Arial"/>
              </a:rPr>
              <a:t>o</a:t>
            </a:r>
            <a:r>
              <a:rPr sz="2800" spc="274" dirty="0" smtClean="0">
                <a:latin typeface="Arial"/>
                <a:cs typeface="Arial"/>
              </a:rPr>
              <a:t> </a:t>
            </a:r>
            <a:r>
              <a:rPr sz="2800" spc="0" dirty="0" smtClean="0">
                <a:latin typeface="Arial"/>
                <a:cs typeface="Arial"/>
              </a:rPr>
              <a:t>é</a:t>
            </a:r>
            <a:r>
              <a:rPr sz="2800" spc="324" dirty="0" smtClean="0">
                <a:latin typeface="Arial"/>
                <a:cs typeface="Arial"/>
              </a:rPr>
              <a:t> </a:t>
            </a:r>
            <a:r>
              <a:rPr sz="2800" spc="4" dirty="0" smtClean="0">
                <a:latin typeface="Arial"/>
                <a:cs typeface="Arial"/>
              </a:rPr>
              <a:t>u</a:t>
            </a:r>
            <a:r>
              <a:rPr sz="2800" spc="0" dirty="0" smtClean="0">
                <a:latin typeface="Arial"/>
                <a:cs typeface="Arial"/>
              </a:rPr>
              <a:t>m</a:t>
            </a:r>
            <a:r>
              <a:rPr sz="2800" spc="311" dirty="0" smtClean="0">
                <a:latin typeface="Arial"/>
                <a:cs typeface="Arial"/>
              </a:rPr>
              <a:t> </a:t>
            </a:r>
            <a:r>
              <a:rPr sz="2800" spc="4" dirty="0" smtClean="0">
                <a:latin typeface="Arial"/>
                <a:cs typeface="Arial"/>
              </a:rPr>
              <a:t>quo</a:t>
            </a:r>
            <a:r>
              <a:rPr sz="2800" spc="14" dirty="0" smtClean="0">
                <a:latin typeface="Arial"/>
                <a:cs typeface="Arial"/>
              </a:rPr>
              <a:t>c</a:t>
            </a:r>
            <a:r>
              <a:rPr sz="2800" spc="0" dirty="0" smtClean="0">
                <a:latin typeface="Arial"/>
                <a:cs typeface="Arial"/>
              </a:rPr>
              <a:t>i</a:t>
            </a:r>
            <a:r>
              <a:rPr sz="2800" spc="4" dirty="0" smtClean="0">
                <a:latin typeface="Arial"/>
                <a:cs typeface="Arial"/>
              </a:rPr>
              <a:t>ent</a:t>
            </a:r>
            <a:r>
              <a:rPr sz="2800" spc="0" dirty="0" smtClean="0">
                <a:latin typeface="Arial"/>
                <a:cs typeface="Arial"/>
              </a:rPr>
              <a:t>e</a:t>
            </a:r>
            <a:r>
              <a:rPr sz="2800" spc="233" dirty="0" smtClean="0">
                <a:latin typeface="Arial"/>
                <a:cs typeface="Arial"/>
              </a:rPr>
              <a:t> </a:t>
            </a:r>
            <a:r>
              <a:rPr sz="2800" spc="4" dirty="0" smtClean="0">
                <a:latin typeface="Arial"/>
                <a:cs typeface="Arial"/>
              </a:rPr>
              <a:t>entr</a:t>
            </a:r>
            <a:r>
              <a:rPr sz="2800" spc="0" dirty="0" smtClean="0">
                <a:latin typeface="Arial"/>
                <a:cs typeface="Arial"/>
              </a:rPr>
              <a:t>e</a:t>
            </a:r>
            <a:r>
              <a:rPr sz="2800" spc="291" dirty="0" smtClean="0">
                <a:latin typeface="Arial"/>
                <a:cs typeface="Arial"/>
              </a:rPr>
              <a:t> </a:t>
            </a:r>
            <a:r>
              <a:rPr sz="2800" spc="4" dirty="0" smtClean="0">
                <a:latin typeface="Arial"/>
                <a:cs typeface="Arial"/>
              </a:rPr>
              <a:t>a</a:t>
            </a:r>
            <a:r>
              <a:rPr sz="2800" spc="0" dirty="0" smtClean="0">
                <a:latin typeface="Arial"/>
                <a:cs typeface="Arial"/>
              </a:rPr>
              <a:t>s</a:t>
            </a:r>
            <a:r>
              <a:rPr sz="2800" spc="325" dirty="0" smtClean="0">
                <a:latin typeface="Arial"/>
                <a:cs typeface="Arial"/>
              </a:rPr>
              <a:t> </a:t>
            </a:r>
            <a:r>
              <a:rPr sz="2800" spc="4" dirty="0" smtClean="0">
                <a:latin typeface="Arial"/>
                <a:cs typeface="Arial"/>
              </a:rPr>
              <a:t>for</a:t>
            </a:r>
            <a:r>
              <a:rPr sz="2800" spc="-4" dirty="0" smtClean="0">
                <a:latin typeface="Arial"/>
                <a:cs typeface="Arial"/>
              </a:rPr>
              <a:t>ç</a:t>
            </a:r>
            <a:r>
              <a:rPr sz="2800" spc="4" dirty="0" smtClean="0">
                <a:latin typeface="Arial"/>
                <a:cs typeface="Arial"/>
              </a:rPr>
              <a:t>a</a:t>
            </a:r>
            <a:r>
              <a:rPr sz="2800" spc="0" dirty="0" smtClean="0">
                <a:latin typeface="Arial"/>
                <a:cs typeface="Arial"/>
              </a:rPr>
              <a:t>s </a:t>
            </a:r>
            <a:r>
              <a:rPr sz="2800" spc="4" dirty="0" smtClean="0">
                <a:latin typeface="Arial"/>
                <a:cs typeface="Arial"/>
              </a:rPr>
              <a:t>d</a:t>
            </a:r>
            <a:r>
              <a:rPr sz="2800" spc="0" dirty="0" smtClean="0">
                <a:latin typeface="Arial"/>
                <a:cs typeface="Arial"/>
              </a:rPr>
              <a:t>e</a:t>
            </a:r>
            <a:r>
              <a:rPr sz="2800" spc="-31" dirty="0" smtClean="0">
                <a:latin typeface="Arial"/>
                <a:cs typeface="Arial"/>
              </a:rPr>
              <a:t> </a:t>
            </a:r>
            <a:r>
              <a:rPr sz="2800" spc="0" dirty="0" smtClean="0">
                <a:latin typeface="Arial"/>
                <a:cs typeface="Arial"/>
              </a:rPr>
              <a:t>i</a:t>
            </a:r>
            <a:r>
              <a:rPr sz="2800" spc="4" dirty="0" smtClean="0">
                <a:latin typeface="Arial"/>
                <a:cs typeface="Arial"/>
              </a:rPr>
              <a:t>nérc</a:t>
            </a:r>
            <a:r>
              <a:rPr sz="2800" spc="0" dirty="0" smtClean="0">
                <a:latin typeface="Arial"/>
                <a:cs typeface="Arial"/>
              </a:rPr>
              <a:t>ia</a:t>
            </a:r>
            <a:r>
              <a:rPr sz="2800" spc="-62" dirty="0" smtClean="0">
                <a:latin typeface="Arial"/>
                <a:cs typeface="Arial"/>
              </a:rPr>
              <a:t> </a:t>
            </a:r>
            <a:r>
              <a:rPr sz="2800" spc="0" dirty="0" smtClean="0">
                <a:latin typeface="Arial"/>
                <a:cs typeface="Arial"/>
              </a:rPr>
              <a:t>e</a:t>
            </a:r>
            <a:r>
              <a:rPr sz="2800" spc="-15" dirty="0" smtClean="0">
                <a:latin typeface="Arial"/>
                <a:cs typeface="Arial"/>
              </a:rPr>
              <a:t> </a:t>
            </a:r>
            <a:r>
              <a:rPr sz="2800" spc="4" dirty="0" smtClean="0">
                <a:latin typeface="Arial"/>
                <a:cs typeface="Arial"/>
              </a:rPr>
              <a:t>a</a:t>
            </a:r>
            <a:r>
              <a:rPr sz="2800" spc="0" dirty="0" smtClean="0">
                <a:latin typeface="Arial"/>
                <a:cs typeface="Arial"/>
              </a:rPr>
              <a:t>s</a:t>
            </a:r>
            <a:r>
              <a:rPr sz="2800" spc="-29" dirty="0" smtClean="0">
                <a:latin typeface="Arial"/>
                <a:cs typeface="Arial"/>
              </a:rPr>
              <a:t> </a:t>
            </a:r>
            <a:r>
              <a:rPr sz="2800" spc="4" dirty="0" smtClean="0">
                <a:latin typeface="Arial"/>
                <a:cs typeface="Arial"/>
              </a:rPr>
              <a:t>for</a:t>
            </a:r>
            <a:r>
              <a:rPr sz="2800" spc="-4" dirty="0" smtClean="0">
                <a:latin typeface="Arial"/>
                <a:cs typeface="Arial"/>
              </a:rPr>
              <a:t>ç</a:t>
            </a:r>
            <a:r>
              <a:rPr sz="2800" spc="4" dirty="0" smtClean="0">
                <a:latin typeface="Arial"/>
                <a:cs typeface="Arial"/>
              </a:rPr>
              <a:t>a</a:t>
            </a:r>
            <a:r>
              <a:rPr sz="2800" spc="0" dirty="0" smtClean="0">
                <a:latin typeface="Arial"/>
                <a:cs typeface="Arial"/>
              </a:rPr>
              <a:t>s</a:t>
            </a:r>
            <a:r>
              <a:rPr sz="2800" spc="-76" dirty="0" smtClean="0">
                <a:latin typeface="Arial"/>
                <a:cs typeface="Arial"/>
              </a:rPr>
              <a:t> </a:t>
            </a:r>
            <a:r>
              <a:rPr sz="2800" spc="4" dirty="0" smtClean="0">
                <a:latin typeface="Arial"/>
                <a:cs typeface="Arial"/>
              </a:rPr>
              <a:t>d</a:t>
            </a:r>
            <a:r>
              <a:rPr sz="2800" spc="0" dirty="0" smtClean="0">
                <a:latin typeface="Arial"/>
                <a:cs typeface="Arial"/>
              </a:rPr>
              <a:t>e</a:t>
            </a:r>
            <a:r>
              <a:rPr sz="2800" spc="-31" dirty="0" smtClean="0">
                <a:latin typeface="Arial"/>
                <a:cs typeface="Arial"/>
              </a:rPr>
              <a:t> </a:t>
            </a:r>
            <a:r>
              <a:rPr sz="2800" spc="4" dirty="0" smtClean="0">
                <a:latin typeface="Arial"/>
                <a:cs typeface="Arial"/>
              </a:rPr>
              <a:t>v</a:t>
            </a:r>
            <a:r>
              <a:rPr sz="2800" spc="0" dirty="0" smtClean="0">
                <a:latin typeface="Arial"/>
                <a:cs typeface="Arial"/>
              </a:rPr>
              <a:t>i</a:t>
            </a:r>
            <a:r>
              <a:rPr sz="2800" spc="-4" dirty="0" smtClean="0">
                <a:latin typeface="Arial"/>
                <a:cs typeface="Arial"/>
              </a:rPr>
              <a:t>s</a:t>
            </a:r>
            <a:r>
              <a:rPr sz="2800" spc="4" dirty="0" smtClean="0">
                <a:latin typeface="Arial"/>
                <a:cs typeface="Arial"/>
              </a:rPr>
              <a:t>cos</a:t>
            </a:r>
            <a:r>
              <a:rPr sz="2800" spc="0" dirty="0" smtClean="0">
                <a:latin typeface="Arial"/>
                <a:cs typeface="Arial"/>
              </a:rPr>
              <a:t>i</a:t>
            </a:r>
            <a:r>
              <a:rPr sz="2800" spc="4" dirty="0" smtClean="0">
                <a:latin typeface="Arial"/>
                <a:cs typeface="Arial"/>
              </a:rPr>
              <a:t>dade</a:t>
            </a:r>
            <a:r>
              <a:rPr sz="2800" spc="0" dirty="0" smtClean="0">
                <a:latin typeface="Arial"/>
                <a:cs typeface="Arial"/>
              </a:rPr>
              <a:t>.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10"/>
          <p:cNvSpPr/>
          <p:nvPr/>
        </p:nvSpPr>
        <p:spPr>
          <a:xfrm>
            <a:off x="4267077" y="2913888"/>
            <a:ext cx="1511807" cy="748283"/>
          </a:xfrm>
          <a:custGeom>
            <a:avLst/>
            <a:gdLst/>
            <a:ahLst/>
            <a:cxnLst/>
            <a:rect l="l" t="t" r="r" b="b"/>
            <a:pathLst>
              <a:path w="1511807" h="748283">
                <a:moveTo>
                  <a:pt x="0" y="0"/>
                </a:moveTo>
                <a:lnTo>
                  <a:pt x="0" y="748283"/>
                </a:lnTo>
                <a:lnTo>
                  <a:pt x="1511807" y="748283"/>
                </a:lnTo>
                <a:lnTo>
                  <a:pt x="1511807" y="0"/>
                </a:lnTo>
                <a:lnTo>
                  <a:pt x="0" y="0"/>
                </a:lnTo>
                <a:close/>
              </a:path>
            </a:pathLst>
          </a:custGeom>
          <a:solidFill>
            <a:srgbClr val="CC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310017" y="1034143"/>
            <a:ext cx="1833691" cy="4825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779"/>
              </a:lnSpc>
              <a:spcBef>
                <a:spcPts val="189"/>
              </a:spcBef>
            </a:pPr>
            <a:r>
              <a:rPr sz="3600" dirty="0" smtClean="0">
                <a:solidFill>
                  <a:srgbClr val="00CC65"/>
                </a:solidFill>
                <a:latin typeface="Arial"/>
                <a:cs typeface="Arial"/>
              </a:rPr>
              <a:t>N</a:t>
            </a:r>
            <a:r>
              <a:rPr sz="3600" spc="175" dirty="0" smtClean="0">
                <a:solidFill>
                  <a:srgbClr val="00CC65"/>
                </a:solidFill>
                <a:latin typeface="Arial"/>
                <a:cs typeface="Arial"/>
              </a:rPr>
              <a:t>ú</a:t>
            </a:r>
            <a:r>
              <a:rPr sz="3600" spc="179" dirty="0" smtClean="0">
                <a:solidFill>
                  <a:srgbClr val="00CC65"/>
                </a:solidFill>
                <a:latin typeface="Arial"/>
                <a:cs typeface="Arial"/>
              </a:rPr>
              <a:t>me</a:t>
            </a:r>
            <a:r>
              <a:rPr sz="3600" spc="181" dirty="0" smtClean="0">
                <a:solidFill>
                  <a:srgbClr val="00CC65"/>
                </a:solidFill>
                <a:latin typeface="Arial"/>
                <a:cs typeface="Arial"/>
              </a:rPr>
              <a:t>r</a:t>
            </a:r>
            <a:r>
              <a:rPr sz="3600" spc="180" dirty="0" smtClean="0">
                <a:solidFill>
                  <a:srgbClr val="00CC65"/>
                </a:solidFill>
                <a:latin typeface="Arial"/>
                <a:cs typeface="Arial"/>
              </a:rPr>
              <a:t>o</a:t>
            </a:r>
            <a:endParaRPr sz="36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163130" y="1034143"/>
            <a:ext cx="5111796" cy="96423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779"/>
              </a:lnSpc>
              <a:spcBef>
                <a:spcPts val="189"/>
              </a:spcBef>
            </a:pPr>
            <a:r>
              <a:rPr sz="3600" spc="-4" dirty="0" smtClean="0">
                <a:solidFill>
                  <a:srgbClr val="00CC65"/>
                </a:solidFill>
                <a:latin typeface="Arial"/>
                <a:cs typeface="Arial"/>
              </a:rPr>
              <a:t>d</a:t>
            </a:r>
            <a:r>
              <a:rPr sz="3600" spc="0" dirty="0" smtClean="0">
                <a:solidFill>
                  <a:srgbClr val="00CC65"/>
                </a:solidFill>
                <a:latin typeface="Arial"/>
                <a:cs typeface="Arial"/>
              </a:rPr>
              <a:t>e</a:t>
            </a:r>
            <a:r>
              <a:rPr sz="3600" spc="180" dirty="0" smtClean="0">
                <a:solidFill>
                  <a:srgbClr val="00CC65"/>
                </a:solidFill>
                <a:latin typeface="Arial"/>
                <a:cs typeface="Arial"/>
              </a:rPr>
              <a:t> </a:t>
            </a:r>
            <a:r>
              <a:rPr sz="3600" spc="14" dirty="0" smtClean="0">
                <a:solidFill>
                  <a:srgbClr val="00CC65"/>
                </a:solidFill>
                <a:latin typeface="Arial"/>
                <a:cs typeface="Arial"/>
              </a:rPr>
              <a:t>R</a:t>
            </a:r>
            <a:r>
              <a:rPr sz="3600" spc="0" dirty="0" smtClean="0">
                <a:solidFill>
                  <a:srgbClr val="00CC65"/>
                </a:solidFill>
                <a:latin typeface="Arial"/>
                <a:cs typeface="Arial"/>
              </a:rPr>
              <a:t>ey</a:t>
            </a:r>
            <a:r>
              <a:rPr sz="3600" spc="-4" dirty="0" smtClean="0">
                <a:solidFill>
                  <a:srgbClr val="00CC65"/>
                </a:solidFill>
                <a:latin typeface="Arial"/>
                <a:cs typeface="Arial"/>
              </a:rPr>
              <a:t>nol</a:t>
            </a:r>
            <a:r>
              <a:rPr sz="3600" spc="9" dirty="0" smtClean="0">
                <a:solidFill>
                  <a:srgbClr val="00CC65"/>
                </a:solidFill>
                <a:latin typeface="Arial"/>
                <a:cs typeface="Arial"/>
              </a:rPr>
              <a:t>d</a:t>
            </a:r>
            <a:r>
              <a:rPr sz="3600" spc="0" dirty="0" smtClean="0">
                <a:solidFill>
                  <a:srgbClr val="00CC65"/>
                </a:solidFill>
                <a:latin typeface="Arial"/>
                <a:cs typeface="Arial"/>
              </a:rPr>
              <a:t>s </a:t>
            </a:r>
            <a:r>
              <a:rPr sz="3600" spc="135" dirty="0" smtClean="0">
                <a:solidFill>
                  <a:srgbClr val="00CC65"/>
                </a:solidFill>
                <a:latin typeface="Arial"/>
                <a:cs typeface="Arial"/>
              </a:rPr>
              <a:t> </a:t>
            </a:r>
            <a:r>
              <a:rPr sz="3600" spc="0" dirty="0" smtClean="0">
                <a:solidFill>
                  <a:srgbClr val="00CC65"/>
                </a:solidFill>
                <a:latin typeface="Arial"/>
                <a:cs typeface="Arial"/>
              </a:rPr>
              <a:t>em</a:t>
            </a:r>
            <a:r>
              <a:rPr sz="3600" spc="179" dirty="0" smtClean="0">
                <a:solidFill>
                  <a:srgbClr val="00CC65"/>
                </a:solidFill>
                <a:latin typeface="Arial"/>
                <a:cs typeface="Arial"/>
              </a:rPr>
              <a:t> </a:t>
            </a:r>
            <a:r>
              <a:rPr sz="3600" spc="-4" dirty="0" smtClean="0">
                <a:solidFill>
                  <a:srgbClr val="00CC65"/>
                </a:solidFill>
                <a:latin typeface="Arial"/>
                <a:cs typeface="Arial"/>
              </a:rPr>
              <a:t>T</a:t>
            </a:r>
            <a:r>
              <a:rPr sz="3600" spc="175" dirty="0" smtClean="0">
                <a:solidFill>
                  <a:srgbClr val="00CC65"/>
                </a:solidFill>
                <a:latin typeface="Arial"/>
                <a:cs typeface="Arial"/>
              </a:rPr>
              <a:t>ubo</a:t>
            </a:r>
            <a:r>
              <a:rPr sz="3600" spc="197" dirty="0" smtClean="0">
                <a:solidFill>
                  <a:srgbClr val="00CC65"/>
                </a:solidFill>
                <a:latin typeface="Arial"/>
                <a:cs typeface="Arial"/>
              </a:rPr>
              <a:t>s</a:t>
            </a:r>
            <a:endParaRPr sz="3600">
              <a:latin typeface="Arial"/>
              <a:cs typeface="Arial"/>
            </a:endParaRPr>
          </a:p>
          <a:p>
            <a:pPr marL="17060" marR="68579">
              <a:lnSpc>
                <a:spcPct val="95825"/>
              </a:lnSpc>
              <a:spcBef>
                <a:spcPts val="816"/>
              </a:spcBef>
            </a:pPr>
            <a:r>
              <a:rPr sz="2400" spc="-4" dirty="0" smtClean="0">
                <a:latin typeface="Arial"/>
                <a:cs typeface="Arial"/>
              </a:rPr>
              <a:t>E</a:t>
            </a:r>
            <a:r>
              <a:rPr sz="2400" spc="0" dirty="0" smtClean="0">
                <a:latin typeface="Arial"/>
                <a:cs typeface="Arial"/>
              </a:rPr>
              <a:t>sc</a:t>
            </a:r>
            <a:r>
              <a:rPr sz="2400" spc="-4" dirty="0" smtClean="0">
                <a:latin typeface="Arial"/>
                <a:cs typeface="Arial"/>
              </a:rPr>
              <a:t>oa</a:t>
            </a:r>
            <a:r>
              <a:rPr sz="2400" spc="4" dirty="0" smtClean="0">
                <a:latin typeface="Arial"/>
                <a:cs typeface="Arial"/>
              </a:rPr>
              <a:t>m</a:t>
            </a:r>
            <a:r>
              <a:rPr sz="2400" spc="-4" dirty="0" smtClean="0">
                <a:latin typeface="Arial"/>
                <a:cs typeface="Arial"/>
              </a:rPr>
              <a:t>e</a:t>
            </a:r>
            <a:r>
              <a:rPr sz="2400" spc="9" dirty="0" smtClean="0">
                <a:latin typeface="Arial"/>
                <a:cs typeface="Arial"/>
              </a:rPr>
              <a:t>n</a:t>
            </a:r>
            <a:r>
              <a:rPr sz="2400" spc="4" dirty="0" smtClean="0">
                <a:latin typeface="Arial"/>
                <a:cs typeface="Arial"/>
              </a:rPr>
              <a:t>t</a:t>
            </a:r>
            <a:r>
              <a:rPr sz="2400" spc="0" dirty="0" smtClean="0">
                <a:latin typeface="Arial"/>
                <a:cs typeface="Arial"/>
              </a:rPr>
              <a:t>o</a:t>
            </a:r>
            <a:r>
              <a:rPr sz="2400" spc="-6" dirty="0" smtClean="0">
                <a:latin typeface="Arial"/>
                <a:cs typeface="Arial"/>
              </a:rPr>
              <a:t> </a:t>
            </a:r>
            <a:r>
              <a:rPr sz="2400" spc="-4" dirty="0" smtClean="0">
                <a:latin typeface="Arial"/>
                <a:cs typeface="Arial"/>
              </a:rPr>
              <a:t>La</a:t>
            </a:r>
            <a:r>
              <a:rPr sz="2400" spc="4" dirty="0" smtClean="0">
                <a:latin typeface="Arial"/>
                <a:cs typeface="Arial"/>
              </a:rPr>
              <a:t>m</a:t>
            </a:r>
            <a:r>
              <a:rPr sz="2400" spc="-4" dirty="0" smtClean="0">
                <a:latin typeface="Arial"/>
                <a:cs typeface="Arial"/>
              </a:rPr>
              <a:t>ina</a:t>
            </a:r>
            <a:r>
              <a:rPr sz="2400" spc="4" dirty="0" smtClean="0">
                <a:latin typeface="Arial"/>
                <a:cs typeface="Arial"/>
              </a:rPr>
              <a:t>r</a:t>
            </a:r>
            <a:r>
              <a:rPr sz="2400" spc="0" dirty="0" smtClean="0">
                <a:latin typeface="Arial"/>
                <a:cs typeface="Arial"/>
              </a:rPr>
              <a:t>.</a:t>
            </a:r>
            <a:endParaRPr sz="24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581289" y="1668175"/>
            <a:ext cx="1585168" cy="3301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55"/>
              </a:lnSpc>
              <a:spcBef>
                <a:spcPts val="127"/>
              </a:spcBef>
            </a:pPr>
            <a:r>
              <a:rPr sz="2400" spc="-4" dirty="0" smtClean="0">
                <a:latin typeface="Arial"/>
                <a:cs typeface="Arial"/>
              </a:rPr>
              <a:t>Re</a:t>
            </a:r>
            <a:r>
              <a:rPr sz="2400" spc="0" dirty="0" smtClean="0">
                <a:latin typeface="Arial"/>
                <a:cs typeface="Arial"/>
              </a:rPr>
              <a:t>&lt;</a:t>
            </a:r>
            <a:r>
              <a:rPr sz="2400" spc="9" dirty="0" smtClean="0">
                <a:latin typeface="Arial"/>
                <a:cs typeface="Arial"/>
              </a:rPr>
              <a:t>2</a:t>
            </a:r>
            <a:r>
              <a:rPr sz="2400" spc="-4" dirty="0" smtClean="0">
                <a:latin typeface="Arial"/>
                <a:cs typeface="Arial"/>
              </a:rPr>
              <a:t>0</a:t>
            </a:r>
            <a:r>
              <a:rPr sz="2400" spc="9" dirty="0" smtClean="0">
                <a:latin typeface="Arial"/>
                <a:cs typeface="Arial"/>
              </a:rPr>
              <a:t>0</a:t>
            </a:r>
            <a:r>
              <a:rPr sz="2400" spc="0" dirty="0" smtClean="0">
                <a:latin typeface="Arial"/>
                <a:cs typeface="Arial"/>
              </a:rPr>
              <a:t>0 –</a:t>
            </a:r>
            <a:endParaRPr sz="24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238384" y="1730006"/>
            <a:ext cx="243152" cy="105714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939"/>
              </a:lnSpc>
              <a:spcBef>
                <a:spcPts val="97"/>
              </a:spcBef>
            </a:pPr>
            <a:r>
              <a:rPr sz="1800" spc="250" dirty="0" smtClean="0">
                <a:solidFill>
                  <a:srgbClr val="65FF32"/>
                </a:solidFill>
                <a:latin typeface="Arial"/>
                <a:cs typeface="Arial"/>
              </a:rPr>
              <a:t>□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95825"/>
              </a:lnSpc>
              <a:spcBef>
                <a:spcPts val="1001"/>
              </a:spcBef>
            </a:pPr>
            <a:r>
              <a:rPr sz="1800" spc="250" dirty="0" smtClean="0">
                <a:solidFill>
                  <a:srgbClr val="65FF32"/>
                </a:solidFill>
                <a:latin typeface="Arial"/>
                <a:cs typeface="Arial"/>
              </a:rPr>
              <a:t>□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95825"/>
              </a:lnSpc>
              <a:spcBef>
                <a:spcPts val="1086"/>
              </a:spcBef>
            </a:pPr>
            <a:r>
              <a:rPr sz="1800" spc="250" dirty="0" smtClean="0">
                <a:solidFill>
                  <a:srgbClr val="65FF32"/>
                </a:solidFill>
                <a:latin typeface="Arial"/>
                <a:cs typeface="Arial"/>
              </a:rPr>
              <a:t>□</a:t>
            </a:r>
            <a:endParaRPr sz="18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581289" y="2070511"/>
            <a:ext cx="6152449" cy="73101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55"/>
              </a:lnSpc>
              <a:spcBef>
                <a:spcPts val="127"/>
              </a:spcBef>
            </a:pPr>
            <a:r>
              <a:rPr sz="2400" spc="-4" dirty="0" smtClean="0">
                <a:latin typeface="Arial"/>
                <a:cs typeface="Arial"/>
              </a:rPr>
              <a:t>20</a:t>
            </a:r>
            <a:r>
              <a:rPr sz="2400" spc="9" dirty="0" smtClean="0">
                <a:latin typeface="Arial"/>
                <a:cs typeface="Arial"/>
              </a:rPr>
              <a:t>0</a:t>
            </a:r>
            <a:r>
              <a:rPr sz="2400" spc="-4" dirty="0" smtClean="0">
                <a:latin typeface="Arial"/>
                <a:cs typeface="Arial"/>
              </a:rPr>
              <a:t>0</a:t>
            </a:r>
            <a:r>
              <a:rPr sz="2400" spc="0" dirty="0" smtClean="0">
                <a:latin typeface="Arial"/>
                <a:cs typeface="Arial"/>
              </a:rPr>
              <a:t>&lt;</a:t>
            </a:r>
            <a:r>
              <a:rPr sz="2400" spc="4" dirty="0" smtClean="0">
                <a:latin typeface="Arial"/>
                <a:cs typeface="Arial"/>
              </a:rPr>
              <a:t>R</a:t>
            </a:r>
            <a:r>
              <a:rPr sz="2400" spc="-4" dirty="0" smtClean="0">
                <a:latin typeface="Arial"/>
                <a:cs typeface="Arial"/>
              </a:rPr>
              <a:t>e</a:t>
            </a:r>
            <a:r>
              <a:rPr sz="2400" spc="0" dirty="0" smtClean="0">
                <a:latin typeface="Arial"/>
                <a:cs typeface="Arial"/>
              </a:rPr>
              <a:t>&lt;</a:t>
            </a:r>
            <a:r>
              <a:rPr sz="2400" spc="-4" dirty="0" smtClean="0">
                <a:latin typeface="Arial"/>
                <a:cs typeface="Arial"/>
              </a:rPr>
              <a:t>24</a:t>
            </a:r>
            <a:r>
              <a:rPr sz="2400" spc="9" dirty="0" smtClean="0">
                <a:latin typeface="Arial"/>
                <a:cs typeface="Arial"/>
              </a:rPr>
              <a:t>0</a:t>
            </a:r>
            <a:r>
              <a:rPr sz="2400" spc="0" dirty="0" smtClean="0">
                <a:latin typeface="Arial"/>
                <a:cs typeface="Arial"/>
              </a:rPr>
              <a:t>0 – </a:t>
            </a:r>
            <a:r>
              <a:rPr sz="2400" spc="-4" dirty="0" smtClean="0">
                <a:latin typeface="Arial"/>
                <a:cs typeface="Arial"/>
              </a:rPr>
              <a:t>E</a:t>
            </a:r>
            <a:r>
              <a:rPr sz="2400" spc="0" dirty="0" smtClean="0">
                <a:latin typeface="Arial"/>
                <a:cs typeface="Arial"/>
              </a:rPr>
              <a:t>sc</a:t>
            </a:r>
            <a:r>
              <a:rPr sz="2400" spc="-4" dirty="0" smtClean="0">
                <a:latin typeface="Arial"/>
                <a:cs typeface="Arial"/>
              </a:rPr>
              <a:t>oa</a:t>
            </a:r>
            <a:r>
              <a:rPr sz="2400" spc="4" dirty="0" smtClean="0">
                <a:latin typeface="Arial"/>
                <a:cs typeface="Arial"/>
              </a:rPr>
              <a:t>m</a:t>
            </a:r>
            <a:r>
              <a:rPr sz="2400" spc="-4" dirty="0" smtClean="0">
                <a:latin typeface="Arial"/>
                <a:cs typeface="Arial"/>
              </a:rPr>
              <a:t>en</a:t>
            </a:r>
            <a:r>
              <a:rPr sz="2400" spc="4" dirty="0" smtClean="0">
                <a:latin typeface="Arial"/>
                <a:cs typeface="Arial"/>
              </a:rPr>
              <a:t>t</a:t>
            </a:r>
            <a:r>
              <a:rPr sz="2400" spc="0" dirty="0" smtClean="0">
                <a:latin typeface="Arial"/>
                <a:cs typeface="Arial"/>
              </a:rPr>
              <a:t>o</a:t>
            </a:r>
            <a:r>
              <a:rPr sz="2400" spc="-6" dirty="0" smtClean="0">
                <a:latin typeface="Arial"/>
                <a:cs typeface="Arial"/>
              </a:rPr>
              <a:t> </a:t>
            </a:r>
            <a:r>
              <a:rPr sz="2400" spc="9" dirty="0" smtClean="0">
                <a:latin typeface="Arial"/>
                <a:cs typeface="Arial"/>
              </a:rPr>
              <a:t>d</a:t>
            </a:r>
            <a:r>
              <a:rPr sz="2400" spc="0" dirty="0" smtClean="0">
                <a:latin typeface="Arial"/>
                <a:cs typeface="Arial"/>
              </a:rPr>
              <a:t>e T</a:t>
            </a:r>
            <a:r>
              <a:rPr sz="2400" spc="4" dirty="0" smtClean="0">
                <a:latin typeface="Arial"/>
                <a:cs typeface="Arial"/>
              </a:rPr>
              <a:t>r</a:t>
            </a:r>
            <a:r>
              <a:rPr sz="2400" spc="-4" dirty="0" smtClean="0">
                <a:latin typeface="Arial"/>
                <a:cs typeface="Arial"/>
              </a:rPr>
              <a:t>an</a:t>
            </a:r>
            <a:r>
              <a:rPr sz="2400" spc="0" dirty="0" smtClean="0">
                <a:latin typeface="Arial"/>
                <a:cs typeface="Arial"/>
              </a:rPr>
              <a:t>s</a:t>
            </a:r>
            <a:r>
              <a:rPr sz="2400" spc="-4" dirty="0" smtClean="0">
                <a:latin typeface="Arial"/>
                <a:cs typeface="Arial"/>
              </a:rPr>
              <a:t>i</a:t>
            </a:r>
            <a:r>
              <a:rPr sz="2400" spc="0" dirty="0" smtClean="0">
                <a:latin typeface="Arial"/>
                <a:cs typeface="Arial"/>
              </a:rPr>
              <a:t>ç</a:t>
            </a:r>
            <a:r>
              <a:rPr sz="2400" spc="9" dirty="0" smtClean="0">
                <a:latin typeface="Arial"/>
                <a:cs typeface="Arial"/>
              </a:rPr>
              <a:t>ã</a:t>
            </a:r>
            <a:r>
              <a:rPr sz="2400" spc="-4" dirty="0" smtClean="0">
                <a:latin typeface="Arial"/>
                <a:cs typeface="Arial"/>
              </a:rPr>
              <a:t>o</a:t>
            </a:r>
            <a:r>
              <a:rPr sz="2400" spc="0" dirty="0" smtClean="0">
                <a:latin typeface="Arial"/>
                <a:cs typeface="Arial"/>
              </a:rPr>
              <a:t>.</a:t>
            </a:r>
            <a:endParaRPr sz="2400">
              <a:latin typeface="Arial"/>
              <a:cs typeface="Arial"/>
            </a:endParaRPr>
          </a:p>
          <a:p>
            <a:pPr marL="12700" marR="45719">
              <a:lnSpc>
                <a:spcPct val="95825"/>
              </a:lnSpc>
              <a:spcBef>
                <a:spcPts val="267"/>
              </a:spcBef>
            </a:pPr>
            <a:r>
              <a:rPr sz="2400" spc="-4" dirty="0" smtClean="0">
                <a:latin typeface="Arial"/>
                <a:cs typeface="Arial"/>
              </a:rPr>
              <a:t>Re</a:t>
            </a:r>
            <a:r>
              <a:rPr sz="2400" spc="0" dirty="0" smtClean="0">
                <a:latin typeface="Arial"/>
                <a:cs typeface="Arial"/>
              </a:rPr>
              <a:t>&gt;</a:t>
            </a:r>
            <a:r>
              <a:rPr sz="2400" spc="9" dirty="0" smtClean="0">
                <a:latin typeface="Arial"/>
                <a:cs typeface="Arial"/>
              </a:rPr>
              <a:t>2</a:t>
            </a:r>
            <a:r>
              <a:rPr sz="2400" spc="-4" dirty="0" smtClean="0">
                <a:latin typeface="Arial"/>
                <a:cs typeface="Arial"/>
              </a:rPr>
              <a:t>4</a:t>
            </a:r>
            <a:r>
              <a:rPr sz="2400" spc="9" dirty="0" smtClean="0">
                <a:latin typeface="Arial"/>
                <a:cs typeface="Arial"/>
              </a:rPr>
              <a:t>0</a:t>
            </a:r>
            <a:r>
              <a:rPr sz="2400" spc="0" dirty="0" smtClean="0">
                <a:latin typeface="Arial"/>
                <a:cs typeface="Arial"/>
              </a:rPr>
              <a:t>0 – </a:t>
            </a:r>
            <a:r>
              <a:rPr sz="2400" spc="-4" dirty="0" smtClean="0">
                <a:latin typeface="Arial"/>
                <a:cs typeface="Arial"/>
              </a:rPr>
              <a:t>E</a:t>
            </a:r>
            <a:r>
              <a:rPr sz="2400" spc="0" dirty="0" smtClean="0">
                <a:latin typeface="Arial"/>
                <a:cs typeface="Arial"/>
              </a:rPr>
              <a:t>sc</a:t>
            </a:r>
            <a:r>
              <a:rPr sz="2400" spc="-4" dirty="0" smtClean="0">
                <a:latin typeface="Arial"/>
                <a:cs typeface="Arial"/>
              </a:rPr>
              <a:t>oa</a:t>
            </a:r>
            <a:r>
              <a:rPr sz="2400" spc="4" dirty="0" smtClean="0">
                <a:latin typeface="Arial"/>
                <a:cs typeface="Arial"/>
              </a:rPr>
              <a:t>m</a:t>
            </a:r>
            <a:r>
              <a:rPr sz="2400" spc="-4" dirty="0" smtClean="0">
                <a:latin typeface="Arial"/>
                <a:cs typeface="Arial"/>
              </a:rPr>
              <a:t>e</a:t>
            </a:r>
            <a:r>
              <a:rPr sz="2400" spc="9" dirty="0" smtClean="0">
                <a:latin typeface="Arial"/>
                <a:cs typeface="Arial"/>
              </a:rPr>
              <a:t>n</a:t>
            </a:r>
            <a:r>
              <a:rPr sz="2400" spc="4" dirty="0" smtClean="0">
                <a:latin typeface="Arial"/>
                <a:cs typeface="Arial"/>
              </a:rPr>
              <a:t>t</a:t>
            </a:r>
            <a:r>
              <a:rPr sz="2400" spc="0" dirty="0" smtClean="0">
                <a:latin typeface="Arial"/>
                <a:cs typeface="Arial"/>
              </a:rPr>
              <a:t>o</a:t>
            </a:r>
            <a:r>
              <a:rPr sz="2400" spc="-6" dirty="0" smtClean="0">
                <a:latin typeface="Arial"/>
                <a:cs typeface="Arial"/>
              </a:rPr>
              <a:t> </a:t>
            </a:r>
            <a:r>
              <a:rPr sz="2400" spc="0" dirty="0" smtClean="0">
                <a:latin typeface="Arial"/>
                <a:cs typeface="Arial"/>
              </a:rPr>
              <a:t>T</a:t>
            </a:r>
            <a:r>
              <a:rPr sz="2400" spc="-4" dirty="0" smtClean="0">
                <a:latin typeface="Arial"/>
                <a:cs typeface="Arial"/>
              </a:rPr>
              <a:t>u</a:t>
            </a:r>
            <a:r>
              <a:rPr sz="2400" spc="4" dirty="0" smtClean="0">
                <a:latin typeface="Arial"/>
                <a:cs typeface="Arial"/>
              </a:rPr>
              <a:t>r</a:t>
            </a:r>
            <a:r>
              <a:rPr sz="2400" spc="-4" dirty="0" smtClean="0">
                <a:latin typeface="Arial"/>
                <a:cs typeface="Arial"/>
              </a:rPr>
              <a:t>bule</a:t>
            </a:r>
            <a:r>
              <a:rPr sz="2400" spc="9" dirty="0" smtClean="0">
                <a:latin typeface="Arial"/>
                <a:cs typeface="Arial"/>
              </a:rPr>
              <a:t>n</a:t>
            </a:r>
            <a:r>
              <a:rPr sz="2400" spc="4" dirty="0" smtClean="0">
                <a:latin typeface="Arial"/>
                <a:cs typeface="Arial"/>
              </a:rPr>
              <a:t>t</a:t>
            </a:r>
            <a:r>
              <a:rPr sz="2400" spc="-4" dirty="0" smtClean="0">
                <a:latin typeface="Arial"/>
                <a:cs typeface="Arial"/>
              </a:rPr>
              <a:t>o</a:t>
            </a:r>
            <a:r>
              <a:rPr sz="2400" spc="0" dirty="0" smtClean="0">
                <a:latin typeface="Arial"/>
                <a:cs typeface="Arial"/>
              </a:rPr>
              <a:t>.</a:t>
            </a:r>
            <a:endParaRPr sz="24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470791" y="3271815"/>
            <a:ext cx="132396" cy="18412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75"/>
              </a:lnSpc>
              <a:spcBef>
                <a:spcPts val="68"/>
              </a:spcBef>
            </a:pPr>
            <a:r>
              <a:rPr sz="1250" spc="0" dirty="0" smtClean="0">
                <a:latin typeface="Times New Roman"/>
                <a:cs typeface="Times New Roman"/>
              </a:rPr>
              <a:t>e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209931" y="3308305"/>
            <a:ext cx="238104" cy="31299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465"/>
              </a:lnSpc>
              <a:spcBef>
                <a:spcPts val="123"/>
              </a:spcBef>
            </a:pPr>
            <a:r>
              <a:rPr sz="2250" spc="0" dirty="0" smtClean="0">
                <a:latin typeface="Meiryo"/>
                <a:cs typeface="Meiryo"/>
              </a:rPr>
              <a:t>µ</a:t>
            </a:r>
            <a:endParaRPr sz="2250">
              <a:latin typeface="Meiryo"/>
              <a:cs typeface="Meiryo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581289" y="4080615"/>
            <a:ext cx="299103" cy="133648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9714">
              <a:lnSpc>
                <a:spcPts val="3815"/>
              </a:lnSpc>
              <a:spcBef>
                <a:spcPts val="190"/>
              </a:spcBef>
            </a:pPr>
            <a:r>
              <a:rPr sz="4425" spc="0" baseline="6408" dirty="0" smtClean="0">
                <a:latin typeface="Meiryo"/>
                <a:cs typeface="Meiryo"/>
              </a:rPr>
              <a:t>ρ</a:t>
            </a:r>
            <a:endParaRPr sz="2950">
              <a:latin typeface="Meiryo"/>
              <a:cs typeface="Meiryo"/>
            </a:endParaRPr>
          </a:p>
          <a:p>
            <a:pPr marL="12700">
              <a:lnSpc>
                <a:spcPts val="3715"/>
              </a:lnSpc>
            </a:pPr>
            <a:r>
              <a:rPr sz="4425" spc="0" baseline="6408" dirty="0" smtClean="0">
                <a:latin typeface="Meiryo"/>
                <a:cs typeface="Meiryo"/>
              </a:rPr>
              <a:t>µ</a:t>
            </a:r>
            <a:endParaRPr sz="2950">
              <a:latin typeface="Meiryo"/>
              <a:cs typeface="Meiryo"/>
            </a:endParaRPr>
          </a:p>
          <a:p>
            <a:pPr marL="12700" marR="30095">
              <a:lnSpc>
                <a:spcPts val="2955"/>
              </a:lnSpc>
            </a:pPr>
            <a:r>
              <a:rPr sz="2800" spc="0" dirty="0" smtClean="0">
                <a:latin typeface="Arial"/>
                <a:cs typeface="Arial"/>
              </a:rPr>
              <a:t>v</a:t>
            </a:r>
            <a:endParaRPr sz="28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858655" y="4100874"/>
            <a:ext cx="323231" cy="131622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9465" marR="7619">
              <a:lnSpc>
                <a:spcPts val="2960"/>
              </a:lnSpc>
              <a:spcBef>
                <a:spcPts val="148"/>
              </a:spcBef>
            </a:pPr>
            <a:r>
              <a:rPr sz="2800" spc="0" dirty="0" smtClean="0">
                <a:latin typeface="Arial"/>
                <a:cs typeface="Arial"/>
              </a:rPr>
              <a:t>=</a:t>
            </a:r>
            <a:endParaRPr sz="2800">
              <a:latin typeface="Arial"/>
              <a:cs typeface="Arial"/>
            </a:endParaRPr>
          </a:p>
          <a:p>
            <a:pPr marL="37085">
              <a:lnSpc>
                <a:spcPct val="95825"/>
              </a:lnSpc>
              <a:spcBef>
                <a:spcPts val="336"/>
              </a:spcBef>
            </a:pPr>
            <a:r>
              <a:rPr sz="2800" spc="0" dirty="0" smtClean="0">
                <a:latin typeface="Arial"/>
                <a:cs typeface="Arial"/>
              </a:rPr>
              <a:t>=</a:t>
            </a:r>
            <a:endParaRPr sz="2800">
              <a:latin typeface="Arial"/>
              <a:cs typeface="Arial"/>
            </a:endParaRPr>
          </a:p>
          <a:p>
            <a:pPr marL="12700" marR="24385">
              <a:lnSpc>
                <a:spcPct val="95825"/>
              </a:lnSpc>
              <a:spcBef>
                <a:spcPts val="440"/>
              </a:spcBef>
            </a:pPr>
            <a:r>
              <a:rPr sz="2800" spc="0" dirty="0" smtClean="0">
                <a:latin typeface="Arial"/>
                <a:cs typeface="Arial"/>
              </a:rPr>
              <a:t>=</a:t>
            </a:r>
            <a:endParaRPr sz="28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165043" y="4100874"/>
            <a:ext cx="4943877" cy="131622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9465" marR="48635">
              <a:lnSpc>
                <a:spcPts val="2960"/>
              </a:lnSpc>
              <a:spcBef>
                <a:spcPts val="148"/>
              </a:spcBef>
            </a:pPr>
            <a:r>
              <a:rPr sz="2800" spc="0" dirty="0" smtClean="0">
                <a:latin typeface="Arial"/>
                <a:cs typeface="Arial"/>
              </a:rPr>
              <a:t>m</a:t>
            </a:r>
            <a:r>
              <a:rPr sz="2800" spc="4" dirty="0" smtClean="0">
                <a:latin typeface="Arial"/>
                <a:cs typeface="Arial"/>
              </a:rPr>
              <a:t>ass</a:t>
            </a:r>
            <a:r>
              <a:rPr sz="2800" spc="0" dirty="0" smtClean="0">
                <a:latin typeface="Arial"/>
                <a:cs typeface="Arial"/>
              </a:rPr>
              <a:t>a</a:t>
            </a:r>
            <a:r>
              <a:rPr sz="2800" spc="-82" dirty="0" smtClean="0">
                <a:latin typeface="Arial"/>
                <a:cs typeface="Arial"/>
              </a:rPr>
              <a:t> </a:t>
            </a:r>
            <a:r>
              <a:rPr sz="2800" spc="4" dirty="0" smtClean="0">
                <a:latin typeface="Arial"/>
                <a:cs typeface="Arial"/>
              </a:rPr>
              <a:t>específ</a:t>
            </a:r>
            <a:r>
              <a:rPr sz="2800" spc="-9" dirty="0" smtClean="0">
                <a:latin typeface="Arial"/>
                <a:cs typeface="Arial"/>
              </a:rPr>
              <a:t>i</a:t>
            </a:r>
            <a:r>
              <a:rPr sz="2800" spc="4" dirty="0" smtClean="0">
                <a:latin typeface="Arial"/>
                <a:cs typeface="Arial"/>
              </a:rPr>
              <a:t>c</a:t>
            </a:r>
            <a:r>
              <a:rPr sz="2800" spc="0" dirty="0" smtClean="0">
                <a:latin typeface="Arial"/>
                <a:cs typeface="Arial"/>
              </a:rPr>
              <a:t>a</a:t>
            </a:r>
            <a:r>
              <a:rPr sz="2800" spc="-125" dirty="0" smtClean="0">
                <a:latin typeface="Arial"/>
                <a:cs typeface="Arial"/>
              </a:rPr>
              <a:t> </a:t>
            </a:r>
            <a:r>
              <a:rPr sz="2800" spc="4" dirty="0" smtClean="0">
                <a:latin typeface="Arial"/>
                <a:cs typeface="Arial"/>
              </a:rPr>
              <a:t>d</a:t>
            </a:r>
            <a:r>
              <a:rPr sz="2800" spc="0" dirty="0" smtClean="0">
                <a:latin typeface="Arial"/>
                <a:cs typeface="Arial"/>
              </a:rPr>
              <a:t>o</a:t>
            </a:r>
            <a:r>
              <a:rPr sz="2800" spc="-31" dirty="0" smtClean="0">
                <a:latin typeface="Arial"/>
                <a:cs typeface="Arial"/>
              </a:rPr>
              <a:t> </a:t>
            </a:r>
            <a:r>
              <a:rPr sz="2800" spc="4" dirty="0" smtClean="0">
                <a:latin typeface="Arial"/>
                <a:cs typeface="Arial"/>
              </a:rPr>
              <a:t>f</a:t>
            </a:r>
            <a:r>
              <a:rPr sz="2800" spc="0" dirty="0" smtClean="0">
                <a:latin typeface="Arial"/>
                <a:cs typeface="Arial"/>
              </a:rPr>
              <a:t>l</a:t>
            </a:r>
            <a:r>
              <a:rPr sz="2800" spc="4" dirty="0" smtClean="0">
                <a:latin typeface="Arial"/>
                <a:cs typeface="Arial"/>
              </a:rPr>
              <a:t>u</a:t>
            </a:r>
            <a:r>
              <a:rPr sz="2800" spc="-9" dirty="0" smtClean="0">
                <a:latin typeface="Arial"/>
                <a:cs typeface="Arial"/>
              </a:rPr>
              <a:t>i</a:t>
            </a:r>
            <a:r>
              <a:rPr sz="2800" spc="4" dirty="0" smtClean="0">
                <a:latin typeface="Arial"/>
                <a:cs typeface="Arial"/>
              </a:rPr>
              <a:t>d</a:t>
            </a:r>
            <a:r>
              <a:rPr sz="2800" spc="0" dirty="0" smtClean="0">
                <a:latin typeface="Arial"/>
                <a:cs typeface="Arial"/>
              </a:rPr>
              <a:t>o</a:t>
            </a:r>
            <a:endParaRPr sz="2800">
              <a:latin typeface="Arial"/>
              <a:cs typeface="Arial"/>
            </a:endParaRPr>
          </a:p>
          <a:p>
            <a:pPr marL="12700" indent="24385">
              <a:lnSpc>
                <a:spcPct val="108630"/>
              </a:lnSpc>
              <a:spcBef>
                <a:spcPts val="692"/>
              </a:spcBef>
            </a:pPr>
            <a:r>
              <a:rPr sz="2800" spc="4" dirty="0" smtClean="0">
                <a:latin typeface="Arial"/>
                <a:cs typeface="Arial"/>
              </a:rPr>
              <a:t>v</a:t>
            </a:r>
            <a:r>
              <a:rPr sz="2800" spc="0" dirty="0" smtClean="0">
                <a:latin typeface="Arial"/>
                <a:cs typeface="Arial"/>
              </a:rPr>
              <a:t>i</a:t>
            </a:r>
            <a:r>
              <a:rPr sz="2800" spc="4" dirty="0" smtClean="0">
                <a:latin typeface="Arial"/>
                <a:cs typeface="Arial"/>
              </a:rPr>
              <a:t>scos</a:t>
            </a:r>
            <a:r>
              <a:rPr sz="2800" spc="0" dirty="0" smtClean="0">
                <a:latin typeface="Arial"/>
                <a:cs typeface="Arial"/>
              </a:rPr>
              <a:t>i</a:t>
            </a:r>
            <a:r>
              <a:rPr sz="2800" spc="4" dirty="0" smtClean="0">
                <a:latin typeface="Arial"/>
                <a:cs typeface="Arial"/>
              </a:rPr>
              <a:t>dad</a:t>
            </a:r>
            <a:r>
              <a:rPr sz="2800" spc="0" dirty="0" smtClean="0">
                <a:latin typeface="Arial"/>
                <a:cs typeface="Arial"/>
              </a:rPr>
              <a:t>e</a:t>
            </a:r>
            <a:r>
              <a:rPr sz="2800" spc="-146" dirty="0" smtClean="0">
                <a:latin typeface="Arial"/>
                <a:cs typeface="Arial"/>
              </a:rPr>
              <a:t> </a:t>
            </a:r>
            <a:r>
              <a:rPr sz="2800" spc="4" dirty="0" smtClean="0">
                <a:latin typeface="Arial"/>
                <a:cs typeface="Arial"/>
              </a:rPr>
              <a:t>d</a:t>
            </a:r>
            <a:r>
              <a:rPr sz="2800" spc="0" dirty="0" smtClean="0">
                <a:latin typeface="Arial"/>
                <a:cs typeface="Arial"/>
              </a:rPr>
              <a:t>i</a:t>
            </a:r>
            <a:r>
              <a:rPr sz="2800" spc="4" dirty="0" smtClean="0">
                <a:latin typeface="Arial"/>
                <a:cs typeface="Arial"/>
              </a:rPr>
              <a:t>nâ</a:t>
            </a:r>
            <a:r>
              <a:rPr sz="2800" spc="0" dirty="0" smtClean="0">
                <a:latin typeface="Arial"/>
                <a:cs typeface="Arial"/>
              </a:rPr>
              <a:t>mi</a:t>
            </a:r>
            <a:r>
              <a:rPr sz="2800" spc="4" dirty="0" smtClean="0">
                <a:latin typeface="Arial"/>
                <a:cs typeface="Arial"/>
              </a:rPr>
              <a:t>c</a:t>
            </a:r>
            <a:r>
              <a:rPr sz="2800" spc="0" dirty="0" smtClean="0">
                <a:latin typeface="Arial"/>
                <a:cs typeface="Arial"/>
              </a:rPr>
              <a:t>a</a:t>
            </a:r>
            <a:r>
              <a:rPr sz="2800" spc="-112" dirty="0" smtClean="0">
                <a:latin typeface="Arial"/>
                <a:cs typeface="Arial"/>
              </a:rPr>
              <a:t> </a:t>
            </a:r>
            <a:r>
              <a:rPr sz="2800" spc="14" dirty="0" smtClean="0">
                <a:latin typeface="Arial"/>
                <a:cs typeface="Arial"/>
              </a:rPr>
              <a:t>d</a:t>
            </a:r>
            <a:r>
              <a:rPr sz="2800" spc="0" dirty="0" smtClean="0">
                <a:latin typeface="Arial"/>
                <a:cs typeface="Arial"/>
              </a:rPr>
              <a:t>o</a:t>
            </a:r>
            <a:r>
              <a:rPr sz="2800" spc="-31" dirty="0" smtClean="0">
                <a:latin typeface="Arial"/>
                <a:cs typeface="Arial"/>
              </a:rPr>
              <a:t> </a:t>
            </a:r>
            <a:r>
              <a:rPr sz="2800" spc="4" dirty="0" smtClean="0">
                <a:latin typeface="Arial"/>
                <a:cs typeface="Arial"/>
              </a:rPr>
              <a:t>f</a:t>
            </a:r>
            <a:r>
              <a:rPr sz="2800" spc="0" dirty="0" smtClean="0">
                <a:latin typeface="Arial"/>
                <a:cs typeface="Arial"/>
              </a:rPr>
              <a:t>l</a:t>
            </a:r>
            <a:r>
              <a:rPr sz="2800" spc="4" dirty="0" smtClean="0">
                <a:latin typeface="Arial"/>
                <a:cs typeface="Arial"/>
              </a:rPr>
              <a:t>u</a:t>
            </a:r>
            <a:r>
              <a:rPr sz="2800" spc="0" dirty="0" smtClean="0">
                <a:latin typeface="Arial"/>
                <a:cs typeface="Arial"/>
              </a:rPr>
              <a:t>i</a:t>
            </a:r>
            <a:r>
              <a:rPr sz="2800" spc="4" dirty="0" smtClean="0">
                <a:latin typeface="Arial"/>
                <a:cs typeface="Arial"/>
              </a:rPr>
              <a:t>d</a:t>
            </a:r>
            <a:r>
              <a:rPr sz="2800" spc="0" dirty="0" smtClean="0">
                <a:latin typeface="Arial"/>
                <a:cs typeface="Arial"/>
              </a:rPr>
              <a:t>o </a:t>
            </a:r>
            <a:r>
              <a:rPr sz="2800" spc="4" dirty="0" smtClean="0">
                <a:latin typeface="Arial"/>
                <a:cs typeface="Arial"/>
              </a:rPr>
              <a:t>ve</a:t>
            </a:r>
            <a:r>
              <a:rPr sz="2800" spc="0" dirty="0" smtClean="0">
                <a:latin typeface="Arial"/>
                <a:cs typeface="Arial"/>
              </a:rPr>
              <a:t>l</a:t>
            </a:r>
            <a:r>
              <a:rPr sz="2800" spc="4" dirty="0" smtClean="0">
                <a:latin typeface="Arial"/>
                <a:cs typeface="Arial"/>
              </a:rPr>
              <a:t>oc</a:t>
            </a:r>
            <a:r>
              <a:rPr sz="2800" spc="-9" dirty="0" smtClean="0">
                <a:latin typeface="Arial"/>
                <a:cs typeface="Arial"/>
              </a:rPr>
              <a:t>i</a:t>
            </a:r>
            <a:r>
              <a:rPr sz="2800" spc="4" dirty="0" smtClean="0">
                <a:latin typeface="Arial"/>
                <a:cs typeface="Arial"/>
              </a:rPr>
              <a:t>dad</a:t>
            </a:r>
            <a:r>
              <a:rPr sz="2800" spc="0" dirty="0" smtClean="0">
                <a:latin typeface="Arial"/>
                <a:cs typeface="Arial"/>
              </a:rPr>
              <a:t>e</a:t>
            </a:r>
            <a:r>
              <a:rPr sz="2800" spc="-133" dirty="0" smtClean="0">
                <a:latin typeface="Arial"/>
                <a:cs typeface="Arial"/>
              </a:rPr>
              <a:t> </a:t>
            </a:r>
            <a:r>
              <a:rPr sz="2800" spc="4" dirty="0" smtClean="0">
                <a:latin typeface="Arial"/>
                <a:cs typeface="Arial"/>
              </a:rPr>
              <a:t>d</a:t>
            </a:r>
            <a:r>
              <a:rPr sz="2800" spc="0" dirty="0" smtClean="0">
                <a:latin typeface="Arial"/>
                <a:cs typeface="Arial"/>
              </a:rPr>
              <a:t>o</a:t>
            </a:r>
            <a:r>
              <a:rPr sz="2800" spc="-31" dirty="0" smtClean="0">
                <a:latin typeface="Arial"/>
                <a:cs typeface="Arial"/>
              </a:rPr>
              <a:t> </a:t>
            </a:r>
            <a:r>
              <a:rPr sz="2800" spc="4" dirty="0" smtClean="0">
                <a:latin typeface="Arial"/>
                <a:cs typeface="Arial"/>
              </a:rPr>
              <a:t>escoa</a:t>
            </a:r>
            <a:r>
              <a:rPr sz="2800" spc="0" dirty="0" smtClean="0">
                <a:latin typeface="Arial"/>
                <a:cs typeface="Arial"/>
              </a:rPr>
              <a:t>m</a:t>
            </a:r>
            <a:r>
              <a:rPr sz="2800" spc="14" dirty="0" smtClean="0">
                <a:latin typeface="Arial"/>
                <a:cs typeface="Arial"/>
              </a:rPr>
              <a:t>e</a:t>
            </a:r>
            <a:r>
              <a:rPr sz="2800" spc="4" dirty="0" smtClean="0">
                <a:latin typeface="Arial"/>
                <a:cs typeface="Arial"/>
              </a:rPr>
              <a:t>nt</a:t>
            </a:r>
            <a:r>
              <a:rPr sz="2800" spc="0" dirty="0" smtClean="0">
                <a:latin typeface="Arial"/>
                <a:cs typeface="Arial"/>
              </a:rPr>
              <a:t>o</a:t>
            </a:r>
            <a:endParaRPr sz="28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238384" y="4172598"/>
            <a:ext cx="277329" cy="169722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0">
              <a:lnSpc>
                <a:spcPts val="2245"/>
              </a:lnSpc>
              <a:spcBef>
                <a:spcPts val="112"/>
              </a:spcBef>
            </a:pPr>
            <a:r>
              <a:rPr sz="2100" spc="291" dirty="0" smtClean="0">
                <a:solidFill>
                  <a:srgbClr val="65FF32"/>
                </a:solidFill>
                <a:latin typeface="Arial"/>
                <a:cs typeface="Arial"/>
              </a:rPr>
              <a:t>□</a:t>
            </a:r>
            <a:endParaRPr sz="2100">
              <a:latin typeface="Arial"/>
              <a:cs typeface="Arial"/>
            </a:endParaRPr>
          </a:p>
          <a:p>
            <a:pPr marL="12700">
              <a:lnSpc>
                <a:spcPct val="95825"/>
              </a:lnSpc>
              <a:spcBef>
                <a:spcPts val="1180"/>
              </a:spcBef>
            </a:pPr>
            <a:r>
              <a:rPr sz="2100" spc="291" dirty="0" smtClean="0">
                <a:solidFill>
                  <a:srgbClr val="65FF32"/>
                </a:solidFill>
                <a:latin typeface="Arial"/>
                <a:cs typeface="Arial"/>
              </a:rPr>
              <a:t>□</a:t>
            </a:r>
            <a:endParaRPr sz="2100">
              <a:latin typeface="Arial"/>
              <a:cs typeface="Arial"/>
            </a:endParaRPr>
          </a:p>
          <a:p>
            <a:pPr marL="12700">
              <a:lnSpc>
                <a:spcPct val="95825"/>
              </a:lnSpc>
              <a:spcBef>
                <a:spcPts val="1245"/>
              </a:spcBef>
            </a:pPr>
            <a:r>
              <a:rPr sz="2100" spc="291" dirty="0" smtClean="0">
                <a:solidFill>
                  <a:srgbClr val="65FF32"/>
                </a:solidFill>
                <a:latin typeface="Arial"/>
                <a:cs typeface="Arial"/>
              </a:rPr>
              <a:t>□</a:t>
            </a:r>
            <a:endParaRPr sz="2100">
              <a:latin typeface="Arial"/>
              <a:cs typeface="Arial"/>
            </a:endParaRPr>
          </a:p>
          <a:p>
            <a:pPr marL="12700">
              <a:lnSpc>
                <a:spcPct val="95825"/>
              </a:lnSpc>
              <a:spcBef>
                <a:spcPts val="1281"/>
              </a:spcBef>
            </a:pPr>
            <a:r>
              <a:rPr sz="2100" spc="291" dirty="0" smtClean="0">
                <a:solidFill>
                  <a:srgbClr val="65FF32"/>
                </a:solidFill>
                <a:latin typeface="Arial"/>
                <a:cs typeface="Arial"/>
              </a:rPr>
              <a:t>□</a:t>
            </a:r>
            <a:endParaRPr sz="21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581289" y="5506001"/>
            <a:ext cx="4278356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0" dirty="0" smtClean="0">
                <a:latin typeface="Arial"/>
                <a:cs typeface="Arial"/>
              </a:rPr>
              <a:t>D</a:t>
            </a:r>
            <a:r>
              <a:rPr sz="2800" spc="-20" dirty="0" smtClean="0">
                <a:latin typeface="Arial"/>
                <a:cs typeface="Arial"/>
              </a:rPr>
              <a:t> </a:t>
            </a:r>
            <a:r>
              <a:rPr sz="2800" spc="0" dirty="0" smtClean="0">
                <a:latin typeface="Arial"/>
                <a:cs typeface="Arial"/>
              </a:rPr>
              <a:t>=</a:t>
            </a:r>
            <a:r>
              <a:rPr sz="2800" spc="-16" dirty="0" smtClean="0">
                <a:latin typeface="Arial"/>
                <a:cs typeface="Arial"/>
              </a:rPr>
              <a:t> </a:t>
            </a:r>
            <a:r>
              <a:rPr sz="2800" spc="4" dirty="0" smtClean="0">
                <a:latin typeface="Arial"/>
                <a:cs typeface="Arial"/>
              </a:rPr>
              <a:t>d</a:t>
            </a:r>
            <a:r>
              <a:rPr sz="2800" spc="0" dirty="0" smtClean="0">
                <a:latin typeface="Arial"/>
                <a:cs typeface="Arial"/>
              </a:rPr>
              <a:t>i</a:t>
            </a:r>
            <a:r>
              <a:rPr sz="2800" spc="14" dirty="0" smtClean="0">
                <a:latin typeface="Arial"/>
                <a:cs typeface="Arial"/>
              </a:rPr>
              <a:t>â</a:t>
            </a:r>
            <a:r>
              <a:rPr sz="2800" spc="9" dirty="0" smtClean="0">
                <a:latin typeface="Arial"/>
                <a:cs typeface="Arial"/>
              </a:rPr>
              <a:t>m</a:t>
            </a:r>
            <a:r>
              <a:rPr sz="2800" spc="4" dirty="0" smtClean="0">
                <a:latin typeface="Arial"/>
                <a:cs typeface="Arial"/>
              </a:rPr>
              <a:t>etr</a:t>
            </a:r>
            <a:r>
              <a:rPr sz="2800" spc="0" dirty="0" smtClean="0">
                <a:latin typeface="Arial"/>
                <a:cs typeface="Arial"/>
              </a:rPr>
              <a:t>o</a:t>
            </a:r>
            <a:r>
              <a:rPr sz="2800" spc="-108" dirty="0" smtClean="0">
                <a:latin typeface="Arial"/>
                <a:cs typeface="Arial"/>
              </a:rPr>
              <a:t> </a:t>
            </a:r>
            <a:r>
              <a:rPr sz="2800" spc="4" dirty="0" smtClean="0">
                <a:latin typeface="Arial"/>
                <a:cs typeface="Arial"/>
              </a:rPr>
              <a:t>d</a:t>
            </a:r>
            <a:r>
              <a:rPr sz="2800" spc="0" dirty="0" smtClean="0">
                <a:latin typeface="Arial"/>
                <a:cs typeface="Arial"/>
              </a:rPr>
              <a:t>a</a:t>
            </a:r>
            <a:r>
              <a:rPr sz="2800" spc="-31" dirty="0" smtClean="0">
                <a:latin typeface="Arial"/>
                <a:cs typeface="Arial"/>
              </a:rPr>
              <a:t> </a:t>
            </a:r>
            <a:r>
              <a:rPr sz="2800" spc="4" dirty="0" smtClean="0">
                <a:latin typeface="Arial"/>
                <a:cs typeface="Arial"/>
              </a:rPr>
              <a:t>t</a:t>
            </a:r>
            <a:r>
              <a:rPr sz="2800" spc="-9" dirty="0" smtClean="0">
                <a:latin typeface="Arial"/>
                <a:cs typeface="Arial"/>
              </a:rPr>
              <a:t>u</a:t>
            </a:r>
            <a:r>
              <a:rPr sz="2800" spc="4" dirty="0" smtClean="0">
                <a:latin typeface="Arial"/>
                <a:cs typeface="Arial"/>
              </a:rPr>
              <a:t>bu</a:t>
            </a:r>
            <a:r>
              <a:rPr sz="2800" spc="0" dirty="0" smtClean="0">
                <a:latin typeface="Arial"/>
                <a:cs typeface="Arial"/>
              </a:rPr>
              <a:t>l</a:t>
            </a:r>
            <a:r>
              <a:rPr sz="2800" spc="4" dirty="0" smtClean="0">
                <a:latin typeface="Arial"/>
                <a:cs typeface="Arial"/>
              </a:rPr>
              <a:t>açã</a:t>
            </a:r>
            <a:r>
              <a:rPr sz="2800" spc="0" dirty="0" smtClean="0">
                <a:latin typeface="Arial"/>
                <a:cs typeface="Arial"/>
              </a:rPr>
              <a:t>o</a:t>
            </a:r>
            <a:endParaRPr sz="28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267077" y="2913888"/>
            <a:ext cx="1537856" cy="74828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48774">
              <a:lnSpc>
                <a:spcPts val="4335"/>
              </a:lnSpc>
              <a:spcBef>
                <a:spcPts val="216"/>
              </a:spcBef>
              <a:tabLst>
                <a:tab pos="393700" algn="l"/>
              </a:tabLst>
            </a:pPr>
            <a:r>
              <a:rPr sz="3225" spc="0" baseline="1348" dirty="0" smtClean="0">
                <a:latin typeface="Times New Roman"/>
                <a:cs typeface="Times New Roman"/>
              </a:rPr>
              <a:t>R	</a:t>
            </a:r>
            <a:r>
              <a:rPr sz="2150" spc="-397" dirty="0" smtClean="0">
                <a:latin typeface="Meiryo"/>
                <a:cs typeface="Meiryo"/>
              </a:rPr>
              <a:t>=</a:t>
            </a:r>
            <a:r>
              <a:rPr sz="2150" spc="-143" dirty="0" smtClean="0">
                <a:latin typeface="Meiryo"/>
                <a:cs typeface="Meiryo"/>
              </a:rPr>
              <a:t> </a:t>
            </a:r>
            <a:r>
              <a:rPr sz="3375" spc="-690" baseline="22152" dirty="0" smtClean="0">
                <a:latin typeface="Meiryo"/>
                <a:cs typeface="Meiryo"/>
              </a:rPr>
              <a:t> </a:t>
            </a:r>
            <a:r>
              <a:rPr sz="3375" u="sng" spc="-313" baseline="22152" dirty="0" smtClean="0">
                <a:latin typeface="Meiryo"/>
                <a:cs typeface="Meiryo"/>
              </a:rPr>
              <a:t>ρ</a:t>
            </a:r>
            <a:r>
              <a:rPr sz="3375" u="sng" spc="-151" baseline="22152" dirty="0" smtClean="0">
                <a:latin typeface="Meiryo"/>
                <a:cs typeface="Meiryo"/>
              </a:rPr>
              <a:t> </a:t>
            </a:r>
            <a:r>
              <a:rPr sz="3225" u="sng" spc="-217" baseline="23182" dirty="0" smtClean="0">
                <a:latin typeface="Meiryo"/>
                <a:cs typeface="Meiryo"/>
              </a:rPr>
              <a:t>⋅</a:t>
            </a:r>
            <a:r>
              <a:rPr sz="3225" u="sng" spc="-431" baseline="23182" dirty="0" smtClean="0">
                <a:latin typeface="Meiryo"/>
                <a:cs typeface="Meiryo"/>
              </a:rPr>
              <a:t> </a:t>
            </a:r>
            <a:r>
              <a:rPr sz="3225" u="sng" spc="-128" baseline="39100" dirty="0" smtClean="0">
                <a:latin typeface="Times New Roman"/>
                <a:cs typeface="Times New Roman"/>
              </a:rPr>
              <a:t>v</a:t>
            </a:r>
            <a:r>
              <a:rPr sz="3225" u="sng" spc="-1127" baseline="39100" dirty="0" smtClean="0">
                <a:latin typeface="Times New Roman"/>
                <a:cs typeface="Times New Roman"/>
              </a:rPr>
              <a:t> </a:t>
            </a:r>
            <a:r>
              <a:rPr sz="3225" u="sng" spc="-217" baseline="23182" dirty="0" smtClean="0">
                <a:latin typeface="Meiryo"/>
                <a:cs typeface="Meiryo"/>
              </a:rPr>
              <a:t>⋅</a:t>
            </a:r>
            <a:r>
              <a:rPr sz="3225" u="sng" spc="-336" baseline="23182" dirty="0" smtClean="0">
                <a:latin typeface="Meiryo"/>
                <a:cs typeface="Meiryo"/>
              </a:rPr>
              <a:t> </a:t>
            </a:r>
            <a:r>
              <a:rPr sz="3225" u="sng" spc="0" baseline="39100" dirty="0" smtClean="0">
                <a:latin typeface="Times New Roman"/>
                <a:cs typeface="Times New Roman"/>
              </a:rPr>
              <a:t>D</a:t>
            </a:r>
            <a:endParaRPr sz="215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5462907" y="3033266"/>
            <a:ext cx="50808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37" name="object 37"/>
          <p:cNvSpPr txBox="1"/>
          <p:nvPr/>
        </p:nvSpPr>
        <p:spPr>
          <a:xfrm>
            <a:off x="5061156" y="3033266"/>
            <a:ext cx="62414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10"/>
          <p:cNvSpPr/>
          <p:nvPr/>
        </p:nvSpPr>
        <p:spPr>
          <a:xfrm>
            <a:off x="5201290" y="2651759"/>
            <a:ext cx="3601211" cy="274319"/>
          </a:xfrm>
          <a:custGeom>
            <a:avLst/>
            <a:gdLst/>
            <a:ahLst/>
            <a:cxnLst/>
            <a:rect l="l" t="t" r="r" b="b"/>
            <a:pathLst>
              <a:path w="3601211" h="274319">
                <a:moveTo>
                  <a:pt x="0" y="0"/>
                </a:moveTo>
                <a:lnTo>
                  <a:pt x="0" y="274319"/>
                </a:lnTo>
                <a:lnTo>
                  <a:pt x="3601211" y="274319"/>
                </a:lnTo>
                <a:lnTo>
                  <a:pt x="3601211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9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601602" y="2651759"/>
            <a:ext cx="3599687" cy="274319"/>
          </a:xfrm>
          <a:custGeom>
            <a:avLst/>
            <a:gdLst/>
            <a:ahLst/>
            <a:cxnLst/>
            <a:rect l="l" t="t" r="r" b="b"/>
            <a:pathLst>
              <a:path w="3599687" h="274319">
                <a:moveTo>
                  <a:pt x="0" y="0"/>
                </a:moveTo>
                <a:lnTo>
                  <a:pt x="0" y="274319"/>
                </a:lnTo>
                <a:lnTo>
                  <a:pt x="3599687" y="274319"/>
                </a:lnTo>
                <a:lnTo>
                  <a:pt x="3599687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9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5201290" y="2378963"/>
            <a:ext cx="3601211" cy="272795"/>
          </a:xfrm>
          <a:custGeom>
            <a:avLst/>
            <a:gdLst/>
            <a:ahLst/>
            <a:cxnLst/>
            <a:rect l="l" t="t" r="r" b="b"/>
            <a:pathLst>
              <a:path w="3601211" h="272795">
                <a:moveTo>
                  <a:pt x="0" y="0"/>
                </a:moveTo>
                <a:lnTo>
                  <a:pt x="0" y="272795"/>
                </a:lnTo>
                <a:lnTo>
                  <a:pt x="3601211" y="272795"/>
                </a:lnTo>
                <a:lnTo>
                  <a:pt x="3601211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9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601602" y="2378963"/>
            <a:ext cx="3599687" cy="272795"/>
          </a:xfrm>
          <a:custGeom>
            <a:avLst/>
            <a:gdLst/>
            <a:ahLst/>
            <a:cxnLst/>
            <a:rect l="l" t="t" r="r" b="b"/>
            <a:pathLst>
              <a:path w="3599687" h="272795">
                <a:moveTo>
                  <a:pt x="0" y="0"/>
                </a:moveTo>
                <a:lnTo>
                  <a:pt x="0" y="272795"/>
                </a:lnTo>
                <a:lnTo>
                  <a:pt x="3599687" y="272795"/>
                </a:lnTo>
                <a:lnTo>
                  <a:pt x="3599687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9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201290" y="2106168"/>
            <a:ext cx="3601211" cy="272795"/>
          </a:xfrm>
          <a:custGeom>
            <a:avLst/>
            <a:gdLst/>
            <a:ahLst/>
            <a:cxnLst/>
            <a:rect l="l" t="t" r="r" b="b"/>
            <a:pathLst>
              <a:path w="3601211" h="272795">
                <a:moveTo>
                  <a:pt x="0" y="0"/>
                </a:moveTo>
                <a:lnTo>
                  <a:pt x="0" y="272795"/>
                </a:lnTo>
                <a:lnTo>
                  <a:pt x="3601211" y="272795"/>
                </a:lnTo>
                <a:lnTo>
                  <a:pt x="3601211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9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601602" y="2106168"/>
            <a:ext cx="3599687" cy="272795"/>
          </a:xfrm>
          <a:custGeom>
            <a:avLst/>
            <a:gdLst/>
            <a:ahLst/>
            <a:cxnLst/>
            <a:rect l="l" t="t" r="r" b="b"/>
            <a:pathLst>
              <a:path w="3599687" h="272795">
                <a:moveTo>
                  <a:pt x="0" y="0"/>
                </a:moveTo>
                <a:lnTo>
                  <a:pt x="0" y="272795"/>
                </a:lnTo>
                <a:lnTo>
                  <a:pt x="3599687" y="272795"/>
                </a:lnTo>
                <a:lnTo>
                  <a:pt x="3599687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9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5201290" y="1690115"/>
            <a:ext cx="3601211" cy="416051"/>
          </a:xfrm>
          <a:custGeom>
            <a:avLst/>
            <a:gdLst/>
            <a:ahLst/>
            <a:cxnLst/>
            <a:rect l="l" t="t" r="r" b="b"/>
            <a:pathLst>
              <a:path w="3601211" h="416051">
                <a:moveTo>
                  <a:pt x="0" y="0"/>
                </a:moveTo>
                <a:lnTo>
                  <a:pt x="0" y="416051"/>
                </a:lnTo>
                <a:lnTo>
                  <a:pt x="3601211" y="416051"/>
                </a:lnTo>
                <a:lnTo>
                  <a:pt x="3601211" y="0"/>
                </a:lnTo>
                <a:lnTo>
                  <a:pt x="0" y="0"/>
                </a:lnTo>
                <a:close/>
              </a:path>
            </a:pathLst>
          </a:custGeom>
          <a:solidFill>
            <a:srgbClr val="CC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601602" y="1690115"/>
            <a:ext cx="3599687" cy="416051"/>
          </a:xfrm>
          <a:custGeom>
            <a:avLst/>
            <a:gdLst/>
            <a:ahLst/>
            <a:cxnLst/>
            <a:rect l="l" t="t" r="r" b="b"/>
            <a:pathLst>
              <a:path w="3599687" h="416051">
                <a:moveTo>
                  <a:pt x="0" y="0"/>
                </a:moveTo>
                <a:lnTo>
                  <a:pt x="0" y="416051"/>
                </a:lnTo>
                <a:lnTo>
                  <a:pt x="3599687" y="416051"/>
                </a:lnTo>
                <a:lnTo>
                  <a:pt x="3599687" y="0"/>
                </a:lnTo>
                <a:lnTo>
                  <a:pt x="0" y="0"/>
                </a:lnTo>
                <a:close/>
              </a:path>
            </a:pathLst>
          </a:custGeom>
          <a:solidFill>
            <a:srgbClr val="CC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601602" y="1690115"/>
            <a:ext cx="7200899" cy="0"/>
          </a:xfrm>
          <a:custGeom>
            <a:avLst/>
            <a:gdLst/>
            <a:ahLst/>
            <a:cxnLst/>
            <a:rect l="l" t="t" r="r" b="b"/>
            <a:pathLst>
              <a:path w="7200899">
                <a:moveTo>
                  <a:pt x="0" y="0"/>
                </a:moveTo>
                <a:lnTo>
                  <a:pt x="7200899" y="0"/>
                </a:lnTo>
              </a:path>
            </a:pathLst>
          </a:custGeom>
          <a:ln w="12699">
            <a:solidFill>
              <a:srgbClr val="A9A9A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601602" y="2926079"/>
            <a:ext cx="7200899" cy="0"/>
          </a:xfrm>
          <a:custGeom>
            <a:avLst/>
            <a:gdLst/>
            <a:ahLst/>
            <a:cxnLst/>
            <a:rect l="l" t="t" r="r" b="b"/>
            <a:pathLst>
              <a:path w="7200899">
                <a:moveTo>
                  <a:pt x="0" y="0"/>
                </a:moveTo>
                <a:lnTo>
                  <a:pt x="7200899" y="0"/>
                </a:lnTo>
              </a:path>
            </a:pathLst>
          </a:custGeom>
          <a:ln w="12699">
            <a:solidFill>
              <a:srgbClr val="A9A9A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601602" y="1690115"/>
            <a:ext cx="0" cy="1235963"/>
          </a:xfrm>
          <a:custGeom>
            <a:avLst/>
            <a:gdLst/>
            <a:ahLst/>
            <a:cxnLst/>
            <a:rect l="l" t="t" r="r" b="b"/>
            <a:pathLst>
              <a:path h="1235963">
                <a:moveTo>
                  <a:pt x="0" y="0"/>
                </a:moveTo>
                <a:lnTo>
                  <a:pt x="0" y="1235963"/>
                </a:lnTo>
              </a:path>
            </a:pathLst>
          </a:custGeom>
          <a:ln w="12699">
            <a:solidFill>
              <a:srgbClr val="A9A9A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8802502" y="1690115"/>
            <a:ext cx="0" cy="1235963"/>
          </a:xfrm>
          <a:custGeom>
            <a:avLst/>
            <a:gdLst/>
            <a:ahLst/>
            <a:cxnLst/>
            <a:rect l="l" t="t" r="r" b="b"/>
            <a:pathLst>
              <a:path h="1235963">
                <a:moveTo>
                  <a:pt x="0" y="0"/>
                </a:moveTo>
                <a:lnTo>
                  <a:pt x="0" y="1235963"/>
                </a:lnTo>
              </a:path>
            </a:pathLst>
          </a:custGeom>
          <a:ln w="12699">
            <a:solidFill>
              <a:srgbClr val="A9A9A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601602" y="2106168"/>
            <a:ext cx="7200899" cy="0"/>
          </a:xfrm>
          <a:custGeom>
            <a:avLst/>
            <a:gdLst/>
            <a:ahLst/>
            <a:cxnLst/>
            <a:rect l="l" t="t" r="r" b="b"/>
            <a:pathLst>
              <a:path w="7200899">
                <a:moveTo>
                  <a:pt x="0" y="0"/>
                </a:moveTo>
                <a:lnTo>
                  <a:pt x="7200899" y="0"/>
                </a:lnTo>
              </a:path>
            </a:pathLst>
          </a:custGeom>
          <a:ln w="12699">
            <a:solidFill>
              <a:srgbClr val="A9A9A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5201290" y="1690115"/>
            <a:ext cx="0" cy="1235963"/>
          </a:xfrm>
          <a:custGeom>
            <a:avLst/>
            <a:gdLst/>
            <a:ahLst/>
            <a:cxnLst/>
            <a:rect l="l" t="t" r="r" b="b"/>
            <a:pathLst>
              <a:path h="1235963">
                <a:moveTo>
                  <a:pt x="0" y="0"/>
                </a:moveTo>
                <a:lnTo>
                  <a:pt x="0" y="1235963"/>
                </a:lnTo>
              </a:path>
            </a:pathLst>
          </a:custGeom>
          <a:ln w="12699">
            <a:solidFill>
              <a:srgbClr val="A9A9A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601602" y="2378963"/>
            <a:ext cx="7200899" cy="0"/>
          </a:xfrm>
          <a:custGeom>
            <a:avLst/>
            <a:gdLst/>
            <a:ahLst/>
            <a:cxnLst/>
            <a:rect l="l" t="t" r="r" b="b"/>
            <a:pathLst>
              <a:path w="7200899">
                <a:moveTo>
                  <a:pt x="0" y="0"/>
                </a:moveTo>
                <a:lnTo>
                  <a:pt x="7200899" y="0"/>
                </a:lnTo>
              </a:path>
            </a:pathLst>
          </a:custGeom>
          <a:ln w="12699">
            <a:solidFill>
              <a:srgbClr val="A9A9A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1601602" y="2651759"/>
            <a:ext cx="7200899" cy="0"/>
          </a:xfrm>
          <a:custGeom>
            <a:avLst/>
            <a:gdLst/>
            <a:ahLst/>
            <a:cxnLst/>
            <a:rect l="l" t="t" r="r" b="b"/>
            <a:pathLst>
              <a:path w="7200899">
                <a:moveTo>
                  <a:pt x="0" y="0"/>
                </a:moveTo>
                <a:lnTo>
                  <a:pt x="7200899" y="0"/>
                </a:lnTo>
              </a:path>
            </a:pathLst>
          </a:custGeom>
          <a:ln w="12699">
            <a:solidFill>
              <a:srgbClr val="A9A9A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5201290" y="5349239"/>
            <a:ext cx="3601211" cy="272795"/>
          </a:xfrm>
          <a:custGeom>
            <a:avLst/>
            <a:gdLst/>
            <a:ahLst/>
            <a:cxnLst/>
            <a:rect l="l" t="t" r="r" b="b"/>
            <a:pathLst>
              <a:path w="3601211" h="272795">
                <a:moveTo>
                  <a:pt x="0" y="0"/>
                </a:moveTo>
                <a:lnTo>
                  <a:pt x="0" y="272795"/>
                </a:lnTo>
                <a:lnTo>
                  <a:pt x="3601211" y="272795"/>
                </a:lnTo>
                <a:lnTo>
                  <a:pt x="3601211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9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1601602" y="5349239"/>
            <a:ext cx="3599687" cy="272795"/>
          </a:xfrm>
          <a:custGeom>
            <a:avLst/>
            <a:gdLst/>
            <a:ahLst/>
            <a:cxnLst/>
            <a:rect l="l" t="t" r="r" b="b"/>
            <a:pathLst>
              <a:path w="3599687" h="272795">
                <a:moveTo>
                  <a:pt x="0" y="0"/>
                </a:moveTo>
                <a:lnTo>
                  <a:pt x="0" y="272795"/>
                </a:lnTo>
                <a:lnTo>
                  <a:pt x="3599687" y="272795"/>
                </a:lnTo>
                <a:lnTo>
                  <a:pt x="3599687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9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5201290" y="5076444"/>
            <a:ext cx="3601211" cy="272795"/>
          </a:xfrm>
          <a:custGeom>
            <a:avLst/>
            <a:gdLst/>
            <a:ahLst/>
            <a:cxnLst/>
            <a:rect l="l" t="t" r="r" b="b"/>
            <a:pathLst>
              <a:path w="3601211" h="272795">
                <a:moveTo>
                  <a:pt x="0" y="0"/>
                </a:moveTo>
                <a:lnTo>
                  <a:pt x="0" y="272795"/>
                </a:lnTo>
                <a:lnTo>
                  <a:pt x="3601211" y="272795"/>
                </a:lnTo>
                <a:lnTo>
                  <a:pt x="3601211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9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1601602" y="5076444"/>
            <a:ext cx="3599687" cy="272795"/>
          </a:xfrm>
          <a:custGeom>
            <a:avLst/>
            <a:gdLst/>
            <a:ahLst/>
            <a:cxnLst/>
            <a:rect l="l" t="t" r="r" b="b"/>
            <a:pathLst>
              <a:path w="3599687" h="272795">
                <a:moveTo>
                  <a:pt x="0" y="0"/>
                </a:moveTo>
                <a:lnTo>
                  <a:pt x="0" y="272795"/>
                </a:lnTo>
                <a:lnTo>
                  <a:pt x="3599687" y="272795"/>
                </a:lnTo>
                <a:lnTo>
                  <a:pt x="3599687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9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5201290" y="4803648"/>
            <a:ext cx="3601211" cy="272795"/>
          </a:xfrm>
          <a:custGeom>
            <a:avLst/>
            <a:gdLst/>
            <a:ahLst/>
            <a:cxnLst/>
            <a:rect l="l" t="t" r="r" b="b"/>
            <a:pathLst>
              <a:path w="3601211" h="272795">
                <a:moveTo>
                  <a:pt x="0" y="0"/>
                </a:moveTo>
                <a:lnTo>
                  <a:pt x="0" y="272795"/>
                </a:lnTo>
                <a:lnTo>
                  <a:pt x="3601211" y="272795"/>
                </a:lnTo>
                <a:lnTo>
                  <a:pt x="3601211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9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1601602" y="4803648"/>
            <a:ext cx="3599687" cy="272795"/>
          </a:xfrm>
          <a:custGeom>
            <a:avLst/>
            <a:gdLst/>
            <a:ahLst/>
            <a:cxnLst/>
            <a:rect l="l" t="t" r="r" b="b"/>
            <a:pathLst>
              <a:path w="3599687" h="272795">
                <a:moveTo>
                  <a:pt x="0" y="0"/>
                </a:moveTo>
                <a:lnTo>
                  <a:pt x="0" y="272795"/>
                </a:lnTo>
                <a:lnTo>
                  <a:pt x="3599687" y="272795"/>
                </a:lnTo>
                <a:lnTo>
                  <a:pt x="3599687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9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5201290" y="4530852"/>
            <a:ext cx="3601211" cy="272795"/>
          </a:xfrm>
          <a:custGeom>
            <a:avLst/>
            <a:gdLst/>
            <a:ahLst/>
            <a:cxnLst/>
            <a:rect l="l" t="t" r="r" b="b"/>
            <a:pathLst>
              <a:path w="3601211" h="272795">
                <a:moveTo>
                  <a:pt x="0" y="0"/>
                </a:moveTo>
                <a:lnTo>
                  <a:pt x="0" y="272795"/>
                </a:lnTo>
                <a:lnTo>
                  <a:pt x="3601211" y="272795"/>
                </a:lnTo>
                <a:lnTo>
                  <a:pt x="3601211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9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1601602" y="4530852"/>
            <a:ext cx="3599687" cy="272795"/>
          </a:xfrm>
          <a:custGeom>
            <a:avLst/>
            <a:gdLst/>
            <a:ahLst/>
            <a:cxnLst/>
            <a:rect l="l" t="t" r="r" b="b"/>
            <a:pathLst>
              <a:path w="3599687" h="272795">
                <a:moveTo>
                  <a:pt x="0" y="0"/>
                </a:moveTo>
                <a:lnTo>
                  <a:pt x="0" y="272795"/>
                </a:lnTo>
                <a:lnTo>
                  <a:pt x="3599687" y="272795"/>
                </a:lnTo>
                <a:lnTo>
                  <a:pt x="3599687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9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5201290" y="4258056"/>
            <a:ext cx="3601211" cy="272795"/>
          </a:xfrm>
          <a:custGeom>
            <a:avLst/>
            <a:gdLst/>
            <a:ahLst/>
            <a:cxnLst/>
            <a:rect l="l" t="t" r="r" b="b"/>
            <a:pathLst>
              <a:path w="3601211" h="272795">
                <a:moveTo>
                  <a:pt x="0" y="0"/>
                </a:moveTo>
                <a:lnTo>
                  <a:pt x="0" y="272795"/>
                </a:lnTo>
                <a:lnTo>
                  <a:pt x="3601211" y="272795"/>
                </a:lnTo>
                <a:lnTo>
                  <a:pt x="3601211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9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1601602" y="4258056"/>
            <a:ext cx="3599687" cy="272795"/>
          </a:xfrm>
          <a:custGeom>
            <a:avLst/>
            <a:gdLst/>
            <a:ahLst/>
            <a:cxnLst/>
            <a:rect l="l" t="t" r="r" b="b"/>
            <a:pathLst>
              <a:path w="3599687" h="272795">
                <a:moveTo>
                  <a:pt x="0" y="0"/>
                </a:moveTo>
                <a:lnTo>
                  <a:pt x="0" y="272795"/>
                </a:lnTo>
                <a:lnTo>
                  <a:pt x="3599687" y="272795"/>
                </a:lnTo>
                <a:lnTo>
                  <a:pt x="3599687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9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5201290" y="3983736"/>
            <a:ext cx="3601211" cy="274319"/>
          </a:xfrm>
          <a:custGeom>
            <a:avLst/>
            <a:gdLst/>
            <a:ahLst/>
            <a:cxnLst/>
            <a:rect l="l" t="t" r="r" b="b"/>
            <a:pathLst>
              <a:path w="3601211" h="274319">
                <a:moveTo>
                  <a:pt x="0" y="0"/>
                </a:moveTo>
                <a:lnTo>
                  <a:pt x="0" y="274319"/>
                </a:lnTo>
                <a:lnTo>
                  <a:pt x="3601211" y="274319"/>
                </a:lnTo>
                <a:lnTo>
                  <a:pt x="3601211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9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1601602" y="3983736"/>
            <a:ext cx="3599687" cy="274319"/>
          </a:xfrm>
          <a:custGeom>
            <a:avLst/>
            <a:gdLst/>
            <a:ahLst/>
            <a:cxnLst/>
            <a:rect l="l" t="t" r="r" b="b"/>
            <a:pathLst>
              <a:path w="3599687" h="274319">
                <a:moveTo>
                  <a:pt x="0" y="0"/>
                </a:moveTo>
                <a:lnTo>
                  <a:pt x="0" y="274319"/>
                </a:lnTo>
                <a:lnTo>
                  <a:pt x="3599687" y="274319"/>
                </a:lnTo>
                <a:lnTo>
                  <a:pt x="3599687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9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5201290" y="3710940"/>
            <a:ext cx="3601211" cy="272795"/>
          </a:xfrm>
          <a:custGeom>
            <a:avLst/>
            <a:gdLst/>
            <a:ahLst/>
            <a:cxnLst/>
            <a:rect l="l" t="t" r="r" b="b"/>
            <a:pathLst>
              <a:path w="3601211" h="272795">
                <a:moveTo>
                  <a:pt x="0" y="0"/>
                </a:moveTo>
                <a:lnTo>
                  <a:pt x="0" y="272795"/>
                </a:lnTo>
                <a:lnTo>
                  <a:pt x="3601211" y="272795"/>
                </a:lnTo>
                <a:lnTo>
                  <a:pt x="3601211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9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1601602" y="3710940"/>
            <a:ext cx="3599687" cy="272795"/>
          </a:xfrm>
          <a:custGeom>
            <a:avLst/>
            <a:gdLst/>
            <a:ahLst/>
            <a:cxnLst/>
            <a:rect l="l" t="t" r="r" b="b"/>
            <a:pathLst>
              <a:path w="3599687" h="272795">
                <a:moveTo>
                  <a:pt x="0" y="0"/>
                </a:moveTo>
                <a:lnTo>
                  <a:pt x="0" y="272795"/>
                </a:lnTo>
                <a:lnTo>
                  <a:pt x="3599687" y="272795"/>
                </a:lnTo>
                <a:lnTo>
                  <a:pt x="3599687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9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5201290" y="3436620"/>
            <a:ext cx="3601211" cy="274319"/>
          </a:xfrm>
          <a:custGeom>
            <a:avLst/>
            <a:gdLst/>
            <a:ahLst/>
            <a:cxnLst/>
            <a:rect l="l" t="t" r="r" b="b"/>
            <a:pathLst>
              <a:path w="3601211" h="274319">
                <a:moveTo>
                  <a:pt x="0" y="0"/>
                </a:moveTo>
                <a:lnTo>
                  <a:pt x="0" y="274319"/>
                </a:lnTo>
                <a:lnTo>
                  <a:pt x="3601211" y="274319"/>
                </a:lnTo>
                <a:lnTo>
                  <a:pt x="3601211" y="0"/>
                </a:lnTo>
                <a:lnTo>
                  <a:pt x="0" y="0"/>
                </a:lnTo>
                <a:close/>
              </a:path>
            </a:pathLst>
          </a:custGeom>
          <a:solidFill>
            <a:srgbClr val="CC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1601602" y="3436620"/>
            <a:ext cx="3599687" cy="274319"/>
          </a:xfrm>
          <a:custGeom>
            <a:avLst/>
            <a:gdLst/>
            <a:ahLst/>
            <a:cxnLst/>
            <a:rect l="l" t="t" r="r" b="b"/>
            <a:pathLst>
              <a:path w="3599687" h="274319">
                <a:moveTo>
                  <a:pt x="0" y="0"/>
                </a:moveTo>
                <a:lnTo>
                  <a:pt x="0" y="274319"/>
                </a:lnTo>
                <a:lnTo>
                  <a:pt x="3599687" y="274319"/>
                </a:lnTo>
                <a:lnTo>
                  <a:pt x="3599687" y="0"/>
                </a:lnTo>
                <a:lnTo>
                  <a:pt x="0" y="0"/>
                </a:lnTo>
                <a:close/>
              </a:path>
            </a:pathLst>
          </a:custGeom>
          <a:solidFill>
            <a:srgbClr val="CC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1601602" y="3436620"/>
            <a:ext cx="7200899" cy="0"/>
          </a:xfrm>
          <a:custGeom>
            <a:avLst/>
            <a:gdLst/>
            <a:ahLst/>
            <a:cxnLst/>
            <a:rect l="l" t="t" r="r" b="b"/>
            <a:pathLst>
              <a:path w="7200899">
                <a:moveTo>
                  <a:pt x="0" y="0"/>
                </a:moveTo>
                <a:lnTo>
                  <a:pt x="7200899" y="0"/>
                </a:lnTo>
              </a:path>
            </a:pathLst>
          </a:custGeom>
          <a:ln w="12699">
            <a:solidFill>
              <a:srgbClr val="A9A9A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1601602" y="5622035"/>
            <a:ext cx="7200899" cy="0"/>
          </a:xfrm>
          <a:custGeom>
            <a:avLst/>
            <a:gdLst/>
            <a:ahLst/>
            <a:cxnLst/>
            <a:rect l="l" t="t" r="r" b="b"/>
            <a:pathLst>
              <a:path w="7200899">
                <a:moveTo>
                  <a:pt x="0" y="0"/>
                </a:moveTo>
                <a:lnTo>
                  <a:pt x="7200899" y="0"/>
                </a:lnTo>
              </a:path>
            </a:pathLst>
          </a:custGeom>
          <a:ln w="12699">
            <a:solidFill>
              <a:srgbClr val="A9A9A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1601602" y="3436620"/>
            <a:ext cx="0" cy="2185415"/>
          </a:xfrm>
          <a:custGeom>
            <a:avLst/>
            <a:gdLst/>
            <a:ahLst/>
            <a:cxnLst/>
            <a:rect l="l" t="t" r="r" b="b"/>
            <a:pathLst>
              <a:path h="2185415">
                <a:moveTo>
                  <a:pt x="0" y="0"/>
                </a:moveTo>
                <a:lnTo>
                  <a:pt x="0" y="2185415"/>
                </a:lnTo>
              </a:path>
            </a:pathLst>
          </a:custGeom>
          <a:ln w="12699">
            <a:solidFill>
              <a:srgbClr val="A9A9A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8802502" y="3436620"/>
            <a:ext cx="0" cy="2185415"/>
          </a:xfrm>
          <a:custGeom>
            <a:avLst/>
            <a:gdLst/>
            <a:ahLst/>
            <a:cxnLst/>
            <a:rect l="l" t="t" r="r" b="b"/>
            <a:pathLst>
              <a:path h="2185415">
                <a:moveTo>
                  <a:pt x="0" y="0"/>
                </a:moveTo>
                <a:lnTo>
                  <a:pt x="0" y="2185415"/>
                </a:lnTo>
              </a:path>
            </a:pathLst>
          </a:custGeom>
          <a:ln w="12699">
            <a:solidFill>
              <a:srgbClr val="A9A9A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1601602" y="3710940"/>
            <a:ext cx="7200899" cy="0"/>
          </a:xfrm>
          <a:custGeom>
            <a:avLst/>
            <a:gdLst/>
            <a:ahLst/>
            <a:cxnLst/>
            <a:rect l="l" t="t" r="r" b="b"/>
            <a:pathLst>
              <a:path w="7200899">
                <a:moveTo>
                  <a:pt x="0" y="0"/>
                </a:moveTo>
                <a:lnTo>
                  <a:pt x="7200899" y="0"/>
                </a:lnTo>
              </a:path>
            </a:pathLst>
          </a:custGeom>
          <a:ln w="12699">
            <a:solidFill>
              <a:srgbClr val="A9A9A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5201290" y="3436620"/>
            <a:ext cx="0" cy="2185415"/>
          </a:xfrm>
          <a:custGeom>
            <a:avLst/>
            <a:gdLst/>
            <a:ahLst/>
            <a:cxnLst/>
            <a:rect l="l" t="t" r="r" b="b"/>
            <a:pathLst>
              <a:path h="2185415">
                <a:moveTo>
                  <a:pt x="0" y="0"/>
                </a:moveTo>
                <a:lnTo>
                  <a:pt x="0" y="2185415"/>
                </a:lnTo>
              </a:path>
            </a:pathLst>
          </a:custGeom>
          <a:ln w="12699">
            <a:solidFill>
              <a:srgbClr val="A9A9A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1601602" y="3983736"/>
            <a:ext cx="7200899" cy="0"/>
          </a:xfrm>
          <a:custGeom>
            <a:avLst/>
            <a:gdLst/>
            <a:ahLst/>
            <a:cxnLst/>
            <a:rect l="l" t="t" r="r" b="b"/>
            <a:pathLst>
              <a:path w="7200899">
                <a:moveTo>
                  <a:pt x="0" y="0"/>
                </a:moveTo>
                <a:lnTo>
                  <a:pt x="7200899" y="0"/>
                </a:lnTo>
              </a:path>
            </a:pathLst>
          </a:custGeom>
          <a:ln w="12699">
            <a:solidFill>
              <a:srgbClr val="A9A9A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1601602" y="4258056"/>
            <a:ext cx="7200899" cy="0"/>
          </a:xfrm>
          <a:custGeom>
            <a:avLst/>
            <a:gdLst/>
            <a:ahLst/>
            <a:cxnLst/>
            <a:rect l="l" t="t" r="r" b="b"/>
            <a:pathLst>
              <a:path w="7200899">
                <a:moveTo>
                  <a:pt x="0" y="0"/>
                </a:moveTo>
                <a:lnTo>
                  <a:pt x="7200899" y="0"/>
                </a:lnTo>
              </a:path>
            </a:pathLst>
          </a:custGeom>
          <a:ln w="12699">
            <a:solidFill>
              <a:srgbClr val="A9A9A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1601602" y="4530852"/>
            <a:ext cx="7200899" cy="0"/>
          </a:xfrm>
          <a:custGeom>
            <a:avLst/>
            <a:gdLst/>
            <a:ahLst/>
            <a:cxnLst/>
            <a:rect l="l" t="t" r="r" b="b"/>
            <a:pathLst>
              <a:path w="7200899">
                <a:moveTo>
                  <a:pt x="0" y="0"/>
                </a:moveTo>
                <a:lnTo>
                  <a:pt x="7200899" y="0"/>
                </a:lnTo>
              </a:path>
            </a:pathLst>
          </a:custGeom>
          <a:ln w="12699">
            <a:solidFill>
              <a:srgbClr val="A9A9A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1601602" y="4803648"/>
            <a:ext cx="7200899" cy="0"/>
          </a:xfrm>
          <a:custGeom>
            <a:avLst/>
            <a:gdLst/>
            <a:ahLst/>
            <a:cxnLst/>
            <a:rect l="l" t="t" r="r" b="b"/>
            <a:pathLst>
              <a:path w="7200899">
                <a:moveTo>
                  <a:pt x="0" y="0"/>
                </a:moveTo>
                <a:lnTo>
                  <a:pt x="7200899" y="0"/>
                </a:lnTo>
              </a:path>
            </a:pathLst>
          </a:custGeom>
          <a:ln w="12699">
            <a:solidFill>
              <a:srgbClr val="A9A9A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1601602" y="5076444"/>
            <a:ext cx="7200899" cy="0"/>
          </a:xfrm>
          <a:custGeom>
            <a:avLst/>
            <a:gdLst/>
            <a:ahLst/>
            <a:cxnLst/>
            <a:rect l="l" t="t" r="r" b="b"/>
            <a:pathLst>
              <a:path w="7200899">
                <a:moveTo>
                  <a:pt x="0" y="0"/>
                </a:moveTo>
                <a:lnTo>
                  <a:pt x="7200899" y="0"/>
                </a:lnTo>
              </a:path>
            </a:pathLst>
          </a:custGeom>
          <a:ln w="12699">
            <a:solidFill>
              <a:srgbClr val="A9A9A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1601602" y="5349239"/>
            <a:ext cx="7200899" cy="0"/>
          </a:xfrm>
          <a:custGeom>
            <a:avLst/>
            <a:gdLst/>
            <a:ahLst/>
            <a:cxnLst/>
            <a:rect l="l" t="t" r="r" b="b"/>
            <a:pathLst>
              <a:path w="7200899">
                <a:moveTo>
                  <a:pt x="0" y="0"/>
                </a:moveTo>
                <a:lnTo>
                  <a:pt x="7200899" y="0"/>
                </a:lnTo>
              </a:path>
            </a:pathLst>
          </a:custGeom>
          <a:ln w="12699">
            <a:solidFill>
              <a:srgbClr val="A9A9A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6" name="object 56"/>
          <p:cNvSpPr txBox="1"/>
          <p:nvPr/>
        </p:nvSpPr>
        <p:spPr>
          <a:xfrm>
            <a:off x="1310017" y="1034143"/>
            <a:ext cx="1808909" cy="4825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779"/>
              </a:lnSpc>
              <a:spcBef>
                <a:spcPts val="189"/>
              </a:spcBef>
            </a:pPr>
            <a:r>
              <a:rPr sz="3600" spc="-4" dirty="0" smtClean="0">
                <a:solidFill>
                  <a:srgbClr val="00CC65"/>
                </a:solidFill>
                <a:latin typeface="Arial"/>
                <a:cs typeface="Arial"/>
              </a:rPr>
              <a:t>T</a:t>
            </a:r>
            <a:r>
              <a:rPr sz="3600" spc="0" dirty="0" smtClean="0">
                <a:solidFill>
                  <a:srgbClr val="00CC65"/>
                </a:solidFill>
                <a:latin typeface="Arial"/>
                <a:cs typeface="Arial"/>
              </a:rPr>
              <a:t>a</a:t>
            </a:r>
            <a:r>
              <a:rPr sz="3600" spc="175" dirty="0" smtClean="0">
                <a:solidFill>
                  <a:srgbClr val="00CC65"/>
                </a:solidFill>
                <a:latin typeface="Arial"/>
                <a:cs typeface="Arial"/>
              </a:rPr>
              <a:t>b</a:t>
            </a:r>
            <a:r>
              <a:rPr sz="3600" spc="0" dirty="0" smtClean="0">
                <a:solidFill>
                  <a:srgbClr val="00CC65"/>
                </a:solidFill>
                <a:latin typeface="Arial"/>
                <a:cs typeface="Arial"/>
              </a:rPr>
              <a:t>e</a:t>
            </a:r>
            <a:r>
              <a:rPr sz="3600" spc="194" dirty="0" smtClean="0">
                <a:solidFill>
                  <a:srgbClr val="00CC65"/>
                </a:solidFill>
                <a:latin typeface="Arial"/>
                <a:cs typeface="Arial"/>
              </a:rPr>
              <a:t>l</a:t>
            </a:r>
            <a:r>
              <a:rPr sz="3600" spc="0" dirty="0" smtClean="0">
                <a:solidFill>
                  <a:srgbClr val="00CC65"/>
                </a:solidFill>
                <a:latin typeface="Arial"/>
                <a:cs typeface="Arial"/>
              </a:rPr>
              <a:t>a</a:t>
            </a:r>
            <a:r>
              <a:rPr sz="3600" spc="197" dirty="0" smtClean="0">
                <a:solidFill>
                  <a:srgbClr val="00CC65"/>
                </a:solidFill>
                <a:latin typeface="Arial"/>
                <a:cs typeface="Arial"/>
              </a:rPr>
              <a:t>s</a:t>
            </a:r>
            <a:endParaRPr sz="3600">
              <a:latin typeface="Arial"/>
              <a:cs typeface="Arial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3138838" y="1034143"/>
            <a:ext cx="640060" cy="4825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779"/>
              </a:lnSpc>
              <a:spcBef>
                <a:spcPts val="189"/>
              </a:spcBef>
            </a:pPr>
            <a:r>
              <a:rPr sz="3600" spc="175" dirty="0" smtClean="0">
                <a:solidFill>
                  <a:srgbClr val="00CC65"/>
                </a:solidFill>
                <a:latin typeface="Arial"/>
                <a:cs typeface="Arial"/>
              </a:rPr>
              <a:t>d</a:t>
            </a:r>
            <a:r>
              <a:rPr sz="3600" spc="0" dirty="0" smtClean="0">
                <a:solidFill>
                  <a:srgbClr val="00CC65"/>
                </a:solidFill>
                <a:latin typeface="Arial"/>
                <a:cs typeface="Arial"/>
              </a:rPr>
              <a:t>e</a:t>
            </a:r>
            <a:endParaRPr sz="3600">
              <a:latin typeface="Arial"/>
              <a:cs typeface="Arial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3798586" y="1034143"/>
            <a:ext cx="2775431" cy="4825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779"/>
              </a:lnSpc>
              <a:spcBef>
                <a:spcPts val="189"/>
              </a:spcBef>
            </a:pPr>
            <a:r>
              <a:rPr sz="3600" dirty="0" smtClean="0">
                <a:solidFill>
                  <a:srgbClr val="00CC65"/>
                </a:solidFill>
                <a:latin typeface="Arial"/>
                <a:cs typeface="Arial"/>
              </a:rPr>
              <a:t>V</a:t>
            </a:r>
            <a:r>
              <a:rPr sz="3600" spc="209" dirty="0" smtClean="0">
                <a:solidFill>
                  <a:srgbClr val="00CC65"/>
                </a:solidFill>
                <a:latin typeface="Arial"/>
                <a:cs typeface="Arial"/>
              </a:rPr>
              <a:t>i</a:t>
            </a:r>
            <a:r>
              <a:rPr sz="3600" spc="197" dirty="0" smtClean="0">
                <a:solidFill>
                  <a:srgbClr val="00CC65"/>
                </a:solidFill>
                <a:latin typeface="Arial"/>
                <a:cs typeface="Arial"/>
              </a:rPr>
              <a:t>sc</a:t>
            </a:r>
            <a:r>
              <a:rPr sz="3600" spc="175" dirty="0" smtClean="0">
                <a:solidFill>
                  <a:srgbClr val="00CC65"/>
                </a:solidFill>
                <a:latin typeface="Arial"/>
                <a:cs typeface="Arial"/>
              </a:rPr>
              <a:t>o</a:t>
            </a:r>
            <a:r>
              <a:rPr sz="3600" spc="197" dirty="0" smtClean="0">
                <a:solidFill>
                  <a:srgbClr val="00CC65"/>
                </a:solidFill>
                <a:latin typeface="Arial"/>
                <a:cs typeface="Arial"/>
              </a:rPr>
              <a:t>s</a:t>
            </a:r>
            <a:r>
              <a:rPr sz="3600" spc="194" dirty="0" smtClean="0">
                <a:solidFill>
                  <a:srgbClr val="00CC65"/>
                </a:solidFill>
                <a:latin typeface="Arial"/>
                <a:cs typeface="Arial"/>
              </a:rPr>
              <a:t>i</a:t>
            </a:r>
            <a:r>
              <a:rPr sz="3600" spc="175" dirty="0" smtClean="0">
                <a:solidFill>
                  <a:srgbClr val="00CC65"/>
                </a:solidFill>
                <a:latin typeface="Arial"/>
                <a:cs typeface="Arial"/>
              </a:rPr>
              <a:t>d</a:t>
            </a:r>
            <a:r>
              <a:rPr sz="3600" spc="0" dirty="0" smtClean="0">
                <a:solidFill>
                  <a:srgbClr val="00CC65"/>
                </a:solidFill>
                <a:latin typeface="Arial"/>
                <a:cs typeface="Arial"/>
              </a:rPr>
              <a:t>a</a:t>
            </a:r>
            <a:r>
              <a:rPr sz="3600" spc="175" dirty="0" smtClean="0">
                <a:solidFill>
                  <a:srgbClr val="00CC65"/>
                </a:solidFill>
                <a:latin typeface="Arial"/>
                <a:cs typeface="Arial"/>
              </a:rPr>
              <a:t>d</a:t>
            </a:r>
            <a:r>
              <a:rPr sz="3600" spc="0" dirty="0" smtClean="0">
                <a:solidFill>
                  <a:srgbClr val="00CC65"/>
                </a:solidFill>
                <a:latin typeface="Arial"/>
                <a:cs typeface="Arial"/>
              </a:rPr>
              <a:t>e</a:t>
            </a:r>
            <a:endParaRPr sz="3600">
              <a:latin typeface="Arial"/>
              <a:cs typeface="Arial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6593930" y="1034143"/>
            <a:ext cx="2139539" cy="4825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779"/>
              </a:lnSpc>
              <a:spcBef>
                <a:spcPts val="189"/>
              </a:spcBef>
            </a:pPr>
            <a:r>
              <a:rPr sz="3600" dirty="0" smtClean="0">
                <a:solidFill>
                  <a:srgbClr val="00CC65"/>
                </a:solidFill>
                <a:latin typeface="Arial"/>
                <a:cs typeface="Arial"/>
              </a:rPr>
              <a:t>D</a:t>
            </a:r>
            <a:r>
              <a:rPr sz="3600" spc="194" dirty="0" smtClean="0">
                <a:solidFill>
                  <a:srgbClr val="00CC65"/>
                </a:solidFill>
                <a:latin typeface="Arial"/>
                <a:cs typeface="Arial"/>
              </a:rPr>
              <a:t>i</a:t>
            </a:r>
            <a:r>
              <a:rPr sz="3600" spc="175" dirty="0" smtClean="0">
                <a:solidFill>
                  <a:srgbClr val="00CC65"/>
                </a:solidFill>
                <a:latin typeface="Arial"/>
                <a:cs typeface="Arial"/>
              </a:rPr>
              <a:t>n</a:t>
            </a:r>
            <a:r>
              <a:rPr sz="3600" spc="0" dirty="0" smtClean="0">
                <a:solidFill>
                  <a:srgbClr val="00CC65"/>
                </a:solidFill>
                <a:latin typeface="Arial"/>
                <a:cs typeface="Arial"/>
              </a:rPr>
              <a:t>â</a:t>
            </a:r>
            <a:r>
              <a:rPr sz="3600" spc="179" dirty="0" smtClean="0">
                <a:solidFill>
                  <a:srgbClr val="00CC65"/>
                </a:solidFill>
                <a:latin typeface="Arial"/>
                <a:cs typeface="Arial"/>
              </a:rPr>
              <a:t>m</a:t>
            </a:r>
            <a:r>
              <a:rPr sz="3600" spc="194" dirty="0" smtClean="0">
                <a:solidFill>
                  <a:srgbClr val="00CC65"/>
                </a:solidFill>
                <a:latin typeface="Arial"/>
                <a:cs typeface="Arial"/>
              </a:rPr>
              <a:t>i</a:t>
            </a:r>
            <a:r>
              <a:rPr sz="3600" spc="197" dirty="0" smtClean="0">
                <a:solidFill>
                  <a:srgbClr val="00CC65"/>
                </a:solidFill>
                <a:latin typeface="Arial"/>
                <a:cs typeface="Arial"/>
              </a:rPr>
              <a:t>ca</a:t>
            </a:r>
            <a:endParaRPr sz="3600">
              <a:latin typeface="Arial"/>
              <a:cs typeface="Arial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1601602" y="3436620"/>
            <a:ext cx="3599687" cy="27431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49940" marR="1236863" algn="ctr">
              <a:lnSpc>
                <a:spcPct val="95825"/>
              </a:lnSpc>
              <a:spcBef>
                <a:spcPts val="390"/>
              </a:spcBef>
            </a:pPr>
            <a:r>
              <a:rPr sz="1200" spc="4" dirty="0" smtClean="0">
                <a:latin typeface="Times New Roman"/>
                <a:cs typeface="Times New Roman"/>
              </a:rPr>
              <a:t>Lí</a:t>
            </a:r>
            <a:r>
              <a:rPr sz="1200" spc="-9" dirty="0" smtClean="0">
                <a:latin typeface="Times New Roman"/>
                <a:cs typeface="Times New Roman"/>
              </a:rPr>
              <a:t>q</a:t>
            </a:r>
            <a:r>
              <a:rPr sz="1200" spc="4" dirty="0" smtClean="0">
                <a:latin typeface="Times New Roman"/>
                <a:cs typeface="Times New Roman"/>
              </a:rPr>
              <a:t>uid</a:t>
            </a:r>
            <a:r>
              <a:rPr sz="1200" spc="-9" dirty="0" smtClean="0">
                <a:latin typeface="Times New Roman"/>
                <a:cs typeface="Times New Roman"/>
              </a:rPr>
              <a:t>o</a:t>
            </a:r>
            <a:r>
              <a:rPr sz="1200" spc="0" dirty="0" smtClean="0">
                <a:latin typeface="Times New Roman"/>
                <a:cs typeface="Times New Roman"/>
              </a:rPr>
              <a:t>s</a:t>
            </a:r>
            <a:r>
              <a:rPr sz="1200" spc="257" dirty="0" smtClean="0">
                <a:latin typeface="Times New Roman"/>
                <a:cs typeface="Times New Roman"/>
              </a:rPr>
              <a:t> </a:t>
            </a:r>
            <a:r>
              <a:rPr sz="1200" spc="0" dirty="0" smtClean="0">
                <a:latin typeface="Times New Roman"/>
                <a:cs typeface="Times New Roman"/>
              </a:rPr>
              <a:t>a</a:t>
            </a:r>
            <a:r>
              <a:rPr sz="1200" spc="63" dirty="0" smtClean="0">
                <a:latin typeface="Times New Roman"/>
                <a:cs typeface="Times New Roman"/>
              </a:rPr>
              <a:t> </a:t>
            </a:r>
            <a:r>
              <a:rPr sz="1200" spc="0" dirty="0" smtClean="0">
                <a:latin typeface="Times New Roman"/>
                <a:cs typeface="Times New Roman"/>
              </a:rPr>
              <a:t>20°</a:t>
            </a:r>
            <a:r>
              <a:rPr sz="1200" spc="63" dirty="0" smtClean="0">
                <a:latin typeface="Times New Roman"/>
                <a:cs typeface="Times New Roman"/>
              </a:rPr>
              <a:t>C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5201289" y="3436620"/>
            <a:ext cx="3601211" cy="27431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05628" marR="1192431" algn="ctr">
              <a:lnSpc>
                <a:spcPct val="95825"/>
              </a:lnSpc>
              <a:spcBef>
                <a:spcPts val="400"/>
              </a:spcBef>
            </a:pPr>
            <a:r>
              <a:rPr sz="1200" spc="0" dirty="0" smtClean="0">
                <a:latin typeface="Times New Roman"/>
                <a:cs typeface="Times New Roman"/>
              </a:rPr>
              <a:t>v</a:t>
            </a:r>
            <a:r>
              <a:rPr sz="1200" spc="4" dirty="0" smtClean="0">
                <a:latin typeface="Times New Roman"/>
                <a:cs typeface="Times New Roman"/>
              </a:rPr>
              <a:t>i</a:t>
            </a:r>
            <a:r>
              <a:rPr sz="1200" spc="0" dirty="0" smtClean="0">
                <a:latin typeface="Times New Roman"/>
                <a:cs typeface="Times New Roman"/>
              </a:rPr>
              <a:t>s</a:t>
            </a:r>
            <a:r>
              <a:rPr sz="1200" spc="-4" dirty="0" smtClean="0">
                <a:latin typeface="Times New Roman"/>
                <a:cs typeface="Times New Roman"/>
              </a:rPr>
              <a:t>c</a:t>
            </a:r>
            <a:r>
              <a:rPr sz="1200" spc="0" dirty="0" smtClean="0">
                <a:latin typeface="Times New Roman"/>
                <a:cs typeface="Times New Roman"/>
              </a:rPr>
              <a:t>os</a:t>
            </a:r>
            <a:r>
              <a:rPr sz="1200" spc="4" dirty="0" smtClean="0">
                <a:latin typeface="Times New Roman"/>
                <a:cs typeface="Times New Roman"/>
              </a:rPr>
              <a:t>id</a:t>
            </a:r>
            <a:r>
              <a:rPr sz="1200" spc="0" dirty="0" smtClean="0">
                <a:latin typeface="Times New Roman"/>
                <a:cs typeface="Times New Roman"/>
              </a:rPr>
              <a:t>a</a:t>
            </a:r>
            <a:r>
              <a:rPr sz="1200" spc="4" dirty="0" smtClean="0">
                <a:latin typeface="Times New Roman"/>
                <a:cs typeface="Times New Roman"/>
              </a:rPr>
              <a:t>d</a:t>
            </a:r>
            <a:r>
              <a:rPr sz="1200" spc="0" dirty="0" smtClean="0">
                <a:latin typeface="Times New Roman"/>
                <a:cs typeface="Times New Roman"/>
              </a:rPr>
              <a:t>e</a:t>
            </a:r>
            <a:r>
              <a:rPr sz="1200" spc="184" dirty="0" smtClean="0">
                <a:latin typeface="Times New Roman"/>
                <a:cs typeface="Times New Roman"/>
              </a:rPr>
              <a:t> </a:t>
            </a:r>
            <a:r>
              <a:rPr sz="1200" spc="-4" dirty="0" smtClean="0">
                <a:latin typeface="Times New Roman"/>
                <a:cs typeface="Times New Roman"/>
              </a:rPr>
              <a:t>(</a:t>
            </a:r>
            <a:r>
              <a:rPr sz="1200" spc="45" dirty="0" smtClean="0">
                <a:latin typeface="Times New Roman"/>
                <a:cs typeface="Times New Roman"/>
              </a:rPr>
              <a:t>P</a:t>
            </a:r>
            <a:r>
              <a:rPr sz="1200" spc="73" dirty="0" smtClean="0">
                <a:latin typeface="Times New Roman"/>
                <a:cs typeface="Times New Roman"/>
              </a:rPr>
              <a:t>a</a:t>
            </a:r>
            <a:r>
              <a:rPr sz="1200" spc="-109" dirty="0" smtClean="0">
                <a:latin typeface="Times New Roman"/>
                <a:cs typeface="Times New Roman"/>
              </a:rPr>
              <a:t>·</a:t>
            </a:r>
            <a:r>
              <a:rPr sz="1200" spc="0" dirty="0" smtClean="0">
                <a:latin typeface="Times New Roman"/>
                <a:cs typeface="Times New Roman"/>
              </a:rPr>
              <a:t>s)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1601602" y="3710939"/>
            <a:ext cx="3599687" cy="27279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368812" marR="1358909" algn="ctr">
              <a:lnSpc>
                <a:spcPct val="95825"/>
              </a:lnSpc>
              <a:spcBef>
                <a:spcPts val="400"/>
              </a:spcBef>
            </a:pPr>
            <a:r>
              <a:rPr sz="1200" spc="0" dirty="0" smtClean="0">
                <a:latin typeface="Times New Roman"/>
                <a:cs typeface="Times New Roman"/>
              </a:rPr>
              <a:t>á</a:t>
            </a:r>
            <a:r>
              <a:rPr sz="1200" spc="4" dirty="0" smtClean="0">
                <a:latin typeface="Times New Roman"/>
                <a:cs typeface="Times New Roman"/>
              </a:rPr>
              <a:t>l</a:t>
            </a:r>
            <a:r>
              <a:rPr sz="1200" spc="-4" dirty="0" smtClean="0">
                <a:latin typeface="Times New Roman"/>
                <a:cs typeface="Times New Roman"/>
              </a:rPr>
              <a:t>c</a:t>
            </a:r>
            <a:r>
              <a:rPr sz="1200" spc="0" dirty="0" smtClean="0">
                <a:latin typeface="Times New Roman"/>
                <a:cs typeface="Times New Roman"/>
              </a:rPr>
              <a:t>ool</a:t>
            </a:r>
            <a:r>
              <a:rPr sz="1200" spc="72" dirty="0" smtClean="0">
                <a:latin typeface="Times New Roman"/>
                <a:cs typeface="Times New Roman"/>
              </a:rPr>
              <a:t> </a:t>
            </a:r>
            <a:r>
              <a:rPr sz="1200" spc="-4" dirty="0" smtClean="0">
                <a:latin typeface="Times New Roman"/>
                <a:cs typeface="Times New Roman"/>
              </a:rPr>
              <a:t>e</a:t>
            </a:r>
            <a:r>
              <a:rPr sz="1200" spc="58" dirty="0" smtClean="0">
                <a:latin typeface="Times New Roman"/>
                <a:cs typeface="Times New Roman"/>
              </a:rPr>
              <a:t>t</a:t>
            </a:r>
            <a:r>
              <a:rPr sz="1200" spc="1" dirty="0" smtClean="0">
                <a:latin typeface="Times New Roman"/>
                <a:cs typeface="Times New Roman"/>
              </a:rPr>
              <a:t>í</a:t>
            </a:r>
            <a:r>
              <a:rPr sz="1200" spc="11" dirty="0" smtClean="0">
                <a:latin typeface="Times New Roman"/>
                <a:cs typeface="Times New Roman"/>
              </a:rPr>
              <a:t>l</a:t>
            </a:r>
            <a:r>
              <a:rPr sz="1200" spc="1" dirty="0" smtClean="0">
                <a:latin typeface="Times New Roman"/>
                <a:cs typeface="Times New Roman"/>
              </a:rPr>
              <a:t>i</a:t>
            </a:r>
            <a:r>
              <a:rPr sz="1200" spc="-4" dirty="0" smtClean="0">
                <a:latin typeface="Times New Roman"/>
                <a:cs typeface="Times New Roman"/>
              </a:rPr>
              <a:t>c</a:t>
            </a:r>
            <a:r>
              <a:rPr sz="1200" spc="0" dirty="0" smtClean="0">
                <a:latin typeface="Times New Roman"/>
                <a:cs typeface="Times New Roman"/>
              </a:rPr>
              <a:t>o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5201289" y="3710939"/>
            <a:ext cx="3601211" cy="27279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392458" marR="1378942" algn="ctr">
              <a:lnSpc>
                <a:spcPts val="1379"/>
              </a:lnSpc>
              <a:spcBef>
                <a:spcPts val="375"/>
              </a:spcBef>
            </a:pPr>
            <a:r>
              <a:rPr sz="1200" spc="0" dirty="0" smtClean="0">
                <a:latin typeface="Times New Roman"/>
                <a:cs typeface="Times New Roman"/>
              </a:rPr>
              <a:t>0,248 ×</a:t>
            </a:r>
            <a:r>
              <a:rPr sz="1200" spc="6" dirty="0" smtClean="0">
                <a:latin typeface="Times New Roman"/>
                <a:cs typeface="Times New Roman"/>
              </a:rPr>
              <a:t> </a:t>
            </a:r>
            <a:r>
              <a:rPr sz="1200" spc="0" dirty="0" smtClean="0">
                <a:latin typeface="Times New Roman"/>
                <a:cs typeface="Times New Roman"/>
              </a:rPr>
              <a:t>10</a:t>
            </a:r>
            <a:r>
              <a:rPr sz="1200" spc="4" baseline="28987" dirty="0" smtClean="0">
                <a:latin typeface="Times New Roman"/>
                <a:cs typeface="Times New Roman"/>
              </a:rPr>
              <a:t>−3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1601602" y="3983735"/>
            <a:ext cx="3599687" cy="27431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525784" marR="1513007" algn="ctr">
              <a:lnSpc>
                <a:spcPct val="95825"/>
              </a:lnSpc>
              <a:spcBef>
                <a:spcPts val="400"/>
              </a:spcBef>
            </a:pPr>
            <a:r>
              <a:rPr sz="1200" spc="63" dirty="0" smtClean="0">
                <a:latin typeface="Times New Roman"/>
                <a:cs typeface="Times New Roman"/>
              </a:rPr>
              <a:t>a</a:t>
            </a:r>
            <a:r>
              <a:rPr sz="1200" spc="4" dirty="0" smtClean="0">
                <a:latin typeface="Times New Roman"/>
                <a:cs typeface="Times New Roman"/>
              </a:rPr>
              <a:t>c</a:t>
            </a:r>
            <a:r>
              <a:rPr sz="1200" spc="-4" dirty="0" smtClean="0">
                <a:latin typeface="Times New Roman"/>
                <a:cs typeface="Times New Roman"/>
              </a:rPr>
              <a:t>e</a:t>
            </a:r>
            <a:r>
              <a:rPr sz="1200" spc="58" dirty="0" smtClean="0">
                <a:latin typeface="Times New Roman"/>
                <a:cs typeface="Times New Roman"/>
              </a:rPr>
              <a:t>t</a:t>
            </a:r>
            <a:r>
              <a:rPr sz="1200" spc="0" dirty="0" smtClean="0">
                <a:latin typeface="Times New Roman"/>
                <a:cs typeface="Times New Roman"/>
              </a:rPr>
              <a:t>o</a:t>
            </a:r>
            <a:r>
              <a:rPr sz="1200" spc="70" dirty="0" smtClean="0">
                <a:latin typeface="Times New Roman"/>
                <a:cs typeface="Times New Roman"/>
              </a:rPr>
              <a:t>n</a:t>
            </a:r>
            <a:r>
              <a:rPr sz="1200" spc="63" dirty="0" smtClean="0">
                <a:latin typeface="Times New Roman"/>
                <a:cs typeface="Times New Roman"/>
              </a:rPr>
              <a:t>a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5201289" y="3983735"/>
            <a:ext cx="3601211" cy="27431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392458" marR="1378942" algn="ctr">
              <a:lnSpc>
                <a:spcPts val="1379"/>
              </a:lnSpc>
              <a:spcBef>
                <a:spcPts val="375"/>
              </a:spcBef>
            </a:pPr>
            <a:r>
              <a:rPr sz="1200" spc="0" dirty="0" smtClean="0">
                <a:latin typeface="Times New Roman"/>
                <a:cs typeface="Times New Roman"/>
              </a:rPr>
              <a:t>0,326 ×</a:t>
            </a:r>
            <a:r>
              <a:rPr sz="1200" spc="6" dirty="0" smtClean="0">
                <a:latin typeface="Times New Roman"/>
                <a:cs typeface="Times New Roman"/>
              </a:rPr>
              <a:t> </a:t>
            </a:r>
            <a:r>
              <a:rPr sz="1200" spc="0" dirty="0" smtClean="0">
                <a:latin typeface="Times New Roman"/>
                <a:cs typeface="Times New Roman"/>
              </a:rPr>
              <a:t>10</a:t>
            </a:r>
            <a:r>
              <a:rPr sz="1200" spc="4" baseline="28987" dirty="0" smtClean="0">
                <a:latin typeface="Times New Roman"/>
                <a:cs typeface="Times New Roman"/>
              </a:rPr>
              <a:t>−3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1601602" y="4258055"/>
            <a:ext cx="3599687" cy="27279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513592" marR="1501189" algn="ctr">
              <a:lnSpc>
                <a:spcPct val="95825"/>
              </a:lnSpc>
              <a:spcBef>
                <a:spcPts val="400"/>
              </a:spcBef>
            </a:pPr>
            <a:r>
              <a:rPr sz="1200" spc="60" dirty="0" smtClean="0">
                <a:latin typeface="Times New Roman"/>
                <a:cs typeface="Times New Roman"/>
              </a:rPr>
              <a:t>m</a:t>
            </a:r>
            <a:r>
              <a:rPr sz="1200" spc="-4" dirty="0" smtClean="0">
                <a:latin typeface="Times New Roman"/>
                <a:cs typeface="Times New Roman"/>
              </a:rPr>
              <a:t>e</a:t>
            </a:r>
            <a:r>
              <a:rPr sz="1200" spc="58" dirty="0" smtClean="0">
                <a:latin typeface="Times New Roman"/>
                <a:cs typeface="Times New Roman"/>
              </a:rPr>
              <a:t>t</a:t>
            </a:r>
            <a:r>
              <a:rPr sz="1200" spc="63" dirty="0" smtClean="0">
                <a:latin typeface="Times New Roman"/>
                <a:cs typeface="Times New Roman"/>
              </a:rPr>
              <a:t>a</a:t>
            </a:r>
            <a:r>
              <a:rPr sz="1200" spc="70" dirty="0" smtClean="0">
                <a:latin typeface="Times New Roman"/>
                <a:cs typeface="Times New Roman"/>
              </a:rPr>
              <a:t>n</a:t>
            </a:r>
            <a:r>
              <a:rPr sz="1200" spc="0" dirty="0" smtClean="0">
                <a:latin typeface="Times New Roman"/>
                <a:cs typeface="Times New Roman"/>
              </a:rPr>
              <a:t>o</a:t>
            </a:r>
            <a:r>
              <a:rPr sz="1200" spc="-3" dirty="0" smtClean="0">
                <a:latin typeface="Times New Roman"/>
                <a:cs typeface="Times New Roman"/>
              </a:rPr>
              <a:t>l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5201289" y="4258055"/>
            <a:ext cx="3601211" cy="27279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392458" marR="1378942" algn="ctr">
              <a:lnSpc>
                <a:spcPts val="1379"/>
              </a:lnSpc>
              <a:spcBef>
                <a:spcPts val="375"/>
              </a:spcBef>
            </a:pPr>
            <a:r>
              <a:rPr sz="1200" spc="0" dirty="0" smtClean="0">
                <a:latin typeface="Times New Roman"/>
                <a:cs typeface="Times New Roman"/>
              </a:rPr>
              <a:t>0,597 ×</a:t>
            </a:r>
            <a:r>
              <a:rPr sz="1200" spc="6" dirty="0" smtClean="0">
                <a:latin typeface="Times New Roman"/>
                <a:cs typeface="Times New Roman"/>
              </a:rPr>
              <a:t> </a:t>
            </a:r>
            <a:r>
              <a:rPr sz="1200" spc="0" dirty="0" smtClean="0">
                <a:latin typeface="Times New Roman"/>
                <a:cs typeface="Times New Roman"/>
              </a:rPr>
              <a:t>10</a:t>
            </a:r>
            <a:r>
              <a:rPr sz="1200" spc="4" baseline="28987" dirty="0" smtClean="0">
                <a:latin typeface="Times New Roman"/>
                <a:cs typeface="Times New Roman"/>
              </a:rPr>
              <a:t>−3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1601602" y="4530851"/>
            <a:ext cx="3599687" cy="27279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509020" marR="1496265" algn="ctr">
              <a:lnSpc>
                <a:spcPct val="95825"/>
              </a:lnSpc>
              <a:spcBef>
                <a:spcPts val="400"/>
              </a:spcBef>
            </a:pPr>
            <a:r>
              <a:rPr sz="1200" spc="70" dirty="0" smtClean="0">
                <a:latin typeface="Times New Roman"/>
                <a:cs typeface="Times New Roman"/>
              </a:rPr>
              <a:t>b</a:t>
            </a:r>
            <a:r>
              <a:rPr sz="1200" spc="-4" dirty="0" smtClean="0">
                <a:latin typeface="Times New Roman"/>
                <a:cs typeface="Times New Roman"/>
              </a:rPr>
              <a:t>e</a:t>
            </a:r>
            <a:r>
              <a:rPr sz="1200" spc="70" dirty="0" smtClean="0">
                <a:latin typeface="Times New Roman"/>
                <a:cs typeface="Times New Roman"/>
              </a:rPr>
              <a:t>n</a:t>
            </a:r>
            <a:r>
              <a:rPr sz="1200" spc="-4" dirty="0" smtClean="0">
                <a:latin typeface="Times New Roman"/>
                <a:cs typeface="Times New Roman"/>
              </a:rPr>
              <a:t>ze</a:t>
            </a:r>
            <a:r>
              <a:rPr sz="1200" spc="70" dirty="0" smtClean="0">
                <a:latin typeface="Times New Roman"/>
                <a:cs typeface="Times New Roman"/>
              </a:rPr>
              <a:t>n</a:t>
            </a:r>
            <a:r>
              <a:rPr sz="1200" spc="0" dirty="0" smtClean="0">
                <a:latin typeface="Times New Roman"/>
                <a:cs typeface="Times New Roman"/>
              </a:rPr>
              <a:t>o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5201289" y="4530851"/>
            <a:ext cx="3601211" cy="27279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430558" marR="1417042" algn="ctr">
              <a:lnSpc>
                <a:spcPts val="1379"/>
              </a:lnSpc>
              <a:spcBef>
                <a:spcPts val="375"/>
              </a:spcBef>
            </a:pPr>
            <a:r>
              <a:rPr sz="1200" spc="0" dirty="0" smtClean="0">
                <a:latin typeface="Times New Roman"/>
                <a:cs typeface="Times New Roman"/>
              </a:rPr>
              <a:t>0,64 ×</a:t>
            </a:r>
            <a:r>
              <a:rPr sz="1200" spc="6" dirty="0" smtClean="0">
                <a:latin typeface="Times New Roman"/>
                <a:cs typeface="Times New Roman"/>
              </a:rPr>
              <a:t> </a:t>
            </a:r>
            <a:r>
              <a:rPr sz="1200" spc="0" dirty="0" smtClean="0">
                <a:latin typeface="Times New Roman"/>
                <a:cs typeface="Times New Roman"/>
              </a:rPr>
              <a:t>10</a:t>
            </a:r>
            <a:r>
              <a:rPr sz="1200" spc="4" baseline="28987" dirty="0" smtClean="0">
                <a:latin typeface="Times New Roman"/>
                <a:cs typeface="Times New Roman"/>
              </a:rPr>
              <a:t>−3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1601602" y="4803647"/>
            <a:ext cx="3599687" cy="27279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618748" marR="1606017" algn="ctr">
              <a:lnSpc>
                <a:spcPct val="95825"/>
              </a:lnSpc>
              <a:spcBef>
                <a:spcPts val="400"/>
              </a:spcBef>
            </a:pPr>
            <a:r>
              <a:rPr sz="1200" spc="63" dirty="0" smtClean="0">
                <a:latin typeface="Times New Roman"/>
                <a:cs typeface="Times New Roman"/>
              </a:rPr>
              <a:t>ág</a:t>
            </a:r>
            <a:r>
              <a:rPr sz="1200" spc="70" dirty="0" smtClean="0">
                <a:latin typeface="Times New Roman"/>
                <a:cs typeface="Times New Roman"/>
              </a:rPr>
              <a:t>u</a:t>
            </a:r>
            <a:r>
              <a:rPr sz="1200" spc="63" dirty="0" smtClean="0">
                <a:latin typeface="Times New Roman"/>
                <a:cs typeface="Times New Roman"/>
              </a:rPr>
              <a:t>a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5201289" y="4803647"/>
            <a:ext cx="3601211" cy="27279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354358" marR="1340842" algn="ctr">
              <a:lnSpc>
                <a:spcPts val="1379"/>
              </a:lnSpc>
              <a:spcBef>
                <a:spcPts val="375"/>
              </a:spcBef>
            </a:pPr>
            <a:r>
              <a:rPr sz="1200" spc="0" dirty="0" smtClean="0">
                <a:latin typeface="Times New Roman"/>
                <a:cs typeface="Times New Roman"/>
              </a:rPr>
              <a:t>1,0030 ×</a:t>
            </a:r>
            <a:r>
              <a:rPr sz="1200" spc="6" dirty="0" smtClean="0">
                <a:latin typeface="Times New Roman"/>
                <a:cs typeface="Times New Roman"/>
              </a:rPr>
              <a:t> </a:t>
            </a:r>
            <a:r>
              <a:rPr sz="1200" spc="0" dirty="0" smtClean="0">
                <a:latin typeface="Times New Roman"/>
                <a:cs typeface="Times New Roman"/>
              </a:rPr>
              <a:t>10</a:t>
            </a:r>
            <a:r>
              <a:rPr sz="1200" spc="4" baseline="28987" dirty="0" smtClean="0">
                <a:latin typeface="Times New Roman"/>
                <a:cs typeface="Times New Roman"/>
              </a:rPr>
              <a:t>−3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1601602" y="5076444"/>
            <a:ext cx="3599687" cy="27279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473968" marR="1462643" algn="ctr">
              <a:lnSpc>
                <a:spcPct val="95825"/>
              </a:lnSpc>
              <a:spcBef>
                <a:spcPts val="400"/>
              </a:spcBef>
            </a:pPr>
            <a:r>
              <a:rPr sz="1200" spc="60" dirty="0" smtClean="0">
                <a:latin typeface="Times New Roman"/>
                <a:cs typeface="Times New Roman"/>
              </a:rPr>
              <a:t>m</a:t>
            </a:r>
            <a:r>
              <a:rPr sz="1200" spc="4" dirty="0" smtClean="0">
                <a:latin typeface="Times New Roman"/>
                <a:cs typeface="Times New Roman"/>
              </a:rPr>
              <a:t>e</a:t>
            </a:r>
            <a:r>
              <a:rPr sz="1200" spc="136" dirty="0" smtClean="0">
                <a:latin typeface="Times New Roman"/>
                <a:cs typeface="Times New Roman"/>
              </a:rPr>
              <a:t>r</a:t>
            </a:r>
            <a:r>
              <a:rPr sz="1200" spc="-4" dirty="0" smtClean="0">
                <a:latin typeface="Times New Roman"/>
                <a:cs typeface="Times New Roman"/>
              </a:rPr>
              <a:t>c</a:t>
            </a:r>
            <a:r>
              <a:rPr sz="1200" spc="70" dirty="0" smtClean="0">
                <a:latin typeface="Times New Roman"/>
                <a:cs typeface="Times New Roman"/>
              </a:rPr>
              <a:t>ú</a:t>
            </a:r>
            <a:r>
              <a:rPr sz="1200" spc="126" dirty="0" smtClean="0">
                <a:latin typeface="Times New Roman"/>
                <a:cs typeface="Times New Roman"/>
              </a:rPr>
              <a:t>r</a:t>
            </a:r>
            <a:r>
              <a:rPr sz="1200" spc="1" dirty="0" smtClean="0">
                <a:latin typeface="Times New Roman"/>
                <a:cs typeface="Times New Roman"/>
              </a:rPr>
              <a:t>i</a:t>
            </a:r>
            <a:r>
              <a:rPr sz="1200" spc="0" dirty="0" smtClean="0">
                <a:latin typeface="Times New Roman"/>
                <a:cs typeface="Times New Roman"/>
              </a:rPr>
              <a:t>o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5201289" y="5076444"/>
            <a:ext cx="3601211" cy="27279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430558" marR="1417042" algn="ctr">
              <a:lnSpc>
                <a:spcPts val="1379"/>
              </a:lnSpc>
              <a:spcBef>
                <a:spcPts val="375"/>
              </a:spcBef>
            </a:pPr>
            <a:r>
              <a:rPr sz="1200" spc="0" dirty="0" smtClean="0">
                <a:latin typeface="Times New Roman"/>
                <a:cs typeface="Times New Roman"/>
              </a:rPr>
              <a:t>17,0 ×</a:t>
            </a:r>
            <a:r>
              <a:rPr sz="1200" spc="6" dirty="0" smtClean="0">
                <a:latin typeface="Times New Roman"/>
                <a:cs typeface="Times New Roman"/>
              </a:rPr>
              <a:t> </a:t>
            </a:r>
            <a:r>
              <a:rPr sz="1200" spc="0" dirty="0" smtClean="0">
                <a:latin typeface="Times New Roman"/>
                <a:cs typeface="Times New Roman"/>
              </a:rPr>
              <a:t>10</a:t>
            </a:r>
            <a:r>
              <a:rPr sz="1200" spc="4" baseline="28987" dirty="0" smtClean="0">
                <a:latin typeface="Times New Roman"/>
                <a:cs typeface="Times New Roman"/>
              </a:rPr>
              <a:t>−3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1601602" y="5349239"/>
            <a:ext cx="3599687" cy="27279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94136" marR="1282854" algn="ctr">
              <a:lnSpc>
                <a:spcPct val="95825"/>
              </a:lnSpc>
              <a:spcBef>
                <a:spcPts val="400"/>
              </a:spcBef>
            </a:pPr>
            <a:r>
              <a:rPr sz="1200" spc="0" dirty="0" smtClean="0">
                <a:latin typeface="Times New Roman"/>
                <a:cs typeface="Times New Roman"/>
              </a:rPr>
              <a:t>á</a:t>
            </a:r>
            <a:r>
              <a:rPr sz="1200" spc="-4" dirty="0" smtClean="0">
                <a:latin typeface="Times New Roman"/>
                <a:cs typeface="Times New Roman"/>
              </a:rPr>
              <a:t>c</a:t>
            </a:r>
            <a:r>
              <a:rPr sz="1200" spc="4" dirty="0" smtClean="0">
                <a:latin typeface="Times New Roman"/>
                <a:cs typeface="Times New Roman"/>
              </a:rPr>
              <a:t>id</a:t>
            </a:r>
            <a:r>
              <a:rPr sz="1200" spc="0" dirty="0" smtClean="0">
                <a:latin typeface="Times New Roman"/>
                <a:cs typeface="Times New Roman"/>
              </a:rPr>
              <a:t>o</a:t>
            </a:r>
            <a:r>
              <a:rPr sz="1200" spc="126" dirty="0" smtClean="0">
                <a:latin typeface="Times New Roman"/>
                <a:cs typeface="Times New Roman"/>
              </a:rPr>
              <a:t> </a:t>
            </a:r>
            <a:r>
              <a:rPr sz="1200" spc="0" dirty="0" smtClean="0">
                <a:latin typeface="Times New Roman"/>
                <a:cs typeface="Times New Roman"/>
              </a:rPr>
              <a:t>s</a:t>
            </a:r>
            <a:r>
              <a:rPr sz="1200" spc="70" dirty="0" smtClean="0">
                <a:latin typeface="Times New Roman"/>
                <a:cs typeface="Times New Roman"/>
              </a:rPr>
              <a:t>u</a:t>
            </a:r>
            <a:r>
              <a:rPr sz="1200" spc="-13" dirty="0" smtClean="0">
                <a:latin typeface="Times New Roman"/>
                <a:cs typeface="Times New Roman"/>
              </a:rPr>
              <a:t>l</a:t>
            </a:r>
            <a:r>
              <a:rPr sz="1200" spc="9" dirty="0" smtClean="0">
                <a:latin typeface="Times New Roman"/>
                <a:cs typeface="Times New Roman"/>
              </a:rPr>
              <a:t>f</a:t>
            </a:r>
            <a:r>
              <a:rPr sz="1200" spc="70" dirty="0" smtClean="0">
                <a:latin typeface="Times New Roman"/>
                <a:cs typeface="Times New Roman"/>
              </a:rPr>
              <a:t>ú</a:t>
            </a:r>
            <a:r>
              <a:rPr sz="1200" spc="126" dirty="0" smtClean="0">
                <a:latin typeface="Times New Roman"/>
                <a:cs typeface="Times New Roman"/>
              </a:rPr>
              <a:t>r</a:t>
            </a:r>
            <a:r>
              <a:rPr sz="1200" spc="1" dirty="0" smtClean="0">
                <a:latin typeface="Times New Roman"/>
                <a:cs typeface="Times New Roman"/>
              </a:rPr>
              <a:t>i</a:t>
            </a:r>
            <a:r>
              <a:rPr sz="1200" spc="-4" dirty="0" smtClean="0">
                <a:latin typeface="Times New Roman"/>
                <a:cs typeface="Times New Roman"/>
              </a:rPr>
              <a:t>c</a:t>
            </a:r>
            <a:r>
              <a:rPr sz="1200" spc="0" dirty="0" smtClean="0">
                <a:latin typeface="Times New Roman"/>
                <a:cs typeface="Times New Roman"/>
              </a:rPr>
              <a:t>o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5201289" y="5349239"/>
            <a:ext cx="3601211" cy="27279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486946" marR="1474954" algn="ctr">
              <a:lnSpc>
                <a:spcPts val="1379"/>
              </a:lnSpc>
              <a:spcBef>
                <a:spcPts val="375"/>
              </a:spcBef>
            </a:pPr>
            <a:r>
              <a:rPr sz="1200" spc="0" dirty="0" smtClean="0">
                <a:latin typeface="Times New Roman"/>
                <a:cs typeface="Times New Roman"/>
              </a:rPr>
              <a:t>30 ×</a:t>
            </a:r>
            <a:r>
              <a:rPr sz="1200" spc="6" dirty="0" smtClean="0">
                <a:latin typeface="Times New Roman"/>
                <a:cs typeface="Times New Roman"/>
              </a:rPr>
              <a:t> </a:t>
            </a:r>
            <a:r>
              <a:rPr sz="1200" spc="0" dirty="0" smtClean="0">
                <a:latin typeface="Times New Roman"/>
                <a:cs typeface="Times New Roman"/>
              </a:rPr>
              <a:t>10</a:t>
            </a:r>
            <a:r>
              <a:rPr sz="1200" spc="4" baseline="28987" dirty="0" smtClean="0">
                <a:latin typeface="Times New Roman"/>
                <a:cs typeface="Times New Roman"/>
              </a:rPr>
              <a:t>−3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1601602" y="1690116"/>
            <a:ext cx="3599687" cy="41605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900"/>
              </a:lnSpc>
              <a:spcBef>
                <a:spcPts val="43"/>
              </a:spcBef>
            </a:pPr>
            <a:endParaRPr sz="900"/>
          </a:p>
          <a:p>
            <a:pPr marL="1606556" marR="1593940" algn="ctr">
              <a:lnSpc>
                <a:spcPct val="95825"/>
              </a:lnSpc>
            </a:pPr>
            <a:r>
              <a:rPr sz="1200" dirty="0" smtClean="0">
                <a:latin typeface="Times New Roman"/>
                <a:cs typeface="Times New Roman"/>
              </a:rPr>
              <a:t>g</a:t>
            </a:r>
            <a:r>
              <a:rPr sz="1200" spc="63" dirty="0" smtClean="0">
                <a:latin typeface="Times New Roman"/>
                <a:cs typeface="Times New Roman"/>
              </a:rPr>
              <a:t>as</a:t>
            </a:r>
            <a:r>
              <a:rPr sz="1200" spc="-4" dirty="0" smtClean="0">
                <a:latin typeface="Times New Roman"/>
                <a:cs typeface="Times New Roman"/>
              </a:rPr>
              <a:t>e</a:t>
            </a:r>
            <a:r>
              <a:rPr sz="1200" spc="0" dirty="0" smtClean="0">
                <a:latin typeface="Times New Roman"/>
                <a:cs typeface="Times New Roman"/>
              </a:rPr>
              <a:t>s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5201289" y="1690116"/>
            <a:ext cx="3601211" cy="41605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950"/>
              </a:lnSpc>
              <a:spcBef>
                <a:spcPts val="5"/>
              </a:spcBef>
            </a:pPr>
            <a:endParaRPr sz="950"/>
          </a:p>
          <a:p>
            <a:pPr marL="1205628" marR="1192431" algn="ctr">
              <a:lnSpc>
                <a:spcPct val="95825"/>
              </a:lnSpc>
            </a:pPr>
            <a:r>
              <a:rPr sz="1200" spc="0" dirty="0" smtClean="0">
                <a:latin typeface="Times New Roman"/>
                <a:cs typeface="Times New Roman"/>
              </a:rPr>
              <a:t>v</a:t>
            </a:r>
            <a:r>
              <a:rPr sz="1200" spc="4" dirty="0" smtClean="0">
                <a:latin typeface="Times New Roman"/>
                <a:cs typeface="Times New Roman"/>
              </a:rPr>
              <a:t>i</a:t>
            </a:r>
            <a:r>
              <a:rPr sz="1200" spc="0" dirty="0" smtClean="0">
                <a:latin typeface="Times New Roman"/>
                <a:cs typeface="Times New Roman"/>
              </a:rPr>
              <a:t>s</a:t>
            </a:r>
            <a:r>
              <a:rPr sz="1200" spc="-4" dirty="0" smtClean="0">
                <a:latin typeface="Times New Roman"/>
                <a:cs typeface="Times New Roman"/>
              </a:rPr>
              <a:t>c</a:t>
            </a:r>
            <a:r>
              <a:rPr sz="1200" spc="0" dirty="0" smtClean="0">
                <a:latin typeface="Times New Roman"/>
                <a:cs typeface="Times New Roman"/>
              </a:rPr>
              <a:t>os</a:t>
            </a:r>
            <a:r>
              <a:rPr sz="1200" spc="4" dirty="0" smtClean="0">
                <a:latin typeface="Times New Roman"/>
                <a:cs typeface="Times New Roman"/>
              </a:rPr>
              <a:t>id</a:t>
            </a:r>
            <a:r>
              <a:rPr sz="1200" spc="0" dirty="0" smtClean="0">
                <a:latin typeface="Times New Roman"/>
                <a:cs typeface="Times New Roman"/>
              </a:rPr>
              <a:t>a</a:t>
            </a:r>
            <a:r>
              <a:rPr sz="1200" spc="4" dirty="0" smtClean="0">
                <a:latin typeface="Times New Roman"/>
                <a:cs typeface="Times New Roman"/>
              </a:rPr>
              <a:t>d</a:t>
            </a:r>
            <a:r>
              <a:rPr sz="1200" spc="0" dirty="0" smtClean="0">
                <a:latin typeface="Times New Roman"/>
                <a:cs typeface="Times New Roman"/>
              </a:rPr>
              <a:t>e</a:t>
            </a:r>
            <a:r>
              <a:rPr sz="1200" spc="184" dirty="0" smtClean="0">
                <a:latin typeface="Times New Roman"/>
                <a:cs typeface="Times New Roman"/>
              </a:rPr>
              <a:t> </a:t>
            </a:r>
            <a:r>
              <a:rPr sz="1200" spc="-4" dirty="0" smtClean="0">
                <a:latin typeface="Times New Roman"/>
                <a:cs typeface="Times New Roman"/>
              </a:rPr>
              <a:t>(</a:t>
            </a:r>
            <a:r>
              <a:rPr sz="1200" spc="45" dirty="0" smtClean="0">
                <a:latin typeface="Times New Roman"/>
                <a:cs typeface="Times New Roman"/>
              </a:rPr>
              <a:t>P</a:t>
            </a:r>
            <a:r>
              <a:rPr sz="1200" spc="73" dirty="0" smtClean="0">
                <a:latin typeface="Times New Roman"/>
                <a:cs typeface="Times New Roman"/>
              </a:rPr>
              <a:t>a</a:t>
            </a:r>
            <a:r>
              <a:rPr sz="1200" spc="-109" dirty="0" smtClean="0">
                <a:latin typeface="Times New Roman"/>
                <a:cs typeface="Times New Roman"/>
              </a:rPr>
              <a:t>·</a:t>
            </a:r>
            <a:r>
              <a:rPr sz="1200" spc="0" dirty="0" smtClean="0">
                <a:latin typeface="Times New Roman"/>
                <a:cs typeface="Times New Roman"/>
              </a:rPr>
              <a:t>s)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1601602" y="2106167"/>
            <a:ext cx="3599687" cy="27279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423676" marR="1410894" algn="ctr">
              <a:lnSpc>
                <a:spcPct val="95825"/>
              </a:lnSpc>
              <a:spcBef>
                <a:spcPts val="400"/>
              </a:spcBef>
            </a:pPr>
            <a:r>
              <a:rPr sz="1200" spc="70" dirty="0" smtClean="0">
                <a:latin typeface="Times New Roman"/>
                <a:cs typeface="Times New Roman"/>
              </a:rPr>
              <a:t>h</a:t>
            </a:r>
            <a:r>
              <a:rPr sz="1200" spc="1" dirty="0" smtClean="0">
                <a:latin typeface="Times New Roman"/>
                <a:cs typeface="Times New Roman"/>
              </a:rPr>
              <a:t>i</a:t>
            </a:r>
            <a:r>
              <a:rPr sz="1200" spc="70" dirty="0" smtClean="0">
                <a:latin typeface="Times New Roman"/>
                <a:cs typeface="Times New Roman"/>
              </a:rPr>
              <a:t>d</a:t>
            </a:r>
            <a:r>
              <a:rPr sz="1200" spc="126" dirty="0" smtClean="0">
                <a:latin typeface="Times New Roman"/>
                <a:cs typeface="Times New Roman"/>
              </a:rPr>
              <a:t>r</a:t>
            </a:r>
            <a:r>
              <a:rPr sz="1200" spc="0" dirty="0" smtClean="0">
                <a:latin typeface="Times New Roman"/>
                <a:cs typeface="Times New Roman"/>
              </a:rPr>
              <a:t>og</a:t>
            </a:r>
            <a:r>
              <a:rPr sz="1200" spc="-4" dirty="0" smtClean="0">
                <a:latin typeface="Times New Roman"/>
                <a:cs typeface="Times New Roman"/>
              </a:rPr>
              <a:t>ê</a:t>
            </a:r>
            <a:r>
              <a:rPr sz="1200" spc="70" dirty="0" smtClean="0">
                <a:latin typeface="Times New Roman"/>
                <a:cs typeface="Times New Roman"/>
              </a:rPr>
              <a:t>n</a:t>
            </a:r>
            <a:r>
              <a:rPr sz="1200" spc="1" dirty="0" smtClean="0">
                <a:latin typeface="Times New Roman"/>
                <a:cs typeface="Times New Roman"/>
              </a:rPr>
              <a:t>i</a:t>
            </a:r>
            <a:r>
              <a:rPr sz="1200" spc="0" dirty="0" smtClean="0">
                <a:latin typeface="Times New Roman"/>
                <a:cs typeface="Times New Roman"/>
              </a:rPr>
              <a:t>o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5201289" y="2106167"/>
            <a:ext cx="3601211" cy="27279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468658" marR="1455142" algn="ctr">
              <a:lnSpc>
                <a:spcPts val="1379"/>
              </a:lnSpc>
              <a:spcBef>
                <a:spcPts val="375"/>
              </a:spcBef>
            </a:pPr>
            <a:r>
              <a:rPr sz="1200" spc="0" dirty="0" smtClean="0">
                <a:latin typeface="Times New Roman"/>
                <a:cs typeface="Times New Roman"/>
              </a:rPr>
              <a:t>8,4 ×</a:t>
            </a:r>
            <a:r>
              <a:rPr sz="1200" spc="6" dirty="0" smtClean="0">
                <a:latin typeface="Times New Roman"/>
                <a:cs typeface="Times New Roman"/>
              </a:rPr>
              <a:t> </a:t>
            </a:r>
            <a:r>
              <a:rPr sz="1200" spc="0" dirty="0" smtClean="0">
                <a:latin typeface="Times New Roman"/>
                <a:cs typeface="Times New Roman"/>
              </a:rPr>
              <a:t>10</a:t>
            </a:r>
            <a:r>
              <a:rPr sz="1200" spc="4" baseline="28987" dirty="0" smtClean="0">
                <a:latin typeface="Times New Roman"/>
                <a:cs typeface="Times New Roman"/>
              </a:rPr>
              <a:t>−6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1601602" y="2378963"/>
            <a:ext cx="3599687" cy="27279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704092" marR="1690756" algn="ctr">
              <a:lnSpc>
                <a:spcPct val="95825"/>
              </a:lnSpc>
              <a:spcBef>
                <a:spcPts val="400"/>
              </a:spcBef>
            </a:pPr>
            <a:r>
              <a:rPr sz="1200" spc="111" dirty="0" smtClean="0">
                <a:latin typeface="Times New Roman"/>
                <a:cs typeface="Times New Roman"/>
              </a:rPr>
              <a:t>a</a:t>
            </a:r>
            <a:r>
              <a:rPr sz="1200" spc="83" dirty="0" smtClean="0">
                <a:latin typeface="Times New Roman"/>
                <a:cs typeface="Times New Roman"/>
              </a:rPr>
              <a:t>r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5201289" y="2378963"/>
            <a:ext cx="3601211" cy="27279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430558" marR="1417042" algn="ctr">
              <a:lnSpc>
                <a:spcPts val="1379"/>
              </a:lnSpc>
              <a:spcBef>
                <a:spcPts val="375"/>
              </a:spcBef>
            </a:pPr>
            <a:r>
              <a:rPr sz="1200" spc="0" dirty="0" smtClean="0">
                <a:latin typeface="Times New Roman"/>
                <a:cs typeface="Times New Roman"/>
              </a:rPr>
              <a:t>17,4 ×</a:t>
            </a:r>
            <a:r>
              <a:rPr sz="1200" spc="6" dirty="0" smtClean="0">
                <a:latin typeface="Times New Roman"/>
                <a:cs typeface="Times New Roman"/>
              </a:rPr>
              <a:t> </a:t>
            </a:r>
            <a:r>
              <a:rPr sz="1200" spc="0" dirty="0" smtClean="0">
                <a:latin typeface="Times New Roman"/>
                <a:cs typeface="Times New Roman"/>
              </a:rPr>
              <a:t>10</a:t>
            </a:r>
            <a:r>
              <a:rPr sz="1200" spc="4" baseline="28987" dirty="0" smtClean="0">
                <a:latin typeface="Times New Roman"/>
                <a:cs typeface="Times New Roman"/>
              </a:rPr>
              <a:t>−6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1601602" y="2651759"/>
            <a:ext cx="3599687" cy="27431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521212" marR="1508455" algn="ctr">
              <a:lnSpc>
                <a:spcPct val="95825"/>
              </a:lnSpc>
              <a:spcBef>
                <a:spcPts val="400"/>
              </a:spcBef>
            </a:pPr>
            <a:r>
              <a:rPr sz="1200" dirty="0" smtClean="0">
                <a:latin typeface="Times New Roman"/>
                <a:cs typeface="Times New Roman"/>
              </a:rPr>
              <a:t>x</a:t>
            </a:r>
            <a:r>
              <a:rPr sz="1200" spc="-4" dirty="0" smtClean="0">
                <a:latin typeface="Times New Roman"/>
                <a:cs typeface="Times New Roman"/>
              </a:rPr>
              <a:t>e</a:t>
            </a:r>
            <a:r>
              <a:rPr sz="1200" spc="70" dirty="0" smtClean="0">
                <a:latin typeface="Times New Roman"/>
                <a:cs typeface="Times New Roman"/>
              </a:rPr>
              <a:t>n</a:t>
            </a:r>
            <a:r>
              <a:rPr sz="1200" spc="0" dirty="0" smtClean="0">
                <a:latin typeface="Times New Roman"/>
                <a:cs typeface="Times New Roman"/>
              </a:rPr>
              <a:t>ô</a:t>
            </a:r>
            <a:r>
              <a:rPr sz="1200" spc="70" dirty="0" smtClean="0">
                <a:latin typeface="Times New Roman"/>
                <a:cs typeface="Times New Roman"/>
              </a:rPr>
              <a:t>n</a:t>
            </a:r>
            <a:r>
              <a:rPr sz="1200" spc="1" dirty="0" smtClean="0">
                <a:latin typeface="Times New Roman"/>
                <a:cs typeface="Times New Roman"/>
              </a:rPr>
              <a:t>i</a:t>
            </a:r>
            <a:r>
              <a:rPr sz="1200" spc="0" dirty="0" smtClean="0">
                <a:latin typeface="Times New Roman"/>
                <a:cs typeface="Times New Roman"/>
              </a:rPr>
              <a:t>o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5201289" y="2651759"/>
            <a:ext cx="3601211" cy="27431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430558" marR="1417042" algn="ctr">
              <a:lnSpc>
                <a:spcPts val="1379"/>
              </a:lnSpc>
              <a:spcBef>
                <a:spcPts val="375"/>
              </a:spcBef>
            </a:pPr>
            <a:r>
              <a:rPr sz="1200" spc="0" dirty="0" smtClean="0">
                <a:latin typeface="Times New Roman"/>
                <a:cs typeface="Times New Roman"/>
              </a:rPr>
              <a:t>21,2 ×</a:t>
            </a:r>
            <a:r>
              <a:rPr sz="1200" spc="6" dirty="0" smtClean="0">
                <a:latin typeface="Times New Roman"/>
                <a:cs typeface="Times New Roman"/>
              </a:rPr>
              <a:t> </a:t>
            </a:r>
            <a:r>
              <a:rPr sz="1200" spc="0" dirty="0" smtClean="0">
                <a:latin typeface="Times New Roman"/>
                <a:cs typeface="Times New Roman"/>
              </a:rPr>
              <a:t>10</a:t>
            </a:r>
            <a:r>
              <a:rPr sz="1200" spc="4" baseline="28987" dirty="0" smtClean="0">
                <a:latin typeface="Times New Roman"/>
                <a:cs typeface="Times New Roman"/>
              </a:rPr>
              <a:t>−6</a:t>
            </a:r>
            <a:endParaRPr sz="8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12"/>
          <p:cNvSpPr txBox="1"/>
          <p:nvPr/>
        </p:nvSpPr>
        <p:spPr>
          <a:xfrm>
            <a:off x="1310017" y="1034143"/>
            <a:ext cx="5238621" cy="4825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779"/>
              </a:lnSpc>
              <a:spcBef>
                <a:spcPts val="189"/>
              </a:spcBef>
            </a:pPr>
            <a:r>
              <a:rPr sz="3600" spc="64" dirty="0" smtClean="0">
                <a:solidFill>
                  <a:srgbClr val="00CC65"/>
                </a:solidFill>
                <a:latin typeface="Arial"/>
                <a:cs typeface="Arial"/>
              </a:rPr>
              <a:t>I</a:t>
            </a:r>
            <a:r>
              <a:rPr sz="3600" spc="209" dirty="0" smtClean="0">
                <a:solidFill>
                  <a:srgbClr val="00CC65"/>
                </a:solidFill>
                <a:latin typeface="Arial"/>
                <a:cs typeface="Arial"/>
              </a:rPr>
              <a:t>m</a:t>
            </a:r>
            <a:r>
              <a:rPr sz="3600" spc="134" dirty="0" smtClean="0">
                <a:solidFill>
                  <a:srgbClr val="00CC65"/>
                </a:solidFill>
                <a:latin typeface="Arial"/>
                <a:cs typeface="Arial"/>
              </a:rPr>
              <a:t>po</a:t>
            </a:r>
            <a:r>
              <a:rPr sz="3600" spc="83" dirty="0" smtClean="0">
                <a:solidFill>
                  <a:srgbClr val="00CC65"/>
                </a:solidFill>
                <a:latin typeface="Arial"/>
                <a:cs typeface="Arial"/>
              </a:rPr>
              <a:t>r</a:t>
            </a:r>
            <a:r>
              <a:rPr sz="3600" spc="70" dirty="0" smtClean="0">
                <a:solidFill>
                  <a:srgbClr val="00CC65"/>
                </a:solidFill>
                <a:latin typeface="Arial"/>
                <a:cs typeface="Arial"/>
              </a:rPr>
              <a:t>t</a:t>
            </a:r>
            <a:r>
              <a:rPr sz="3600" spc="140" dirty="0" smtClean="0">
                <a:solidFill>
                  <a:srgbClr val="00CC65"/>
                </a:solidFill>
                <a:latin typeface="Arial"/>
                <a:cs typeface="Arial"/>
              </a:rPr>
              <a:t>â</a:t>
            </a:r>
            <a:r>
              <a:rPr sz="3600" spc="134" dirty="0" smtClean="0">
                <a:solidFill>
                  <a:srgbClr val="00CC65"/>
                </a:solidFill>
                <a:latin typeface="Arial"/>
                <a:cs typeface="Arial"/>
              </a:rPr>
              <a:t>n</a:t>
            </a:r>
            <a:r>
              <a:rPr sz="3600" spc="125" dirty="0" smtClean="0">
                <a:solidFill>
                  <a:srgbClr val="00CC65"/>
                </a:solidFill>
                <a:latin typeface="Arial"/>
                <a:cs typeface="Arial"/>
              </a:rPr>
              <a:t>c</a:t>
            </a:r>
            <a:r>
              <a:rPr sz="3600" spc="50" dirty="0" smtClean="0">
                <a:solidFill>
                  <a:srgbClr val="00CC65"/>
                </a:solidFill>
                <a:latin typeface="Arial"/>
                <a:cs typeface="Arial"/>
              </a:rPr>
              <a:t>i</a:t>
            </a:r>
            <a:r>
              <a:rPr sz="3600" spc="140" dirty="0" smtClean="0">
                <a:solidFill>
                  <a:srgbClr val="00CC65"/>
                </a:solidFill>
                <a:latin typeface="Arial"/>
                <a:cs typeface="Arial"/>
              </a:rPr>
              <a:t>a</a:t>
            </a:r>
            <a:r>
              <a:rPr sz="3600" spc="175" dirty="0" smtClean="0">
                <a:solidFill>
                  <a:srgbClr val="00CC65"/>
                </a:solidFill>
                <a:latin typeface="Arial"/>
                <a:cs typeface="Arial"/>
              </a:rPr>
              <a:t> </a:t>
            </a:r>
            <a:r>
              <a:rPr sz="3600" spc="-4" dirty="0" smtClean="0">
                <a:solidFill>
                  <a:srgbClr val="00CC65"/>
                </a:solidFill>
                <a:latin typeface="Arial"/>
                <a:cs typeface="Arial"/>
              </a:rPr>
              <a:t>d</a:t>
            </a:r>
            <a:r>
              <a:rPr sz="3600" spc="0" dirty="0" smtClean="0">
                <a:solidFill>
                  <a:srgbClr val="00CC65"/>
                </a:solidFill>
                <a:latin typeface="Arial"/>
                <a:cs typeface="Arial"/>
              </a:rPr>
              <a:t>o</a:t>
            </a:r>
            <a:r>
              <a:rPr sz="3600" spc="360" dirty="0" smtClean="0">
                <a:solidFill>
                  <a:srgbClr val="00CC65"/>
                </a:solidFill>
                <a:latin typeface="Arial"/>
                <a:cs typeface="Arial"/>
              </a:rPr>
              <a:t> </a:t>
            </a:r>
            <a:r>
              <a:rPr sz="3600" spc="0" dirty="0" smtClean="0">
                <a:solidFill>
                  <a:srgbClr val="00CC65"/>
                </a:solidFill>
                <a:latin typeface="Arial"/>
                <a:cs typeface="Arial"/>
              </a:rPr>
              <a:t>N</a:t>
            </a:r>
            <a:r>
              <a:rPr sz="3600" spc="190" dirty="0" smtClean="0">
                <a:solidFill>
                  <a:srgbClr val="00CC65"/>
                </a:solidFill>
                <a:latin typeface="Arial"/>
                <a:cs typeface="Arial"/>
              </a:rPr>
              <a:t>ú</a:t>
            </a:r>
            <a:r>
              <a:rPr sz="3600" spc="179" dirty="0" smtClean="0">
                <a:solidFill>
                  <a:srgbClr val="00CC65"/>
                </a:solidFill>
                <a:latin typeface="Arial"/>
                <a:cs typeface="Arial"/>
              </a:rPr>
              <a:t>me</a:t>
            </a:r>
            <a:r>
              <a:rPr sz="3600" spc="191" dirty="0" smtClean="0">
                <a:solidFill>
                  <a:srgbClr val="00CC65"/>
                </a:solidFill>
                <a:latin typeface="Arial"/>
                <a:cs typeface="Arial"/>
              </a:rPr>
              <a:t>r</a:t>
            </a:r>
            <a:r>
              <a:rPr sz="3600" spc="180" dirty="0" smtClean="0">
                <a:solidFill>
                  <a:srgbClr val="00CC65"/>
                </a:solidFill>
                <a:latin typeface="Arial"/>
                <a:cs typeface="Arial"/>
              </a:rPr>
              <a:t>o</a:t>
            </a:r>
            <a:endParaRPr sz="36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568059" y="1034143"/>
            <a:ext cx="660014" cy="98443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19954">
              <a:lnSpc>
                <a:spcPts val="3779"/>
              </a:lnSpc>
              <a:spcBef>
                <a:spcPts val="189"/>
              </a:spcBef>
            </a:pPr>
            <a:r>
              <a:rPr sz="3600" spc="175" dirty="0" smtClean="0">
                <a:solidFill>
                  <a:srgbClr val="00CC65"/>
                </a:solidFill>
                <a:latin typeface="Arial"/>
                <a:cs typeface="Arial"/>
              </a:rPr>
              <a:t>d</a:t>
            </a:r>
            <a:r>
              <a:rPr sz="3600" spc="0" dirty="0" smtClean="0">
                <a:solidFill>
                  <a:srgbClr val="00CC65"/>
                </a:solidFill>
                <a:latin typeface="Arial"/>
                <a:cs typeface="Arial"/>
              </a:rPr>
              <a:t>e</a:t>
            </a:r>
            <a:endParaRPr sz="3600">
              <a:latin typeface="Arial"/>
              <a:cs typeface="Arial"/>
            </a:endParaRPr>
          </a:p>
          <a:p>
            <a:pPr marL="185691">
              <a:lnSpc>
                <a:spcPct val="95825"/>
              </a:lnSpc>
              <a:spcBef>
                <a:spcPts val="525"/>
              </a:spcBef>
            </a:pPr>
            <a:r>
              <a:rPr sz="2800" spc="4" dirty="0" smtClean="0">
                <a:latin typeface="Arial"/>
                <a:cs typeface="Arial"/>
              </a:rPr>
              <a:t>d</a:t>
            </a:r>
            <a:r>
              <a:rPr sz="2800" spc="0" dirty="0" smtClean="0">
                <a:latin typeface="Arial"/>
                <a:cs typeface="Arial"/>
              </a:rPr>
              <a:t>o</a:t>
            </a:r>
            <a:endParaRPr sz="28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228032" y="1034143"/>
            <a:ext cx="2162543" cy="4825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779"/>
              </a:lnSpc>
              <a:spcBef>
                <a:spcPts val="189"/>
              </a:spcBef>
            </a:pPr>
            <a:r>
              <a:rPr sz="3600" dirty="0" smtClean="0">
                <a:solidFill>
                  <a:srgbClr val="00CC65"/>
                </a:solidFill>
                <a:latin typeface="Arial"/>
                <a:cs typeface="Arial"/>
              </a:rPr>
              <a:t>Re</a:t>
            </a:r>
            <a:r>
              <a:rPr sz="3600" spc="197" dirty="0" smtClean="0">
                <a:solidFill>
                  <a:srgbClr val="00CC65"/>
                </a:solidFill>
                <a:latin typeface="Arial"/>
                <a:cs typeface="Arial"/>
              </a:rPr>
              <a:t>y</a:t>
            </a:r>
            <a:r>
              <a:rPr sz="3600" spc="165" dirty="0" smtClean="0">
                <a:solidFill>
                  <a:srgbClr val="00CC65"/>
                </a:solidFill>
                <a:latin typeface="Arial"/>
                <a:cs typeface="Arial"/>
              </a:rPr>
              <a:t>n</a:t>
            </a:r>
            <a:r>
              <a:rPr sz="3600" spc="175" dirty="0" smtClean="0">
                <a:solidFill>
                  <a:srgbClr val="00CC65"/>
                </a:solidFill>
                <a:latin typeface="Arial"/>
                <a:cs typeface="Arial"/>
              </a:rPr>
              <a:t>o</a:t>
            </a:r>
            <a:r>
              <a:rPr sz="3600" spc="194" dirty="0" smtClean="0">
                <a:solidFill>
                  <a:srgbClr val="00CC65"/>
                </a:solidFill>
                <a:latin typeface="Arial"/>
                <a:cs typeface="Arial"/>
              </a:rPr>
              <a:t>l</a:t>
            </a:r>
            <a:r>
              <a:rPr sz="3600" spc="175" dirty="0" smtClean="0">
                <a:solidFill>
                  <a:srgbClr val="00CC65"/>
                </a:solidFill>
                <a:latin typeface="Arial"/>
                <a:cs typeface="Arial"/>
              </a:rPr>
              <a:t>d</a:t>
            </a:r>
            <a:r>
              <a:rPr sz="3600" spc="197" dirty="0" smtClean="0">
                <a:solidFill>
                  <a:srgbClr val="00CC65"/>
                </a:solidFill>
                <a:latin typeface="Arial"/>
                <a:cs typeface="Arial"/>
              </a:rPr>
              <a:t>s</a:t>
            </a:r>
            <a:endParaRPr sz="36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581111" y="1638091"/>
            <a:ext cx="328337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0" dirty="0" smtClean="0">
                <a:latin typeface="Arial"/>
                <a:cs typeface="Arial"/>
              </a:rPr>
              <a:t>A</a:t>
            </a:r>
            <a:endParaRPr sz="28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190944" y="1638091"/>
            <a:ext cx="1933065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0" dirty="0" smtClean="0">
                <a:latin typeface="Arial"/>
                <a:cs typeface="Arial"/>
              </a:rPr>
              <a:t>im</a:t>
            </a:r>
            <a:r>
              <a:rPr sz="2800" spc="4" dirty="0" smtClean="0">
                <a:latin typeface="Arial"/>
                <a:cs typeface="Arial"/>
              </a:rPr>
              <a:t>po</a:t>
            </a:r>
            <a:r>
              <a:rPr sz="2800" spc="14" dirty="0" smtClean="0">
                <a:latin typeface="Arial"/>
                <a:cs typeface="Arial"/>
              </a:rPr>
              <a:t>r</a:t>
            </a:r>
            <a:r>
              <a:rPr sz="2800" spc="4" dirty="0" smtClean="0">
                <a:latin typeface="Arial"/>
                <a:cs typeface="Arial"/>
              </a:rPr>
              <a:t>tânc</a:t>
            </a:r>
            <a:r>
              <a:rPr sz="2800" spc="0" dirty="0" smtClean="0">
                <a:latin typeface="Arial"/>
                <a:cs typeface="Arial"/>
              </a:rPr>
              <a:t>ia</a:t>
            </a:r>
            <a:endParaRPr sz="28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406555" y="1638091"/>
            <a:ext cx="2052167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-9" dirty="0" smtClean="0">
                <a:latin typeface="Arial"/>
                <a:cs typeface="Arial"/>
              </a:rPr>
              <a:t>f</a:t>
            </a:r>
            <a:r>
              <a:rPr sz="2800" spc="4" dirty="0" smtClean="0">
                <a:latin typeface="Arial"/>
                <a:cs typeface="Arial"/>
              </a:rPr>
              <a:t>und</a:t>
            </a:r>
            <a:r>
              <a:rPr sz="2800" spc="14" dirty="0" smtClean="0">
                <a:latin typeface="Arial"/>
                <a:cs typeface="Arial"/>
              </a:rPr>
              <a:t>a</a:t>
            </a:r>
            <a:r>
              <a:rPr sz="2800" spc="0" dirty="0" smtClean="0">
                <a:latin typeface="Arial"/>
                <a:cs typeface="Arial"/>
              </a:rPr>
              <a:t>m</a:t>
            </a:r>
            <a:r>
              <a:rPr sz="2800" spc="4" dirty="0" smtClean="0">
                <a:latin typeface="Arial"/>
                <a:cs typeface="Arial"/>
              </a:rPr>
              <a:t>e</a:t>
            </a:r>
            <a:r>
              <a:rPr sz="2800" spc="14" dirty="0" smtClean="0">
                <a:latin typeface="Arial"/>
                <a:cs typeface="Arial"/>
              </a:rPr>
              <a:t>n</a:t>
            </a:r>
            <a:r>
              <a:rPr sz="2800" spc="4" dirty="0" smtClean="0">
                <a:latin typeface="Arial"/>
                <a:cs typeface="Arial"/>
              </a:rPr>
              <a:t>ta</a:t>
            </a:r>
            <a:r>
              <a:rPr sz="2800" spc="0" dirty="0" smtClean="0">
                <a:latin typeface="Arial"/>
                <a:cs typeface="Arial"/>
              </a:rPr>
              <a:t>l</a:t>
            </a:r>
            <a:endParaRPr sz="28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510619" y="1638091"/>
            <a:ext cx="1299197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4" dirty="0" smtClean="0">
                <a:latin typeface="Arial"/>
                <a:cs typeface="Arial"/>
              </a:rPr>
              <a:t>nú</a:t>
            </a:r>
            <a:r>
              <a:rPr sz="2800" spc="0" dirty="0" smtClean="0">
                <a:latin typeface="Arial"/>
                <a:cs typeface="Arial"/>
              </a:rPr>
              <a:t>m</a:t>
            </a:r>
            <a:r>
              <a:rPr sz="2800" spc="14" dirty="0" smtClean="0">
                <a:latin typeface="Arial"/>
                <a:cs typeface="Arial"/>
              </a:rPr>
              <a:t>e</a:t>
            </a:r>
            <a:r>
              <a:rPr sz="2800" spc="4" dirty="0" smtClean="0">
                <a:latin typeface="Arial"/>
                <a:cs typeface="Arial"/>
              </a:rPr>
              <a:t>r</a:t>
            </a:r>
            <a:r>
              <a:rPr sz="2800" spc="0" dirty="0" smtClean="0">
                <a:latin typeface="Arial"/>
                <a:cs typeface="Arial"/>
              </a:rPr>
              <a:t>o</a:t>
            </a:r>
            <a:endParaRPr sz="28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9092363" y="1638091"/>
            <a:ext cx="487022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4" dirty="0" smtClean="0">
                <a:latin typeface="Arial"/>
                <a:cs typeface="Arial"/>
              </a:rPr>
              <a:t>d</a:t>
            </a:r>
            <a:r>
              <a:rPr sz="2800" spc="0" dirty="0" smtClean="0">
                <a:latin typeface="Arial"/>
                <a:cs typeface="Arial"/>
              </a:rPr>
              <a:t>e</a:t>
            </a:r>
            <a:endParaRPr sz="28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238384" y="1709815"/>
            <a:ext cx="277329" cy="2920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245"/>
              </a:lnSpc>
              <a:spcBef>
                <a:spcPts val="112"/>
              </a:spcBef>
            </a:pPr>
            <a:r>
              <a:rPr sz="2100" spc="291" dirty="0" smtClean="0">
                <a:solidFill>
                  <a:srgbClr val="65FF32"/>
                </a:solidFill>
                <a:latin typeface="Arial"/>
                <a:cs typeface="Arial"/>
              </a:rPr>
              <a:t>□</a:t>
            </a:r>
            <a:endParaRPr sz="21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581284" y="1979466"/>
            <a:ext cx="2530422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  <a:tabLst>
                <a:tab pos="1765300" algn="l"/>
                <a:tab pos="2247900" algn="l"/>
              </a:tabLst>
            </a:pPr>
            <a:r>
              <a:rPr sz="2800" spc="-4" dirty="0" smtClean="0">
                <a:latin typeface="Arial"/>
                <a:cs typeface="Arial"/>
              </a:rPr>
              <a:t>R</a:t>
            </a:r>
            <a:r>
              <a:rPr sz="2800" spc="4" dirty="0" smtClean="0">
                <a:latin typeface="Arial"/>
                <a:cs typeface="Arial"/>
              </a:rPr>
              <a:t>eyno</a:t>
            </a:r>
            <a:r>
              <a:rPr sz="2800" spc="0" dirty="0" smtClean="0">
                <a:latin typeface="Arial"/>
                <a:cs typeface="Arial"/>
              </a:rPr>
              <a:t>l</a:t>
            </a:r>
            <a:r>
              <a:rPr sz="2800" spc="4" dirty="0" smtClean="0">
                <a:latin typeface="Arial"/>
                <a:cs typeface="Arial"/>
              </a:rPr>
              <a:t>d</a:t>
            </a:r>
            <a:r>
              <a:rPr sz="2800" spc="0" dirty="0" smtClean="0">
                <a:latin typeface="Arial"/>
                <a:cs typeface="Arial"/>
              </a:rPr>
              <a:t>s	é	a</a:t>
            </a:r>
            <a:endParaRPr sz="28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298241" y="1979466"/>
            <a:ext cx="2149191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-9" dirty="0" smtClean="0">
                <a:latin typeface="Arial"/>
                <a:cs typeface="Arial"/>
              </a:rPr>
              <a:t>p</a:t>
            </a:r>
            <a:r>
              <a:rPr sz="2800" spc="4" dirty="0" smtClean="0">
                <a:latin typeface="Arial"/>
                <a:cs typeface="Arial"/>
              </a:rPr>
              <a:t>oss</a:t>
            </a:r>
            <a:r>
              <a:rPr sz="2800" spc="0" dirty="0" smtClean="0">
                <a:latin typeface="Arial"/>
                <a:cs typeface="Arial"/>
              </a:rPr>
              <a:t>i</a:t>
            </a:r>
            <a:r>
              <a:rPr sz="2800" spc="4" dirty="0" smtClean="0">
                <a:latin typeface="Arial"/>
                <a:cs typeface="Arial"/>
              </a:rPr>
              <a:t>b</a:t>
            </a:r>
            <a:r>
              <a:rPr sz="2800" spc="0" dirty="0" smtClean="0">
                <a:latin typeface="Arial"/>
                <a:cs typeface="Arial"/>
              </a:rPr>
              <a:t>ili</a:t>
            </a:r>
            <a:r>
              <a:rPr sz="2800" spc="4" dirty="0" smtClean="0">
                <a:latin typeface="Arial"/>
                <a:cs typeface="Arial"/>
              </a:rPr>
              <a:t>dad</a:t>
            </a:r>
            <a:r>
              <a:rPr sz="2800" spc="0" dirty="0" smtClean="0">
                <a:latin typeface="Arial"/>
                <a:cs typeface="Arial"/>
              </a:rPr>
              <a:t>e</a:t>
            </a:r>
            <a:endParaRPr sz="28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635490" y="1979466"/>
            <a:ext cx="487022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4" dirty="0" smtClean="0">
                <a:latin typeface="Arial"/>
                <a:cs typeface="Arial"/>
              </a:rPr>
              <a:t>d</a:t>
            </a:r>
            <a:r>
              <a:rPr sz="2800" spc="0" dirty="0" smtClean="0">
                <a:latin typeface="Arial"/>
                <a:cs typeface="Arial"/>
              </a:rPr>
              <a:t>e</a:t>
            </a:r>
            <a:endParaRPr sz="28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310571" y="1979466"/>
            <a:ext cx="2268406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  <a:tabLst>
                <a:tab pos="660400" algn="l"/>
                <a:tab pos="1981200" algn="l"/>
              </a:tabLst>
            </a:pPr>
            <a:r>
              <a:rPr sz="2800" spc="-4" dirty="0" smtClean="0">
                <a:latin typeface="Arial"/>
                <a:cs typeface="Arial"/>
              </a:rPr>
              <a:t>s</a:t>
            </a:r>
            <a:r>
              <a:rPr sz="2800" spc="0" dirty="0" smtClean="0">
                <a:latin typeface="Arial"/>
                <a:cs typeface="Arial"/>
              </a:rPr>
              <a:t>e	</a:t>
            </a:r>
            <a:r>
              <a:rPr sz="2800" spc="4" dirty="0" smtClean="0">
                <a:latin typeface="Arial"/>
                <a:cs typeface="Arial"/>
              </a:rPr>
              <a:t>ava</a:t>
            </a:r>
            <a:r>
              <a:rPr sz="2800" spc="0" dirty="0" smtClean="0">
                <a:latin typeface="Arial"/>
                <a:cs typeface="Arial"/>
              </a:rPr>
              <a:t>li</a:t>
            </a:r>
            <a:r>
              <a:rPr sz="2800" spc="4" dirty="0" smtClean="0">
                <a:latin typeface="Arial"/>
                <a:cs typeface="Arial"/>
              </a:rPr>
              <a:t>a</a:t>
            </a:r>
            <a:r>
              <a:rPr sz="2800" spc="0" dirty="0" smtClean="0">
                <a:latin typeface="Arial"/>
                <a:cs typeface="Arial"/>
              </a:rPr>
              <a:t>r	a</a:t>
            </a:r>
            <a:endParaRPr sz="28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581284" y="2320842"/>
            <a:ext cx="1993862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4" dirty="0" smtClean="0">
                <a:latin typeface="Arial"/>
                <a:cs typeface="Arial"/>
              </a:rPr>
              <a:t>estab</a:t>
            </a:r>
            <a:r>
              <a:rPr sz="2800" spc="0" dirty="0" smtClean="0">
                <a:latin typeface="Arial"/>
                <a:cs typeface="Arial"/>
              </a:rPr>
              <a:t>ili</a:t>
            </a:r>
            <a:r>
              <a:rPr sz="2800" spc="4" dirty="0" smtClean="0">
                <a:latin typeface="Arial"/>
                <a:cs typeface="Arial"/>
              </a:rPr>
              <a:t>d</a:t>
            </a:r>
            <a:r>
              <a:rPr sz="2800" spc="14" dirty="0" smtClean="0">
                <a:latin typeface="Arial"/>
                <a:cs typeface="Arial"/>
              </a:rPr>
              <a:t>a</a:t>
            </a:r>
            <a:r>
              <a:rPr sz="2800" spc="4" dirty="0" smtClean="0">
                <a:latin typeface="Arial"/>
                <a:cs typeface="Arial"/>
              </a:rPr>
              <a:t>d</a:t>
            </a:r>
            <a:r>
              <a:rPr sz="2800" spc="0" dirty="0" smtClean="0">
                <a:latin typeface="Arial"/>
                <a:cs typeface="Arial"/>
              </a:rPr>
              <a:t>e</a:t>
            </a:r>
            <a:endParaRPr sz="28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877504" y="2320842"/>
            <a:ext cx="487022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4" dirty="0" smtClean="0">
                <a:latin typeface="Arial"/>
                <a:cs typeface="Arial"/>
              </a:rPr>
              <a:t>d</a:t>
            </a:r>
            <a:r>
              <a:rPr sz="2800" spc="0" dirty="0" smtClean="0">
                <a:latin typeface="Arial"/>
                <a:cs typeface="Arial"/>
              </a:rPr>
              <a:t>o</a:t>
            </a:r>
            <a:endParaRPr sz="28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666884" y="2320842"/>
            <a:ext cx="843636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4" dirty="0" smtClean="0">
                <a:latin typeface="Arial"/>
                <a:cs typeface="Arial"/>
              </a:rPr>
              <a:t>f</a:t>
            </a:r>
            <a:r>
              <a:rPr sz="2800" spc="0" dirty="0" smtClean="0">
                <a:latin typeface="Arial"/>
                <a:cs typeface="Arial"/>
              </a:rPr>
              <a:t>l</a:t>
            </a:r>
            <a:r>
              <a:rPr sz="2800" spc="4" dirty="0" smtClean="0">
                <a:latin typeface="Arial"/>
                <a:cs typeface="Arial"/>
              </a:rPr>
              <a:t>ux</a:t>
            </a:r>
            <a:r>
              <a:rPr sz="2800" spc="0" dirty="0" smtClean="0">
                <a:latin typeface="Arial"/>
                <a:cs typeface="Arial"/>
              </a:rPr>
              <a:t>o</a:t>
            </a:r>
            <a:endParaRPr sz="28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809831" y="2320842"/>
            <a:ext cx="1477348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4" dirty="0" smtClean="0">
                <a:latin typeface="Arial"/>
                <a:cs typeface="Arial"/>
              </a:rPr>
              <a:t>podend</a:t>
            </a:r>
            <a:r>
              <a:rPr sz="2800" spc="0" dirty="0" smtClean="0">
                <a:latin typeface="Arial"/>
                <a:cs typeface="Arial"/>
              </a:rPr>
              <a:t>o</a:t>
            </a:r>
            <a:endParaRPr sz="28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7591061" y="2320842"/>
            <a:ext cx="902991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4" dirty="0" smtClean="0">
                <a:latin typeface="Arial"/>
                <a:cs typeface="Arial"/>
              </a:rPr>
              <a:t>obte</a:t>
            </a:r>
            <a:r>
              <a:rPr sz="2800" spc="0" dirty="0" smtClean="0">
                <a:latin typeface="Arial"/>
                <a:cs typeface="Arial"/>
              </a:rPr>
              <a:t>r</a:t>
            </a:r>
            <a:endParaRPr sz="28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8796494" y="2320842"/>
            <a:ext cx="782674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4" dirty="0" smtClean="0">
                <a:latin typeface="Arial"/>
                <a:cs typeface="Arial"/>
              </a:rPr>
              <a:t>u</a:t>
            </a:r>
            <a:r>
              <a:rPr sz="2800" spc="0" dirty="0" smtClean="0">
                <a:latin typeface="Arial"/>
                <a:cs typeface="Arial"/>
              </a:rPr>
              <a:t>ma</a:t>
            </a:r>
            <a:endParaRPr sz="28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581284" y="2662218"/>
            <a:ext cx="5645159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0" dirty="0" smtClean="0">
                <a:latin typeface="Arial"/>
                <a:cs typeface="Arial"/>
              </a:rPr>
              <a:t>i</a:t>
            </a:r>
            <a:r>
              <a:rPr sz="2800" spc="4" dirty="0" smtClean="0">
                <a:latin typeface="Arial"/>
                <a:cs typeface="Arial"/>
              </a:rPr>
              <a:t>nd</a:t>
            </a:r>
            <a:r>
              <a:rPr sz="2800" spc="0" dirty="0" smtClean="0">
                <a:latin typeface="Arial"/>
                <a:cs typeface="Arial"/>
              </a:rPr>
              <a:t>i</a:t>
            </a:r>
            <a:r>
              <a:rPr sz="2800" spc="4" dirty="0" smtClean="0">
                <a:latin typeface="Arial"/>
                <a:cs typeface="Arial"/>
              </a:rPr>
              <a:t>caçã</a:t>
            </a:r>
            <a:r>
              <a:rPr sz="2800" spc="0" dirty="0" smtClean="0">
                <a:latin typeface="Arial"/>
                <a:cs typeface="Arial"/>
              </a:rPr>
              <a:t>o</a:t>
            </a:r>
            <a:r>
              <a:rPr sz="2800" spc="186" dirty="0" smtClean="0">
                <a:latin typeface="Arial"/>
                <a:cs typeface="Arial"/>
              </a:rPr>
              <a:t> </a:t>
            </a:r>
            <a:r>
              <a:rPr sz="2800" spc="4" dirty="0" smtClean="0">
                <a:latin typeface="Arial"/>
                <a:cs typeface="Arial"/>
              </a:rPr>
              <a:t>s</a:t>
            </a:r>
            <a:r>
              <a:rPr sz="2800" spc="0" dirty="0" smtClean="0">
                <a:latin typeface="Arial"/>
                <a:cs typeface="Arial"/>
              </a:rPr>
              <a:t>e</a:t>
            </a:r>
            <a:r>
              <a:rPr sz="2800" spc="265" dirty="0" smtClean="0">
                <a:latin typeface="Arial"/>
                <a:cs typeface="Arial"/>
              </a:rPr>
              <a:t> </a:t>
            </a:r>
            <a:r>
              <a:rPr sz="2800" spc="0" dirty="0" smtClean="0">
                <a:latin typeface="Arial"/>
                <a:cs typeface="Arial"/>
              </a:rPr>
              <a:t>o</a:t>
            </a:r>
            <a:r>
              <a:rPr sz="2800" spc="289" dirty="0" smtClean="0">
                <a:latin typeface="Arial"/>
                <a:cs typeface="Arial"/>
              </a:rPr>
              <a:t> </a:t>
            </a:r>
            <a:r>
              <a:rPr sz="2800" spc="4" dirty="0" smtClean="0">
                <a:latin typeface="Arial"/>
                <a:cs typeface="Arial"/>
              </a:rPr>
              <a:t>e</a:t>
            </a:r>
            <a:r>
              <a:rPr sz="2800" spc="-4" dirty="0" smtClean="0">
                <a:latin typeface="Arial"/>
                <a:cs typeface="Arial"/>
              </a:rPr>
              <a:t>sc</a:t>
            </a:r>
            <a:r>
              <a:rPr sz="2800" spc="4" dirty="0" smtClean="0">
                <a:latin typeface="Arial"/>
                <a:cs typeface="Arial"/>
              </a:rPr>
              <a:t>oa</a:t>
            </a:r>
            <a:r>
              <a:rPr sz="2800" spc="0" dirty="0" smtClean="0">
                <a:latin typeface="Arial"/>
                <a:cs typeface="Arial"/>
              </a:rPr>
              <a:t>m</a:t>
            </a:r>
            <a:r>
              <a:rPr sz="2800" spc="14" dirty="0" smtClean="0">
                <a:latin typeface="Arial"/>
                <a:cs typeface="Arial"/>
              </a:rPr>
              <a:t>e</a:t>
            </a:r>
            <a:r>
              <a:rPr sz="2800" spc="4" dirty="0" smtClean="0">
                <a:latin typeface="Arial"/>
                <a:cs typeface="Arial"/>
              </a:rPr>
              <a:t>nt</a:t>
            </a:r>
            <a:r>
              <a:rPr sz="2800" spc="0" dirty="0" smtClean="0">
                <a:latin typeface="Arial"/>
                <a:cs typeface="Arial"/>
              </a:rPr>
              <a:t>o</a:t>
            </a:r>
            <a:r>
              <a:rPr sz="2800" spc="152" dirty="0" smtClean="0">
                <a:latin typeface="Arial"/>
                <a:cs typeface="Arial"/>
              </a:rPr>
              <a:t> </a:t>
            </a:r>
            <a:r>
              <a:rPr sz="2800" spc="4" dirty="0" smtClean="0">
                <a:latin typeface="Arial"/>
                <a:cs typeface="Arial"/>
              </a:rPr>
              <a:t>f</a:t>
            </a:r>
            <a:r>
              <a:rPr sz="2800" spc="0" dirty="0" smtClean="0">
                <a:latin typeface="Arial"/>
                <a:cs typeface="Arial"/>
              </a:rPr>
              <a:t>l</a:t>
            </a:r>
            <a:r>
              <a:rPr sz="2800" spc="4" dirty="0" smtClean="0">
                <a:latin typeface="Arial"/>
                <a:cs typeface="Arial"/>
              </a:rPr>
              <a:t>u</a:t>
            </a:r>
            <a:r>
              <a:rPr sz="2800" spc="0" dirty="0" smtClean="0">
                <a:latin typeface="Arial"/>
                <a:cs typeface="Arial"/>
              </a:rPr>
              <a:t>i</a:t>
            </a:r>
            <a:r>
              <a:rPr sz="2800" spc="269" dirty="0" smtClean="0">
                <a:latin typeface="Arial"/>
                <a:cs typeface="Arial"/>
              </a:rPr>
              <a:t> </a:t>
            </a:r>
            <a:r>
              <a:rPr sz="2800" spc="4" dirty="0" smtClean="0">
                <a:latin typeface="Arial"/>
                <a:cs typeface="Arial"/>
              </a:rPr>
              <a:t>d</a:t>
            </a:r>
            <a:r>
              <a:rPr sz="2800" spc="0" dirty="0" smtClean="0">
                <a:latin typeface="Arial"/>
                <a:cs typeface="Arial"/>
              </a:rPr>
              <a:t>e</a:t>
            </a:r>
            <a:endParaRPr sz="28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7272771" y="2662218"/>
            <a:ext cx="2306413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4" dirty="0" smtClean="0">
                <a:latin typeface="Arial"/>
                <a:cs typeface="Arial"/>
              </a:rPr>
              <a:t>fo</a:t>
            </a:r>
            <a:r>
              <a:rPr sz="2800" spc="-9" dirty="0" smtClean="0">
                <a:latin typeface="Arial"/>
                <a:cs typeface="Arial"/>
              </a:rPr>
              <a:t>r</a:t>
            </a:r>
            <a:r>
              <a:rPr sz="2800" spc="0" dirty="0" smtClean="0">
                <a:latin typeface="Arial"/>
                <a:cs typeface="Arial"/>
              </a:rPr>
              <a:t>ma</a:t>
            </a:r>
            <a:r>
              <a:rPr sz="2800" spc="233" dirty="0" smtClean="0">
                <a:latin typeface="Arial"/>
                <a:cs typeface="Arial"/>
              </a:rPr>
              <a:t> </a:t>
            </a:r>
            <a:r>
              <a:rPr sz="2800" spc="0" dirty="0" smtClean="0">
                <a:latin typeface="Arial"/>
                <a:cs typeface="Arial"/>
              </a:rPr>
              <a:t>l</a:t>
            </a:r>
            <a:r>
              <a:rPr sz="2800" spc="14" dirty="0" smtClean="0">
                <a:latin typeface="Arial"/>
                <a:cs typeface="Arial"/>
              </a:rPr>
              <a:t>a</a:t>
            </a:r>
            <a:r>
              <a:rPr sz="2800" spc="0" dirty="0" smtClean="0">
                <a:latin typeface="Arial"/>
                <a:cs typeface="Arial"/>
              </a:rPr>
              <a:t>mi</a:t>
            </a:r>
            <a:r>
              <a:rPr sz="2800" spc="14" dirty="0" smtClean="0">
                <a:latin typeface="Arial"/>
                <a:cs typeface="Arial"/>
              </a:rPr>
              <a:t>n</a:t>
            </a:r>
            <a:r>
              <a:rPr sz="2800" spc="4" dirty="0" smtClean="0">
                <a:latin typeface="Arial"/>
                <a:cs typeface="Arial"/>
              </a:rPr>
              <a:t>a</a:t>
            </a:r>
            <a:r>
              <a:rPr sz="2800" spc="0" dirty="0" smtClean="0">
                <a:latin typeface="Arial"/>
                <a:cs typeface="Arial"/>
              </a:rPr>
              <a:t>r</a:t>
            </a:r>
            <a:endParaRPr sz="280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581284" y="3003594"/>
            <a:ext cx="7998173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4" dirty="0" smtClean="0">
                <a:latin typeface="Arial"/>
                <a:cs typeface="Arial"/>
              </a:rPr>
              <a:t>o</a:t>
            </a:r>
            <a:r>
              <a:rPr sz="2800" spc="0" dirty="0" smtClean="0">
                <a:latin typeface="Arial"/>
                <a:cs typeface="Arial"/>
              </a:rPr>
              <a:t>u</a:t>
            </a:r>
            <a:r>
              <a:rPr sz="2800" spc="263" dirty="0" smtClean="0">
                <a:latin typeface="Arial"/>
                <a:cs typeface="Arial"/>
              </a:rPr>
              <a:t> </a:t>
            </a:r>
            <a:r>
              <a:rPr sz="2800" spc="4" dirty="0" smtClean="0">
                <a:latin typeface="Arial"/>
                <a:cs typeface="Arial"/>
              </a:rPr>
              <a:t>turbu</a:t>
            </a:r>
            <a:r>
              <a:rPr sz="2800" spc="0" dirty="0" smtClean="0">
                <a:latin typeface="Arial"/>
                <a:cs typeface="Arial"/>
              </a:rPr>
              <a:t>l</a:t>
            </a:r>
            <a:r>
              <a:rPr sz="2800" spc="4" dirty="0" smtClean="0">
                <a:latin typeface="Arial"/>
                <a:cs typeface="Arial"/>
              </a:rPr>
              <a:t>enta</a:t>
            </a:r>
            <a:r>
              <a:rPr sz="2800" spc="0" dirty="0" smtClean="0">
                <a:latin typeface="Arial"/>
                <a:cs typeface="Arial"/>
              </a:rPr>
              <a:t>.</a:t>
            </a:r>
            <a:r>
              <a:rPr sz="2800" spc="172" dirty="0" smtClean="0">
                <a:latin typeface="Arial"/>
                <a:cs typeface="Arial"/>
              </a:rPr>
              <a:t> </a:t>
            </a:r>
            <a:r>
              <a:rPr sz="2800" spc="0" dirty="0" smtClean="0">
                <a:latin typeface="Arial"/>
                <a:cs typeface="Arial"/>
              </a:rPr>
              <a:t>O</a:t>
            </a:r>
            <a:r>
              <a:rPr sz="2800" spc="278" dirty="0" smtClean="0">
                <a:latin typeface="Arial"/>
                <a:cs typeface="Arial"/>
              </a:rPr>
              <a:t> </a:t>
            </a:r>
            <a:r>
              <a:rPr sz="2800" spc="-9" dirty="0" smtClean="0">
                <a:latin typeface="Arial"/>
                <a:cs typeface="Arial"/>
              </a:rPr>
              <a:t>n</a:t>
            </a:r>
            <a:r>
              <a:rPr sz="2800" spc="4" dirty="0" smtClean="0">
                <a:latin typeface="Arial"/>
                <a:cs typeface="Arial"/>
              </a:rPr>
              <a:t>ú</a:t>
            </a:r>
            <a:r>
              <a:rPr sz="2800" spc="0" dirty="0" smtClean="0">
                <a:latin typeface="Arial"/>
                <a:cs typeface="Arial"/>
              </a:rPr>
              <a:t>m</a:t>
            </a:r>
            <a:r>
              <a:rPr sz="2800" spc="4" dirty="0" smtClean="0">
                <a:latin typeface="Arial"/>
                <a:cs typeface="Arial"/>
              </a:rPr>
              <a:t>e</a:t>
            </a:r>
            <a:r>
              <a:rPr sz="2800" spc="14" dirty="0" smtClean="0">
                <a:latin typeface="Arial"/>
                <a:cs typeface="Arial"/>
              </a:rPr>
              <a:t>r</a:t>
            </a:r>
            <a:r>
              <a:rPr sz="2800" spc="0" dirty="0" smtClean="0">
                <a:latin typeface="Arial"/>
                <a:cs typeface="Arial"/>
              </a:rPr>
              <a:t>o</a:t>
            </a:r>
            <a:r>
              <a:rPr sz="2800" spc="210" dirty="0" smtClean="0">
                <a:latin typeface="Arial"/>
                <a:cs typeface="Arial"/>
              </a:rPr>
              <a:t> </a:t>
            </a:r>
            <a:r>
              <a:rPr sz="2800" spc="4" dirty="0" smtClean="0">
                <a:latin typeface="Arial"/>
                <a:cs typeface="Arial"/>
              </a:rPr>
              <a:t>d</a:t>
            </a:r>
            <a:r>
              <a:rPr sz="2800" spc="0" dirty="0" smtClean="0">
                <a:latin typeface="Arial"/>
                <a:cs typeface="Arial"/>
              </a:rPr>
              <a:t>e</a:t>
            </a:r>
            <a:r>
              <a:rPr sz="2800" spc="288" dirty="0" smtClean="0">
                <a:latin typeface="Arial"/>
                <a:cs typeface="Arial"/>
              </a:rPr>
              <a:t> </a:t>
            </a:r>
            <a:r>
              <a:rPr sz="2800" spc="-4" dirty="0" smtClean="0">
                <a:latin typeface="Arial"/>
                <a:cs typeface="Arial"/>
              </a:rPr>
              <a:t>R</a:t>
            </a:r>
            <a:r>
              <a:rPr sz="2800" spc="4" dirty="0" smtClean="0">
                <a:latin typeface="Arial"/>
                <a:cs typeface="Arial"/>
              </a:rPr>
              <a:t>eyno</a:t>
            </a:r>
            <a:r>
              <a:rPr sz="2800" spc="0" dirty="0" smtClean="0">
                <a:latin typeface="Arial"/>
                <a:cs typeface="Arial"/>
              </a:rPr>
              <a:t>l</a:t>
            </a:r>
            <a:r>
              <a:rPr sz="2800" spc="14" dirty="0" smtClean="0">
                <a:latin typeface="Arial"/>
                <a:cs typeface="Arial"/>
              </a:rPr>
              <a:t>d</a:t>
            </a:r>
            <a:r>
              <a:rPr sz="2800" spc="0" dirty="0" smtClean="0">
                <a:latin typeface="Arial"/>
                <a:cs typeface="Arial"/>
              </a:rPr>
              <a:t>s</a:t>
            </a:r>
            <a:r>
              <a:rPr sz="2800" spc="188" dirty="0" smtClean="0">
                <a:latin typeface="Arial"/>
                <a:cs typeface="Arial"/>
              </a:rPr>
              <a:t> </a:t>
            </a:r>
            <a:r>
              <a:rPr sz="2800" spc="4" dirty="0" smtClean="0">
                <a:latin typeface="Arial"/>
                <a:cs typeface="Arial"/>
              </a:rPr>
              <a:t>const</a:t>
            </a:r>
            <a:r>
              <a:rPr sz="2800" spc="-9" dirty="0" smtClean="0">
                <a:latin typeface="Arial"/>
                <a:cs typeface="Arial"/>
              </a:rPr>
              <a:t>i</a:t>
            </a:r>
            <a:r>
              <a:rPr sz="2800" spc="4" dirty="0" smtClean="0">
                <a:latin typeface="Arial"/>
                <a:cs typeface="Arial"/>
              </a:rPr>
              <a:t>t</a:t>
            </a:r>
            <a:r>
              <a:rPr sz="2800" spc="-9" dirty="0" smtClean="0">
                <a:latin typeface="Arial"/>
                <a:cs typeface="Arial"/>
              </a:rPr>
              <a:t>u</a:t>
            </a:r>
            <a:r>
              <a:rPr sz="2800" spc="0" dirty="0" smtClean="0">
                <a:latin typeface="Arial"/>
                <a:cs typeface="Arial"/>
              </a:rPr>
              <a:t>i</a:t>
            </a:r>
            <a:r>
              <a:rPr sz="2800" spc="202" dirty="0" smtClean="0">
                <a:latin typeface="Arial"/>
                <a:cs typeface="Arial"/>
              </a:rPr>
              <a:t> </a:t>
            </a:r>
            <a:r>
              <a:rPr sz="2800" spc="0" dirty="0" smtClean="0">
                <a:latin typeface="Arial"/>
                <a:cs typeface="Arial"/>
              </a:rPr>
              <a:t>a</a:t>
            </a:r>
            <a:endParaRPr sz="280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581284" y="3344970"/>
            <a:ext cx="7998163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  <a:tabLst>
                <a:tab pos="927100" algn="l"/>
                <a:tab pos="1485900" algn="l"/>
                <a:tab pos="4114800" algn="l"/>
                <a:tab pos="4660900" algn="l"/>
                <a:tab pos="6210300" algn="l"/>
                <a:tab pos="7239000" algn="l"/>
              </a:tabLst>
            </a:pPr>
            <a:r>
              <a:rPr sz="2800" spc="4" dirty="0" smtClean="0">
                <a:latin typeface="Arial"/>
                <a:cs typeface="Arial"/>
              </a:rPr>
              <a:t>bas</a:t>
            </a:r>
            <a:r>
              <a:rPr sz="2800" spc="0" dirty="0" smtClean="0">
                <a:latin typeface="Arial"/>
                <a:cs typeface="Arial"/>
              </a:rPr>
              <a:t>e	</a:t>
            </a:r>
            <a:r>
              <a:rPr sz="2800" spc="4" dirty="0" smtClean="0">
                <a:latin typeface="Arial"/>
                <a:cs typeface="Arial"/>
              </a:rPr>
              <a:t>d</a:t>
            </a:r>
            <a:r>
              <a:rPr sz="2800" spc="0" dirty="0" smtClean="0">
                <a:latin typeface="Arial"/>
                <a:cs typeface="Arial"/>
              </a:rPr>
              <a:t>o	</a:t>
            </a:r>
            <a:r>
              <a:rPr sz="2800" spc="4" dirty="0" smtClean="0">
                <a:latin typeface="Arial"/>
                <a:cs typeface="Arial"/>
              </a:rPr>
              <a:t>co</a:t>
            </a:r>
            <a:r>
              <a:rPr sz="2800" spc="0" dirty="0" smtClean="0">
                <a:latin typeface="Arial"/>
                <a:cs typeface="Arial"/>
              </a:rPr>
              <a:t>m</a:t>
            </a:r>
            <a:r>
              <a:rPr sz="2800" spc="4" dirty="0" smtClean="0">
                <a:latin typeface="Arial"/>
                <a:cs typeface="Arial"/>
              </a:rPr>
              <a:t>port</a:t>
            </a:r>
            <a:r>
              <a:rPr sz="2800" spc="14" dirty="0" smtClean="0">
                <a:latin typeface="Arial"/>
                <a:cs typeface="Arial"/>
              </a:rPr>
              <a:t>a</a:t>
            </a:r>
            <a:r>
              <a:rPr sz="2800" spc="0" dirty="0" smtClean="0">
                <a:latin typeface="Arial"/>
                <a:cs typeface="Arial"/>
              </a:rPr>
              <a:t>m</a:t>
            </a:r>
            <a:r>
              <a:rPr sz="2800" spc="4" dirty="0" smtClean="0">
                <a:latin typeface="Arial"/>
                <a:cs typeface="Arial"/>
              </a:rPr>
              <a:t>ent</a:t>
            </a:r>
            <a:r>
              <a:rPr sz="2800" spc="0" dirty="0" smtClean="0">
                <a:latin typeface="Arial"/>
                <a:cs typeface="Arial"/>
              </a:rPr>
              <a:t>o	</a:t>
            </a:r>
            <a:r>
              <a:rPr sz="2800" spc="4" dirty="0" smtClean="0">
                <a:latin typeface="Arial"/>
                <a:cs typeface="Arial"/>
              </a:rPr>
              <a:t>d</a:t>
            </a:r>
            <a:r>
              <a:rPr sz="2800" spc="0" dirty="0" smtClean="0">
                <a:latin typeface="Arial"/>
                <a:cs typeface="Arial"/>
              </a:rPr>
              <a:t>e	</a:t>
            </a:r>
            <a:r>
              <a:rPr sz="2800" spc="4" dirty="0" smtClean="0">
                <a:latin typeface="Arial"/>
                <a:cs typeface="Arial"/>
              </a:rPr>
              <a:t>s</a:t>
            </a:r>
            <a:r>
              <a:rPr sz="2800" spc="0" dirty="0" smtClean="0">
                <a:latin typeface="Arial"/>
                <a:cs typeface="Arial"/>
              </a:rPr>
              <a:t>i</a:t>
            </a:r>
            <a:r>
              <a:rPr sz="2800" spc="4" dirty="0" smtClean="0">
                <a:latin typeface="Arial"/>
                <a:cs typeface="Arial"/>
              </a:rPr>
              <a:t>ste</a:t>
            </a:r>
            <a:r>
              <a:rPr sz="2800" spc="0" dirty="0" smtClean="0">
                <a:latin typeface="Arial"/>
                <a:cs typeface="Arial"/>
              </a:rPr>
              <a:t>m</a:t>
            </a:r>
            <a:r>
              <a:rPr sz="2800" spc="4" dirty="0" smtClean="0">
                <a:latin typeface="Arial"/>
                <a:cs typeface="Arial"/>
              </a:rPr>
              <a:t>a</a:t>
            </a:r>
            <a:r>
              <a:rPr sz="2800" spc="0" dirty="0" smtClean="0">
                <a:latin typeface="Arial"/>
                <a:cs typeface="Arial"/>
              </a:rPr>
              <a:t>s	</a:t>
            </a:r>
            <a:r>
              <a:rPr sz="2800" spc="4" dirty="0" smtClean="0">
                <a:latin typeface="Arial"/>
                <a:cs typeface="Arial"/>
              </a:rPr>
              <a:t>rea</a:t>
            </a:r>
            <a:r>
              <a:rPr sz="2800" spc="0" dirty="0" smtClean="0">
                <a:latin typeface="Arial"/>
                <a:cs typeface="Arial"/>
              </a:rPr>
              <a:t>i</a:t>
            </a:r>
            <a:r>
              <a:rPr sz="2800" spc="4" dirty="0" smtClean="0">
                <a:latin typeface="Arial"/>
                <a:cs typeface="Arial"/>
              </a:rPr>
              <a:t>s</a:t>
            </a:r>
            <a:r>
              <a:rPr sz="2800" spc="0" dirty="0" smtClean="0">
                <a:latin typeface="Arial"/>
                <a:cs typeface="Arial"/>
              </a:rPr>
              <a:t>,	</a:t>
            </a:r>
            <a:r>
              <a:rPr sz="2800" spc="4" dirty="0" smtClean="0">
                <a:latin typeface="Arial"/>
                <a:cs typeface="Arial"/>
              </a:rPr>
              <a:t>pe</a:t>
            </a:r>
            <a:r>
              <a:rPr sz="2800" spc="0" dirty="0" smtClean="0">
                <a:latin typeface="Arial"/>
                <a:cs typeface="Arial"/>
              </a:rPr>
              <a:t>lo</a:t>
            </a:r>
            <a:endParaRPr sz="280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581284" y="3686346"/>
            <a:ext cx="7998806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4" dirty="0" smtClean="0">
                <a:latin typeface="Arial"/>
                <a:cs typeface="Arial"/>
              </a:rPr>
              <a:t>us</a:t>
            </a:r>
            <a:r>
              <a:rPr sz="2800" spc="0" dirty="0" smtClean="0">
                <a:latin typeface="Arial"/>
                <a:cs typeface="Arial"/>
              </a:rPr>
              <a:t>o</a:t>
            </a:r>
            <a:r>
              <a:rPr sz="2800" spc="319" dirty="0" smtClean="0">
                <a:latin typeface="Arial"/>
                <a:cs typeface="Arial"/>
              </a:rPr>
              <a:t> </a:t>
            </a:r>
            <a:r>
              <a:rPr sz="2800" spc="4" dirty="0" smtClean="0">
                <a:latin typeface="Arial"/>
                <a:cs typeface="Arial"/>
              </a:rPr>
              <a:t>d</a:t>
            </a:r>
            <a:r>
              <a:rPr sz="2800" spc="0" dirty="0" smtClean="0">
                <a:latin typeface="Arial"/>
                <a:cs typeface="Arial"/>
              </a:rPr>
              <a:t>e</a:t>
            </a:r>
            <a:r>
              <a:rPr sz="2800" spc="348" dirty="0" smtClean="0">
                <a:latin typeface="Arial"/>
                <a:cs typeface="Arial"/>
              </a:rPr>
              <a:t> </a:t>
            </a:r>
            <a:r>
              <a:rPr sz="2800" spc="9" dirty="0" smtClean="0">
                <a:latin typeface="Arial"/>
                <a:cs typeface="Arial"/>
              </a:rPr>
              <a:t>m</a:t>
            </a:r>
            <a:r>
              <a:rPr sz="2800" spc="4" dirty="0" smtClean="0">
                <a:latin typeface="Arial"/>
                <a:cs typeface="Arial"/>
              </a:rPr>
              <a:t>ode</a:t>
            </a:r>
            <a:r>
              <a:rPr sz="2800" spc="0" dirty="0" smtClean="0">
                <a:latin typeface="Arial"/>
                <a:cs typeface="Arial"/>
              </a:rPr>
              <a:t>l</a:t>
            </a:r>
            <a:r>
              <a:rPr sz="2800" spc="4" dirty="0" smtClean="0">
                <a:latin typeface="Arial"/>
                <a:cs typeface="Arial"/>
              </a:rPr>
              <a:t>o</a:t>
            </a:r>
            <a:r>
              <a:rPr sz="2800" spc="0" dirty="0" smtClean="0">
                <a:latin typeface="Arial"/>
                <a:cs typeface="Arial"/>
              </a:rPr>
              <a:t>s</a:t>
            </a:r>
            <a:r>
              <a:rPr sz="2800" spc="274" dirty="0" smtClean="0">
                <a:latin typeface="Arial"/>
                <a:cs typeface="Arial"/>
              </a:rPr>
              <a:t> </a:t>
            </a:r>
            <a:r>
              <a:rPr sz="2800" spc="4" dirty="0" smtClean="0">
                <a:latin typeface="Arial"/>
                <a:cs typeface="Arial"/>
              </a:rPr>
              <a:t>r</a:t>
            </a:r>
            <a:r>
              <a:rPr sz="2800" spc="14" dirty="0" smtClean="0">
                <a:latin typeface="Arial"/>
                <a:cs typeface="Arial"/>
              </a:rPr>
              <a:t>e</a:t>
            </a:r>
            <a:r>
              <a:rPr sz="2800" spc="4" dirty="0" smtClean="0">
                <a:latin typeface="Arial"/>
                <a:cs typeface="Arial"/>
              </a:rPr>
              <a:t>duz</a:t>
            </a:r>
            <a:r>
              <a:rPr sz="2800" spc="0" dirty="0" smtClean="0">
                <a:latin typeface="Arial"/>
                <a:cs typeface="Arial"/>
              </a:rPr>
              <a:t>i</a:t>
            </a:r>
            <a:r>
              <a:rPr sz="2800" spc="4" dirty="0" smtClean="0">
                <a:latin typeface="Arial"/>
                <a:cs typeface="Arial"/>
              </a:rPr>
              <a:t>dos</a:t>
            </a:r>
            <a:r>
              <a:rPr sz="2800" spc="0" dirty="0" smtClean="0">
                <a:latin typeface="Arial"/>
                <a:cs typeface="Arial"/>
              </a:rPr>
              <a:t>.</a:t>
            </a:r>
            <a:r>
              <a:rPr sz="2800" spc="245" dirty="0" smtClean="0">
                <a:latin typeface="Arial"/>
                <a:cs typeface="Arial"/>
              </a:rPr>
              <a:t> </a:t>
            </a:r>
            <a:r>
              <a:rPr sz="2800" spc="4" dirty="0" smtClean="0">
                <a:latin typeface="Arial"/>
                <a:cs typeface="Arial"/>
              </a:rPr>
              <a:t>U</a:t>
            </a:r>
            <a:r>
              <a:rPr sz="2800" spc="0" dirty="0" smtClean="0">
                <a:latin typeface="Arial"/>
                <a:cs typeface="Arial"/>
              </a:rPr>
              <a:t>m</a:t>
            </a:r>
            <a:r>
              <a:rPr sz="2800" spc="326" dirty="0" smtClean="0">
                <a:latin typeface="Arial"/>
                <a:cs typeface="Arial"/>
              </a:rPr>
              <a:t> </a:t>
            </a:r>
            <a:r>
              <a:rPr sz="2800" spc="4" dirty="0" smtClean="0">
                <a:latin typeface="Arial"/>
                <a:cs typeface="Arial"/>
              </a:rPr>
              <a:t>exe</a:t>
            </a:r>
            <a:r>
              <a:rPr sz="2800" spc="0" dirty="0" smtClean="0">
                <a:latin typeface="Arial"/>
                <a:cs typeface="Arial"/>
              </a:rPr>
              <a:t>m</a:t>
            </a:r>
            <a:r>
              <a:rPr sz="2800" spc="4" dirty="0" smtClean="0">
                <a:latin typeface="Arial"/>
                <a:cs typeface="Arial"/>
              </a:rPr>
              <a:t>p</a:t>
            </a:r>
            <a:r>
              <a:rPr sz="2800" spc="0" dirty="0" smtClean="0">
                <a:latin typeface="Arial"/>
                <a:cs typeface="Arial"/>
              </a:rPr>
              <a:t>lo</a:t>
            </a:r>
            <a:r>
              <a:rPr sz="2800" spc="274" dirty="0" smtClean="0">
                <a:latin typeface="Arial"/>
                <a:cs typeface="Arial"/>
              </a:rPr>
              <a:t> </a:t>
            </a:r>
            <a:r>
              <a:rPr sz="2800" spc="4" dirty="0" smtClean="0">
                <a:latin typeface="Arial"/>
                <a:cs typeface="Arial"/>
              </a:rPr>
              <a:t>c</a:t>
            </a:r>
            <a:r>
              <a:rPr sz="2800" spc="14" dirty="0" smtClean="0">
                <a:latin typeface="Arial"/>
                <a:cs typeface="Arial"/>
              </a:rPr>
              <a:t>o</a:t>
            </a:r>
            <a:r>
              <a:rPr sz="2800" spc="0" dirty="0" smtClean="0">
                <a:latin typeface="Arial"/>
                <a:cs typeface="Arial"/>
              </a:rPr>
              <a:t>m</a:t>
            </a:r>
            <a:r>
              <a:rPr sz="2800" spc="14" dirty="0" smtClean="0">
                <a:latin typeface="Arial"/>
                <a:cs typeface="Arial"/>
              </a:rPr>
              <a:t>u</a:t>
            </a:r>
            <a:r>
              <a:rPr sz="2800" spc="0" dirty="0" smtClean="0">
                <a:latin typeface="Arial"/>
                <a:cs typeface="Arial"/>
              </a:rPr>
              <a:t>m</a:t>
            </a:r>
            <a:endParaRPr sz="280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581284" y="4027721"/>
            <a:ext cx="7999323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  <a:tabLst>
                <a:tab pos="393700" algn="l"/>
                <a:tab pos="762000" algn="l"/>
                <a:tab pos="1714500" algn="l"/>
                <a:tab pos="4038600" algn="l"/>
                <a:tab pos="5016500" algn="l"/>
                <a:tab pos="5575300" algn="l"/>
                <a:tab pos="6946900" algn="l"/>
              </a:tabLst>
            </a:pPr>
            <a:r>
              <a:rPr sz="2800" spc="0" dirty="0" smtClean="0">
                <a:latin typeface="Arial"/>
                <a:cs typeface="Arial"/>
              </a:rPr>
              <a:t>é	o	</a:t>
            </a:r>
            <a:r>
              <a:rPr sz="2800" spc="4" dirty="0" smtClean="0">
                <a:latin typeface="Arial"/>
                <a:cs typeface="Arial"/>
              </a:rPr>
              <a:t>túne</a:t>
            </a:r>
            <a:r>
              <a:rPr sz="2800" spc="0" dirty="0" smtClean="0">
                <a:latin typeface="Arial"/>
                <a:cs typeface="Arial"/>
              </a:rPr>
              <a:t>l	</a:t>
            </a:r>
            <a:r>
              <a:rPr sz="2800" spc="4" dirty="0" smtClean="0">
                <a:latin typeface="Arial"/>
                <a:cs typeface="Arial"/>
              </a:rPr>
              <a:t>aerod</a:t>
            </a:r>
            <a:r>
              <a:rPr sz="2800" spc="0" dirty="0" smtClean="0">
                <a:latin typeface="Arial"/>
                <a:cs typeface="Arial"/>
              </a:rPr>
              <a:t>i</a:t>
            </a:r>
            <a:r>
              <a:rPr sz="2800" spc="14" dirty="0" smtClean="0">
                <a:latin typeface="Arial"/>
                <a:cs typeface="Arial"/>
              </a:rPr>
              <a:t>n</a:t>
            </a:r>
            <a:r>
              <a:rPr sz="2800" spc="4" dirty="0" smtClean="0">
                <a:latin typeface="Arial"/>
                <a:cs typeface="Arial"/>
              </a:rPr>
              <a:t>â</a:t>
            </a:r>
            <a:r>
              <a:rPr sz="2800" spc="0" dirty="0" smtClean="0">
                <a:latin typeface="Arial"/>
                <a:cs typeface="Arial"/>
              </a:rPr>
              <a:t>mi</a:t>
            </a:r>
            <a:r>
              <a:rPr sz="2800" spc="4" dirty="0" smtClean="0">
                <a:latin typeface="Arial"/>
                <a:cs typeface="Arial"/>
              </a:rPr>
              <a:t>c</a:t>
            </a:r>
            <a:r>
              <a:rPr sz="2800" spc="0" dirty="0" smtClean="0">
                <a:latin typeface="Arial"/>
                <a:cs typeface="Arial"/>
              </a:rPr>
              <a:t>o	</a:t>
            </a:r>
            <a:r>
              <a:rPr sz="2800" spc="4" dirty="0" smtClean="0">
                <a:latin typeface="Arial"/>
                <a:cs typeface="Arial"/>
              </a:rPr>
              <a:t>o</a:t>
            </a:r>
            <a:r>
              <a:rPr sz="2800" spc="14" dirty="0" smtClean="0">
                <a:latin typeface="Arial"/>
                <a:cs typeface="Arial"/>
              </a:rPr>
              <a:t>n</a:t>
            </a:r>
            <a:r>
              <a:rPr sz="2800" spc="4" dirty="0" smtClean="0">
                <a:latin typeface="Arial"/>
                <a:cs typeface="Arial"/>
              </a:rPr>
              <a:t>d</a:t>
            </a:r>
            <a:r>
              <a:rPr sz="2800" spc="0" dirty="0" smtClean="0">
                <a:latin typeface="Arial"/>
                <a:cs typeface="Arial"/>
              </a:rPr>
              <a:t>e	</a:t>
            </a:r>
            <a:r>
              <a:rPr sz="2800" spc="4" dirty="0" smtClean="0">
                <a:latin typeface="Arial"/>
                <a:cs typeface="Arial"/>
              </a:rPr>
              <a:t>s</a:t>
            </a:r>
            <a:r>
              <a:rPr sz="2800" spc="0" dirty="0" smtClean="0">
                <a:latin typeface="Arial"/>
                <a:cs typeface="Arial"/>
              </a:rPr>
              <a:t>e	</a:t>
            </a:r>
            <a:r>
              <a:rPr sz="2800" spc="9" dirty="0" smtClean="0">
                <a:latin typeface="Arial"/>
                <a:cs typeface="Arial"/>
              </a:rPr>
              <a:t>m</a:t>
            </a:r>
            <a:r>
              <a:rPr sz="2800" spc="4" dirty="0" smtClean="0">
                <a:latin typeface="Arial"/>
                <a:cs typeface="Arial"/>
              </a:rPr>
              <a:t>ede</a:t>
            </a:r>
            <a:r>
              <a:rPr sz="2800" spc="0" dirty="0" smtClean="0">
                <a:latin typeface="Arial"/>
                <a:cs typeface="Arial"/>
              </a:rPr>
              <a:t>m	</a:t>
            </a:r>
            <a:r>
              <a:rPr sz="2800" spc="4" dirty="0" smtClean="0">
                <a:latin typeface="Arial"/>
                <a:cs typeface="Arial"/>
              </a:rPr>
              <a:t>fo</a:t>
            </a:r>
            <a:r>
              <a:rPr sz="2800" spc="14" dirty="0" smtClean="0">
                <a:latin typeface="Arial"/>
                <a:cs typeface="Arial"/>
              </a:rPr>
              <a:t>r</a:t>
            </a:r>
            <a:r>
              <a:rPr sz="2800" spc="4" dirty="0" smtClean="0">
                <a:latin typeface="Arial"/>
                <a:cs typeface="Arial"/>
              </a:rPr>
              <a:t>ça</a:t>
            </a:r>
            <a:r>
              <a:rPr sz="2800" spc="0" dirty="0" smtClean="0">
                <a:latin typeface="Arial"/>
                <a:cs typeface="Arial"/>
              </a:rPr>
              <a:t>s</a:t>
            </a:r>
            <a:endParaRPr sz="2800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1581284" y="4369098"/>
            <a:ext cx="8001284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  <a:tabLst>
                <a:tab pos="1041400" algn="l"/>
                <a:tab pos="2590800" algn="l"/>
                <a:tab pos="3251200" algn="l"/>
                <a:tab pos="4762500" algn="l"/>
                <a:tab pos="5321300" algn="l"/>
                <a:tab pos="6235700" algn="l"/>
                <a:tab pos="6794500" algn="l"/>
              </a:tabLst>
            </a:pPr>
            <a:r>
              <a:rPr sz="2800" spc="4" dirty="0" smtClean="0">
                <a:latin typeface="Arial"/>
                <a:cs typeface="Arial"/>
              </a:rPr>
              <a:t>dest</a:t>
            </a:r>
            <a:r>
              <a:rPr sz="2800" spc="0" dirty="0" smtClean="0">
                <a:latin typeface="Arial"/>
                <a:cs typeface="Arial"/>
              </a:rPr>
              <a:t>a	</a:t>
            </a:r>
            <a:r>
              <a:rPr sz="2800" spc="4" dirty="0" smtClean="0">
                <a:latin typeface="Arial"/>
                <a:cs typeface="Arial"/>
              </a:rPr>
              <a:t>na</a:t>
            </a:r>
            <a:r>
              <a:rPr sz="2800" spc="-9" dirty="0" smtClean="0">
                <a:latin typeface="Arial"/>
                <a:cs typeface="Arial"/>
              </a:rPr>
              <a:t>t</a:t>
            </a:r>
            <a:r>
              <a:rPr sz="2800" spc="4" dirty="0" smtClean="0">
                <a:latin typeface="Arial"/>
                <a:cs typeface="Arial"/>
              </a:rPr>
              <a:t>urez</a:t>
            </a:r>
            <a:r>
              <a:rPr sz="2800" spc="0" dirty="0" smtClean="0">
                <a:latin typeface="Arial"/>
                <a:cs typeface="Arial"/>
              </a:rPr>
              <a:t>a	</a:t>
            </a:r>
            <a:r>
              <a:rPr sz="2800" spc="4" dirty="0" smtClean="0">
                <a:latin typeface="Arial"/>
                <a:cs typeface="Arial"/>
              </a:rPr>
              <a:t>e</a:t>
            </a:r>
            <a:r>
              <a:rPr sz="2800" spc="0" dirty="0" smtClean="0">
                <a:latin typeface="Arial"/>
                <a:cs typeface="Arial"/>
              </a:rPr>
              <a:t>m	m</a:t>
            </a:r>
            <a:r>
              <a:rPr sz="2800" spc="4" dirty="0" smtClean="0">
                <a:latin typeface="Arial"/>
                <a:cs typeface="Arial"/>
              </a:rPr>
              <a:t>ode</a:t>
            </a:r>
            <a:r>
              <a:rPr sz="2800" spc="0" dirty="0" smtClean="0">
                <a:latin typeface="Arial"/>
                <a:cs typeface="Arial"/>
              </a:rPr>
              <a:t>l</a:t>
            </a:r>
            <a:r>
              <a:rPr sz="2800" spc="4" dirty="0" smtClean="0">
                <a:latin typeface="Arial"/>
                <a:cs typeface="Arial"/>
              </a:rPr>
              <a:t>o</a:t>
            </a:r>
            <a:r>
              <a:rPr sz="2800" spc="0" dirty="0" smtClean="0">
                <a:latin typeface="Arial"/>
                <a:cs typeface="Arial"/>
              </a:rPr>
              <a:t>s	</a:t>
            </a:r>
            <a:r>
              <a:rPr sz="2800" spc="4" dirty="0" smtClean="0">
                <a:latin typeface="Arial"/>
                <a:cs typeface="Arial"/>
              </a:rPr>
              <a:t>d</a:t>
            </a:r>
            <a:r>
              <a:rPr sz="2800" spc="0" dirty="0" smtClean="0">
                <a:latin typeface="Arial"/>
                <a:cs typeface="Arial"/>
              </a:rPr>
              <a:t>e	</a:t>
            </a:r>
            <a:r>
              <a:rPr sz="2800" spc="4" dirty="0" smtClean="0">
                <a:latin typeface="Arial"/>
                <a:cs typeface="Arial"/>
              </a:rPr>
              <a:t>asa</a:t>
            </a:r>
            <a:r>
              <a:rPr sz="2800" spc="0" dirty="0" smtClean="0">
                <a:latin typeface="Arial"/>
                <a:cs typeface="Arial"/>
              </a:rPr>
              <a:t>s	</a:t>
            </a:r>
            <a:r>
              <a:rPr sz="2800" spc="4" dirty="0" smtClean="0">
                <a:latin typeface="Arial"/>
                <a:cs typeface="Arial"/>
              </a:rPr>
              <a:t>d</a:t>
            </a:r>
            <a:r>
              <a:rPr sz="2800" spc="0" dirty="0" smtClean="0">
                <a:latin typeface="Arial"/>
                <a:cs typeface="Arial"/>
              </a:rPr>
              <a:t>e	</a:t>
            </a:r>
            <a:r>
              <a:rPr sz="2800" spc="4" dirty="0" smtClean="0">
                <a:latin typeface="Arial"/>
                <a:cs typeface="Arial"/>
              </a:rPr>
              <a:t>av</a:t>
            </a:r>
            <a:r>
              <a:rPr sz="2800" spc="0" dirty="0" smtClean="0">
                <a:latin typeface="Arial"/>
                <a:cs typeface="Arial"/>
              </a:rPr>
              <a:t>i</a:t>
            </a:r>
            <a:r>
              <a:rPr sz="2800" spc="-9" dirty="0" smtClean="0">
                <a:latin typeface="Arial"/>
                <a:cs typeface="Arial"/>
              </a:rPr>
              <a:t>õ</a:t>
            </a:r>
            <a:r>
              <a:rPr sz="2800" spc="4" dirty="0" smtClean="0">
                <a:latin typeface="Arial"/>
                <a:cs typeface="Arial"/>
              </a:rPr>
              <a:t>es</a:t>
            </a:r>
            <a:r>
              <a:rPr sz="2800" spc="0" dirty="0" smtClean="0">
                <a:latin typeface="Arial"/>
                <a:cs typeface="Arial"/>
              </a:rPr>
              <a:t>.</a:t>
            </a:r>
            <a:endParaRPr sz="2800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581284" y="4710473"/>
            <a:ext cx="1416550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-4" dirty="0" smtClean="0">
                <a:latin typeface="Arial"/>
                <a:cs typeface="Arial"/>
              </a:rPr>
              <a:t>P</a:t>
            </a:r>
            <a:r>
              <a:rPr sz="2800" spc="4" dirty="0" smtClean="0">
                <a:latin typeface="Arial"/>
                <a:cs typeface="Arial"/>
              </a:rPr>
              <a:t>ode-s</a:t>
            </a:r>
            <a:r>
              <a:rPr sz="2800" spc="0" dirty="0" smtClean="0">
                <a:latin typeface="Arial"/>
                <a:cs typeface="Arial"/>
              </a:rPr>
              <a:t>e</a:t>
            </a:r>
            <a:endParaRPr sz="2800">
              <a:latin typeface="Arial"/>
              <a:cs typeface="Aria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3425161" y="4710473"/>
            <a:ext cx="863302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4" dirty="0" smtClean="0">
                <a:latin typeface="Arial"/>
                <a:cs typeface="Arial"/>
              </a:rPr>
              <a:t>d</a:t>
            </a:r>
            <a:r>
              <a:rPr sz="2800" spc="0" dirty="0" smtClean="0">
                <a:latin typeface="Arial"/>
                <a:cs typeface="Arial"/>
              </a:rPr>
              <a:t>i</a:t>
            </a:r>
            <a:r>
              <a:rPr sz="2800" spc="4" dirty="0" smtClean="0">
                <a:latin typeface="Arial"/>
                <a:cs typeface="Arial"/>
              </a:rPr>
              <a:t>ze</a:t>
            </a:r>
            <a:r>
              <a:rPr sz="2800" spc="0" dirty="0" smtClean="0">
                <a:latin typeface="Arial"/>
                <a:cs typeface="Arial"/>
              </a:rPr>
              <a:t>r</a:t>
            </a:r>
            <a:endParaRPr sz="2800">
              <a:latin typeface="Arial"/>
              <a:cs typeface="Aria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4714349" y="4710473"/>
            <a:ext cx="685087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4" dirty="0" smtClean="0">
                <a:latin typeface="Arial"/>
                <a:cs typeface="Arial"/>
              </a:rPr>
              <a:t>qu</a:t>
            </a:r>
            <a:r>
              <a:rPr sz="2800" spc="0" dirty="0" smtClean="0">
                <a:latin typeface="Arial"/>
                <a:cs typeface="Arial"/>
              </a:rPr>
              <a:t>e</a:t>
            </a:r>
            <a:endParaRPr sz="2800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5825238" y="4710473"/>
            <a:ext cx="744325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4" dirty="0" smtClean="0">
                <a:latin typeface="Arial"/>
                <a:cs typeface="Arial"/>
              </a:rPr>
              <a:t>do</a:t>
            </a:r>
            <a:r>
              <a:rPr sz="2800" spc="0" dirty="0" smtClean="0">
                <a:latin typeface="Arial"/>
                <a:cs typeface="Arial"/>
              </a:rPr>
              <a:t>is</a:t>
            </a:r>
            <a:endParaRPr sz="2800">
              <a:latin typeface="Arial"/>
              <a:cs typeface="Aria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6995558" y="4710473"/>
            <a:ext cx="1495711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4" dirty="0" smtClean="0">
                <a:latin typeface="Arial"/>
                <a:cs typeface="Arial"/>
              </a:rPr>
              <a:t>s</a:t>
            </a:r>
            <a:r>
              <a:rPr sz="2800" spc="0" dirty="0" smtClean="0">
                <a:latin typeface="Arial"/>
                <a:cs typeface="Arial"/>
              </a:rPr>
              <a:t>i</a:t>
            </a:r>
            <a:r>
              <a:rPr sz="2800" spc="4" dirty="0" smtClean="0">
                <a:latin typeface="Arial"/>
                <a:cs typeface="Arial"/>
              </a:rPr>
              <a:t>ste</a:t>
            </a:r>
            <a:r>
              <a:rPr sz="2800" spc="0" dirty="0" smtClean="0">
                <a:latin typeface="Arial"/>
                <a:cs typeface="Arial"/>
              </a:rPr>
              <a:t>m</a:t>
            </a:r>
            <a:r>
              <a:rPr sz="2800" spc="4" dirty="0" smtClean="0">
                <a:latin typeface="Arial"/>
                <a:cs typeface="Arial"/>
              </a:rPr>
              <a:t>a</a:t>
            </a:r>
            <a:r>
              <a:rPr sz="2800" spc="0" dirty="0" smtClean="0">
                <a:latin typeface="Arial"/>
                <a:cs typeface="Arial"/>
              </a:rPr>
              <a:t>s</a:t>
            </a:r>
            <a:endParaRPr sz="2800">
              <a:latin typeface="Arial"/>
              <a:cs typeface="Aria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8917264" y="4710473"/>
            <a:ext cx="665329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4" dirty="0" smtClean="0">
                <a:latin typeface="Arial"/>
                <a:cs typeface="Arial"/>
              </a:rPr>
              <a:t>sã</a:t>
            </a:r>
            <a:r>
              <a:rPr sz="2800" spc="0" dirty="0" smtClean="0">
                <a:latin typeface="Arial"/>
                <a:cs typeface="Arial"/>
              </a:rPr>
              <a:t>o</a:t>
            </a:r>
            <a:endParaRPr sz="2800">
              <a:latin typeface="Arial"/>
              <a:cs typeface="Arial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1581284" y="5051849"/>
            <a:ext cx="8006057" cy="72186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875"/>
              </a:lnSpc>
              <a:spcBef>
                <a:spcPts val="143"/>
              </a:spcBef>
              <a:tabLst>
                <a:tab pos="2679700" algn="l"/>
                <a:tab pos="4965700" algn="l"/>
                <a:tab pos="5588000" algn="l"/>
                <a:tab pos="6045200" algn="l"/>
                <a:tab pos="7518400" algn="l"/>
              </a:tabLst>
            </a:pPr>
            <a:r>
              <a:rPr sz="4200" spc="4" baseline="-1035" dirty="0" smtClean="0">
                <a:latin typeface="Arial"/>
                <a:cs typeface="Arial"/>
              </a:rPr>
              <a:t>d</a:t>
            </a:r>
            <a:r>
              <a:rPr sz="4200" spc="0" baseline="-1035" dirty="0" smtClean="0">
                <a:latin typeface="Arial"/>
                <a:cs typeface="Arial"/>
              </a:rPr>
              <a:t>i</a:t>
            </a:r>
            <a:r>
              <a:rPr sz="4200" spc="4" baseline="-1035" dirty="0" smtClean="0">
                <a:latin typeface="Arial"/>
                <a:cs typeface="Arial"/>
              </a:rPr>
              <a:t>na</a:t>
            </a:r>
            <a:r>
              <a:rPr sz="4200" spc="9" baseline="-1035" dirty="0" smtClean="0">
                <a:latin typeface="Arial"/>
                <a:cs typeface="Arial"/>
              </a:rPr>
              <a:t>m</a:t>
            </a:r>
            <a:r>
              <a:rPr sz="4200" spc="0" baseline="-1035" dirty="0" smtClean="0">
                <a:latin typeface="Arial"/>
                <a:cs typeface="Arial"/>
              </a:rPr>
              <a:t>i</a:t>
            </a:r>
            <a:r>
              <a:rPr sz="4200" spc="4" baseline="-1035" dirty="0" smtClean="0">
                <a:latin typeface="Arial"/>
                <a:cs typeface="Arial"/>
              </a:rPr>
              <a:t>ca</a:t>
            </a:r>
            <a:r>
              <a:rPr sz="4200" spc="0" baseline="-1035" dirty="0" smtClean="0">
                <a:latin typeface="Arial"/>
                <a:cs typeface="Arial"/>
              </a:rPr>
              <a:t>m</a:t>
            </a:r>
            <a:r>
              <a:rPr sz="4200" spc="4" baseline="-1035" dirty="0" smtClean="0">
                <a:latin typeface="Arial"/>
                <a:cs typeface="Arial"/>
              </a:rPr>
              <a:t>ent</a:t>
            </a:r>
            <a:r>
              <a:rPr sz="4200" spc="0" baseline="-1035" dirty="0" smtClean="0">
                <a:latin typeface="Arial"/>
                <a:cs typeface="Arial"/>
              </a:rPr>
              <a:t>e	</a:t>
            </a:r>
            <a:r>
              <a:rPr sz="4200" spc="4" baseline="-1035" dirty="0" smtClean="0">
                <a:latin typeface="Arial"/>
                <a:cs typeface="Arial"/>
              </a:rPr>
              <a:t>se</a:t>
            </a:r>
            <a:r>
              <a:rPr sz="4200" spc="0" baseline="-1035" dirty="0" smtClean="0">
                <a:latin typeface="Arial"/>
                <a:cs typeface="Arial"/>
              </a:rPr>
              <a:t>m</a:t>
            </a:r>
            <a:r>
              <a:rPr sz="4200" spc="4" baseline="-1035" dirty="0" smtClean="0">
                <a:latin typeface="Arial"/>
                <a:cs typeface="Arial"/>
              </a:rPr>
              <a:t>e</a:t>
            </a:r>
            <a:r>
              <a:rPr sz="4200" spc="0" baseline="-1035" dirty="0" smtClean="0">
                <a:latin typeface="Arial"/>
                <a:cs typeface="Arial"/>
              </a:rPr>
              <a:t>l</a:t>
            </a:r>
            <a:r>
              <a:rPr sz="4200" spc="14" baseline="-1035" dirty="0" smtClean="0">
                <a:latin typeface="Arial"/>
                <a:cs typeface="Arial"/>
              </a:rPr>
              <a:t>h</a:t>
            </a:r>
            <a:r>
              <a:rPr sz="4200" spc="4" baseline="-1035" dirty="0" smtClean="0">
                <a:latin typeface="Arial"/>
                <a:cs typeface="Arial"/>
              </a:rPr>
              <a:t>ante</a:t>
            </a:r>
            <a:r>
              <a:rPr sz="4200" spc="0" baseline="-1035" dirty="0" smtClean="0">
                <a:latin typeface="Arial"/>
                <a:cs typeface="Arial"/>
              </a:rPr>
              <a:t>s	</a:t>
            </a:r>
            <a:r>
              <a:rPr sz="4200" spc="4" baseline="-1035" dirty="0" smtClean="0">
                <a:latin typeface="Arial"/>
                <a:cs typeface="Arial"/>
              </a:rPr>
              <a:t>s</a:t>
            </a:r>
            <a:r>
              <a:rPr sz="4200" spc="0" baseline="-1035" dirty="0" smtClean="0">
                <a:latin typeface="Arial"/>
                <a:cs typeface="Arial"/>
              </a:rPr>
              <a:t>e	o	</a:t>
            </a:r>
            <a:r>
              <a:rPr sz="4200" spc="4" baseline="-1035" dirty="0" smtClean="0">
                <a:latin typeface="Arial"/>
                <a:cs typeface="Arial"/>
              </a:rPr>
              <a:t>nú</a:t>
            </a:r>
            <a:r>
              <a:rPr sz="4200" spc="0" baseline="-1035" dirty="0" smtClean="0">
                <a:latin typeface="Arial"/>
                <a:cs typeface="Arial"/>
              </a:rPr>
              <a:t>m</a:t>
            </a:r>
            <a:r>
              <a:rPr sz="4200" spc="4" baseline="-1035" dirty="0" smtClean="0">
                <a:latin typeface="Arial"/>
                <a:cs typeface="Arial"/>
              </a:rPr>
              <a:t>er</a:t>
            </a:r>
            <a:r>
              <a:rPr sz="4200" spc="0" baseline="-1035" dirty="0" smtClean="0">
                <a:latin typeface="Arial"/>
                <a:cs typeface="Arial"/>
              </a:rPr>
              <a:t>o	</a:t>
            </a:r>
            <a:r>
              <a:rPr sz="4200" spc="14" baseline="-1035" dirty="0" smtClean="0">
                <a:latin typeface="Arial"/>
                <a:cs typeface="Arial"/>
              </a:rPr>
              <a:t>d</a:t>
            </a:r>
            <a:r>
              <a:rPr sz="4200" spc="0" baseline="-1035" dirty="0" smtClean="0">
                <a:latin typeface="Arial"/>
                <a:cs typeface="Arial"/>
              </a:rPr>
              <a:t>e</a:t>
            </a:r>
            <a:endParaRPr sz="2800">
              <a:latin typeface="Arial"/>
              <a:cs typeface="Arial"/>
            </a:endParaRPr>
          </a:p>
          <a:p>
            <a:pPr marL="12700" marR="61335">
              <a:lnSpc>
                <a:spcPts val="2775"/>
              </a:lnSpc>
            </a:pPr>
            <a:r>
              <a:rPr sz="4200" spc="-4" baseline="1035" dirty="0" smtClean="0">
                <a:latin typeface="Arial"/>
                <a:cs typeface="Arial"/>
              </a:rPr>
              <a:t>R</a:t>
            </a:r>
            <a:r>
              <a:rPr sz="4200" spc="4" baseline="1035" dirty="0" smtClean="0">
                <a:latin typeface="Arial"/>
                <a:cs typeface="Arial"/>
              </a:rPr>
              <a:t>eyno</a:t>
            </a:r>
            <a:r>
              <a:rPr sz="4200" spc="0" baseline="1035" dirty="0" smtClean="0">
                <a:latin typeface="Arial"/>
                <a:cs typeface="Arial"/>
              </a:rPr>
              <a:t>l</a:t>
            </a:r>
            <a:r>
              <a:rPr sz="4200" spc="4" baseline="1035" dirty="0" smtClean="0">
                <a:latin typeface="Arial"/>
                <a:cs typeface="Arial"/>
              </a:rPr>
              <a:t>d</a:t>
            </a:r>
            <a:r>
              <a:rPr sz="4200" spc="14" baseline="1035" dirty="0" smtClean="0">
                <a:latin typeface="Arial"/>
                <a:cs typeface="Arial"/>
              </a:rPr>
              <a:t>s</a:t>
            </a:r>
            <a:r>
              <a:rPr sz="4200" spc="0" baseline="1035" dirty="0" smtClean="0">
                <a:latin typeface="Arial"/>
                <a:cs typeface="Arial"/>
              </a:rPr>
              <a:t>,</a:t>
            </a:r>
            <a:r>
              <a:rPr sz="4200" spc="-124" baseline="1035" dirty="0" smtClean="0">
                <a:latin typeface="Arial"/>
                <a:cs typeface="Arial"/>
              </a:rPr>
              <a:t> </a:t>
            </a:r>
            <a:r>
              <a:rPr sz="4200" spc="4" baseline="1035" dirty="0" smtClean="0">
                <a:latin typeface="Arial"/>
                <a:cs typeface="Arial"/>
              </a:rPr>
              <a:t>fo</a:t>
            </a:r>
            <a:r>
              <a:rPr sz="4200" spc="0" baseline="1035" dirty="0" smtClean="0">
                <a:latin typeface="Arial"/>
                <a:cs typeface="Arial"/>
              </a:rPr>
              <a:t>r</a:t>
            </a:r>
            <a:r>
              <a:rPr sz="4200" spc="-32" baseline="1035" dirty="0" smtClean="0">
                <a:latin typeface="Arial"/>
                <a:cs typeface="Arial"/>
              </a:rPr>
              <a:t> </a:t>
            </a:r>
            <a:r>
              <a:rPr sz="4200" spc="0" baseline="1035" dirty="0" smtClean="0">
                <a:latin typeface="Arial"/>
                <a:cs typeface="Arial"/>
              </a:rPr>
              <a:t>o</a:t>
            </a:r>
            <a:r>
              <a:rPr sz="4200" spc="-15" baseline="1035" dirty="0" smtClean="0">
                <a:latin typeface="Arial"/>
                <a:cs typeface="Arial"/>
              </a:rPr>
              <a:t> </a:t>
            </a:r>
            <a:r>
              <a:rPr sz="4200" spc="0" baseline="1035" dirty="0" smtClean="0">
                <a:latin typeface="Arial"/>
                <a:cs typeface="Arial"/>
              </a:rPr>
              <a:t>m</a:t>
            </a:r>
            <a:r>
              <a:rPr sz="4200" spc="4" baseline="1035" dirty="0" smtClean="0">
                <a:latin typeface="Arial"/>
                <a:cs typeface="Arial"/>
              </a:rPr>
              <a:t>es</a:t>
            </a:r>
            <a:r>
              <a:rPr sz="4200" spc="0" baseline="1035" dirty="0" smtClean="0">
                <a:latin typeface="Arial"/>
                <a:cs typeface="Arial"/>
              </a:rPr>
              <a:t>mo</a:t>
            </a:r>
            <a:r>
              <a:rPr sz="4200" spc="-91" baseline="1035" dirty="0" smtClean="0">
                <a:latin typeface="Arial"/>
                <a:cs typeface="Arial"/>
              </a:rPr>
              <a:t> </a:t>
            </a:r>
            <a:r>
              <a:rPr sz="4200" spc="4" baseline="1035" dirty="0" smtClean="0">
                <a:latin typeface="Arial"/>
                <a:cs typeface="Arial"/>
              </a:rPr>
              <a:t>par</a:t>
            </a:r>
            <a:r>
              <a:rPr sz="4200" spc="0" baseline="1035" dirty="0" smtClean="0">
                <a:latin typeface="Arial"/>
                <a:cs typeface="Arial"/>
              </a:rPr>
              <a:t>a</a:t>
            </a:r>
            <a:r>
              <a:rPr sz="4200" spc="-36" baseline="1035" dirty="0" smtClean="0">
                <a:latin typeface="Arial"/>
                <a:cs typeface="Arial"/>
              </a:rPr>
              <a:t> </a:t>
            </a:r>
            <a:r>
              <a:rPr sz="4200" spc="4" baseline="1035" dirty="0" smtClean="0">
                <a:latin typeface="Arial"/>
                <a:cs typeface="Arial"/>
              </a:rPr>
              <a:t>a</a:t>
            </a:r>
            <a:r>
              <a:rPr sz="4200" spc="0" baseline="1035" dirty="0" smtClean="0">
                <a:latin typeface="Arial"/>
                <a:cs typeface="Arial"/>
              </a:rPr>
              <a:t>m</a:t>
            </a:r>
            <a:r>
              <a:rPr sz="4200" spc="4" baseline="1035" dirty="0" smtClean="0">
                <a:latin typeface="Arial"/>
                <a:cs typeface="Arial"/>
              </a:rPr>
              <a:t>bos</a:t>
            </a:r>
            <a:r>
              <a:rPr sz="4200" spc="0" baseline="1035" dirty="0" smtClean="0">
                <a:latin typeface="Arial"/>
                <a:cs typeface="Arial"/>
              </a:rPr>
              <a:t>.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10"/>
          <p:cNvSpPr/>
          <p:nvPr/>
        </p:nvSpPr>
        <p:spPr>
          <a:xfrm>
            <a:off x="1603126" y="2409444"/>
            <a:ext cx="7488935" cy="299923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310017" y="868471"/>
            <a:ext cx="5665815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-4" dirty="0" smtClean="0">
                <a:solidFill>
                  <a:srgbClr val="00CC65"/>
                </a:solidFill>
                <a:latin typeface="Arial"/>
                <a:cs typeface="Arial"/>
              </a:rPr>
              <a:t>E</a:t>
            </a:r>
            <a:r>
              <a:rPr sz="2800" spc="4" dirty="0" smtClean="0">
                <a:solidFill>
                  <a:srgbClr val="00CC65"/>
                </a:solidFill>
                <a:latin typeface="Arial"/>
                <a:cs typeface="Arial"/>
              </a:rPr>
              <a:t>xe</a:t>
            </a:r>
            <a:r>
              <a:rPr sz="2800" spc="9" dirty="0" smtClean="0">
                <a:solidFill>
                  <a:srgbClr val="00CC65"/>
                </a:solidFill>
                <a:latin typeface="Arial"/>
                <a:cs typeface="Arial"/>
              </a:rPr>
              <a:t>m</a:t>
            </a:r>
            <a:r>
              <a:rPr sz="2800" spc="-4" dirty="0" smtClean="0">
                <a:solidFill>
                  <a:srgbClr val="00CC65"/>
                </a:solidFill>
                <a:latin typeface="Arial"/>
                <a:cs typeface="Arial"/>
              </a:rPr>
              <a:t>p</a:t>
            </a:r>
            <a:r>
              <a:rPr sz="2800" spc="4" dirty="0" smtClean="0">
                <a:solidFill>
                  <a:srgbClr val="00CC65"/>
                </a:solidFill>
                <a:latin typeface="Arial"/>
                <a:cs typeface="Arial"/>
              </a:rPr>
              <a:t>l</a:t>
            </a:r>
            <a:r>
              <a:rPr sz="2800" spc="0" dirty="0" smtClean="0">
                <a:solidFill>
                  <a:srgbClr val="00CC65"/>
                </a:solidFill>
                <a:latin typeface="Arial"/>
                <a:cs typeface="Arial"/>
              </a:rPr>
              <a:t>o</a:t>
            </a:r>
            <a:r>
              <a:rPr sz="2800" spc="705" dirty="0" smtClean="0">
                <a:solidFill>
                  <a:srgbClr val="00CC65"/>
                </a:solidFill>
                <a:latin typeface="Arial"/>
                <a:cs typeface="Arial"/>
              </a:rPr>
              <a:t> </a:t>
            </a:r>
            <a:r>
              <a:rPr sz="2800" spc="-4" dirty="0" smtClean="0">
                <a:solidFill>
                  <a:srgbClr val="00CC65"/>
                </a:solidFill>
                <a:latin typeface="Arial"/>
                <a:cs typeface="Arial"/>
              </a:rPr>
              <a:t>d</a:t>
            </a:r>
            <a:r>
              <a:rPr sz="2800" spc="0" dirty="0" smtClean="0">
                <a:solidFill>
                  <a:srgbClr val="00CC65"/>
                </a:solidFill>
                <a:latin typeface="Arial"/>
                <a:cs typeface="Arial"/>
              </a:rPr>
              <a:t>e</a:t>
            </a:r>
            <a:r>
              <a:rPr sz="2800" spc="124" dirty="0" smtClean="0">
                <a:solidFill>
                  <a:srgbClr val="00CC65"/>
                </a:solidFill>
                <a:latin typeface="Arial"/>
                <a:cs typeface="Arial"/>
              </a:rPr>
              <a:t> </a:t>
            </a:r>
            <a:r>
              <a:rPr sz="2800" spc="106" dirty="0" smtClean="0">
                <a:solidFill>
                  <a:srgbClr val="00CC65"/>
                </a:solidFill>
                <a:latin typeface="Arial"/>
                <a:cs typeface="Arial"/>
              </a:rPr>
              <a:t>E</a:t>
            </a:r>
            <a:r>
              <a:rPr sz="2800" spc="89" dirty="0" smtClean="0">
                <a:solidFill>
                  <a:srgbClr val="00CC65"/>
                </a:solidFill>
                <a:latin typeface="Arial"/>
                <a:cs typeface="Arial"/>
              </a:rPr>
              <a:t>sc</a:t>
            </a:r>
            <a:r>
              <a:rPr sz="2800" spc="103" dirty="0" smtClean="0">
                <a:solidFill>
                  <a:srgbClr val="00CC65"/>
                </a:solidFill>
                <a:latin typeface="Arial"/>
                <a:cs typeface="Arial"/>
              </a:rPr>
              <a:t>o</a:t>
            </a:r>
            <a:r>
              <a:rPr sz="2800" spc="98" dirty="0" smtClean="0">
                <a:solidFill>
                  <a:srgbClr val="00CC65"/>
                </a:solidFill>
                <a:latin typeface="Arial"/>
                <a:cs typeface="Arial"/>
              </a:rPr>
              <a:t>a</a:t>
            </a:r>
            <a:r>
              <a:rPr sz="2800" spc="134" dirty="0" smtClean="0">
                <a:solidFill>
                  <a:srgbClr val="00CC65"/>
                </a:solidFill>
                <a:latin typeface="Arial"/>
                <a:cs typeface="Arial"/>
              </a:rPr>
              <a:t>m</a:t>
            </a:r>
            <a:r>
              <a:rPr sz="2800" spc="98" dirty="0" smtClean="0">
                <a:solidFill>
                  <a:srgbClr val="00CC65"/>
                </a:solidFill>
                <a:latin typeface="Arial"/>
                <a:cs typeface="Arial"/>
              </a:rPr>
              <a:t>e</a:t>
            </a:r>
            <a:r>
              <a:rPr sz="2800" spc="103" dirty="0" smtClean="0">
                <a:solidFill>
                  <a:srgbClr val="00CC65"/>
                </a:solidFill>
                <a:latin typeface="Arial"/>
                <a:cs typeface="Arial"/>
              </a:rPr>
              <a:t>n</a:t>
            </a:r>
            <a:r>
              <a:rPr sz="2800" spc="51" dirty="0" smtClean="0">
                <a:solidFill>
                  <a:srgbClr val="00CC65"/>
                </a:solidFill>
                <a:latin typeface="Arial"/>
                <a:cs typeface="Arial"/>
              </a:rPr>
              <a:t>t</a:t>
            </a:r>
            <a:r>
              <a:rPr sz="2800" spc="93" dirty="0" smtClean="0">
                <a:solidFill>
                  <a:srgbClr val="00CC65"/>
                </a:solidFill>
                <a:latin typeface="Arial"/>
                <a:cs typeface="Arial"/>
              </a:rPr>
              <a:t>o</a:t>
            </a:r>
            <a:r>
              <a:rPr sz="2800" spc="30" dirty="0" smtClean="0">
                <a:solidFill>
                  <a:srgbClr val="00CC65"/>
                </a:solidFill>
                <a:latin typeface="Arial"/>
                <a:cs typeface="Arial"/>
              </a:rPr>
              <a:t> </a:t>
            </a:r>
            <a:r>
              <a:rPr sz="2800" spc="160" dirty="0" smtClean="0">
                <a:solidFill>
                  <a:srgbClr val="00CC65"/>
                </a:solidFill>
                <a:latin typeface="Arial"/>
                <a:cs typeface="Arial"/>
              </a:rPr>
              <a:t>l</a:t>
            </a:r>
            <a:r>
              <a:rPr sz="2800" spc="-10" dirty="0" smtClean="0">
                <a:solidFill>
                  <a:srgbClr val="00CC65"/>
                </a:solidFill>
                <a:latin typeface="Arial"/>
                <a:cs typeface="Arial"/>
              </a:rPr>
              <a:t>a</a:t>
            </a:r>
            <a:r>
              <a:rPr sz="2800" spc="134" dirty="0" smtClean="0">
                <a:solidFill>
                  <a:srgbClr val="00CC65"/>
                </a:solidFill>
                <a:latin typeface="Arial"/>
                <a:cs typeface="Arial"/>
              </a:rPr>
              <a:t>m</a:t>
            </a:r>
            <a:r>
              <a:rPr sz="2800" spc="160" dirty="0" smtClean="0">
                <a:solidFill>
                  <a:srgbClr val="00CC65"/>
                </a:solidFill>
                <a:latin typeface="Arial"/>
                <a:cs typeface="Arial"/>
              </a:rPr>
              <a:t>i</a:t>
            </a:r>
            <a:r>
              <a:rPr sz="2800" spc="135" dirty="0" smtClean="0">
                <a:solidFill>
                  <a:srgbClr val="00CC65"/>
                </a:solidFill>
                <a:latin typeface="Arial"/>
                <a:cs typeface="Arial"/>
              </a:rPr>
              <a:t>n</a:t>
            </a:r>
            <a:r>
              <a:rPr sz="2800" spc="-10" dirty="0" smtClean="0">
                <a:solidFill>
                  <a:srgbClr val="00CC65"/>
                </a:solidFill>
                <a:latin typeface="Arial"/>
                <a:cs typeface="Arial"/>
              </a:rPr>
              <a:t>a</a:t>
            </a:r>
            <a:r>
              <a:rPr sz="2800" spc="149" dirty="0" smtClean="0">
                <a:solidFill>
                  <a:srgbClr val="00CC65"/>
                </a:solidFill>
                <a:latin typeface="Arial"/>
                <a:cs typeface="Arial"/>
              </a:rPr>
              <a:t>r</a:t>
            </a:r>
            <a:endParaRPr sz="28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983951" y="868471"/>
            <a:ext cx="288957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0" dirty="0" smtClean="0">
                <a:solidFill>
                  <a:srgbClr val="00CC65"/>
                </a:solidFill>
                <a:latin typeface="Arial"/>
                <a:cs typeface="Arial"/>
              </a:rPr>
              <a:t>e</a:t>
            </a:r>
            <a:endParaRPr sz="28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281135" y="868471"/>
            <a:ext cx="1949959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-22" dirty="0" smtClean="0">
                <a:solidFill>
                  <a:srgbClr val="00CC65"/>
                </a:solidFill>
                <a:latin typeface="Arial"/>
                <a:cs typeface="Arial"/>
              </a:rPr>
              <a:t>T</a:t>
            </a:r>
            <a:r>
              <a:rPr sz="2800" spc="135" dirty="0" smtClean="0">
                <a:solidFill>
                  <a:srgbClr val="00CC65"/>
                </a:solidFill>
                <a:latin typeface="Arial"/>
                <a:cs typeface="Arial"/>
              </a:rPr>
              <a:t>u</a:t>
            </a:r>
            <a:r>
              <a:rPr sz="2800" spc="154" dirty="0" smtClean="0">
                <a:solidFill>
                  <a:srgbClr val="00CC65"/>
                </a:solidFill>
                <a:latin typeface="Arial"/>
                <a:cs typeface="Arial"/>
              </a:rPr>
              <a:t>r</a:t>
            </a:r>
            <a:r>
              <a:rPr sz="2800" spc="150" dirty="0" smtClean="0">
                <a:solidFill>
                  <a:srgbClr val="00CC65"/>
                </a:solidFill>
                <a:latin typeface="Arial"/>
                <a:cs typeface="Arial"/>
              </a:rPr>
              <a:t>b</a:t>
            </a:r>
            <a:r>
              <a:rPr sz="2800" spc="135" dirty="0" smtClean="0">
                <a:solidFill>
                  <a:srgbClr val="00CC65"/>
                </a:solidFill>
                <a:latin typeface="Arial"/>
                <a:cs typeface="Arial"/>
              </a:rPr>
              <a:t>u</a:t>
            </a:r>
            <a:r>
              <a:rPr sz="2800" spc="160" dirty="0" smtClean="0">
                <a:solidFill>
                  <a:srgbClr val="00CC65"/>
                </a:solidFill>
                <a:latin typeface="Arial"/>
                <a:cs typeface="Arial"/>
              </a:rPr>
              <a:t>l</a:t>
            </a:r>
            <a:r>
              <a:rPr sz="2800" spc="0" dirty="0" smtClean="0">
                <a:solidFill>
                  <a:srgbClr val="00CC65"/>
                </a:solidFill>
                <a:latin typeface="Arial"/>
                <a:cs typeface="Arial"/>
              </a:rPr>
              <a:t>e</a:t>
            </a:r>
            <a:r>
              <a:rPr sz="2800" spc="135" dirty="0" smtClean="0">
                <a:solidFill>
                  <a:srgbClr val="00CC65"/>
                </a:solidFill>
                <a:latin typeface="Arial"/>
                <a:cs typeface="Arial"/>
              </a:rPr>
              <a:t>n</a:t>
            </a:r>
            <a:r>
              <a:rPr sz="2800" spc="162" dirty="0" smtClean="0">
                <a:solidFill>
                  <a:srgbClr val="00CC65"/>
                </a:solidFill>
                <a:latin typeface="Arial"/>
                <a:cs typeface="Arial"/>
              </a:rPr>
              <a:t>t</a:t>
            </a:r>
            <a:r>
              <a:rPr sz="2800" spc="140" dirty="0" smtClean="0">
                <a:solidFill>
                  <a:srgbClr val="00CC65"/>
                </a:solidFill>
                <a:latin typeface="Arial"/>
                <a:cs typeface="Arial"/>
              </a:rPr>
              <a:t>o</a:t>
            </a:r>
            <a:endParaRPr sz="28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310017" y="1295191"/>
            <a:ext cx="605336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-10" dirty="0" smtClean="0">
                <a:solidFill>
                  <a:srgbClr val="00CC65"/>
                </a:solidFill>
                <a:latin typeface="Arial"/>
                <a:cs typeface="Arial"/>
              </a:rPr>
              <a:t>e</a:t>
            </a:r>
            <a:r>
              <a:rPr sz="2800" spc="139" dirty="0" smtClean="0">
                <a:solidFill>
                  <a:srgbClr val="00CC65"/>
                </a:solidFill>
                <a:latin typeface="Arial"/>
                <a:cs typeface="Arial"/>
              </a:rPr>
              <a:t>m</a:t>
            </a:r>
            <a:endParaRPr sz="28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922611" y="1295191"/>
            <a:ext cx="623735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135" dirty="0" smtClean="0">
                <a:solidFill>
                  <a:srgbClr val="00CC65"/>
                </a:solidFill>
                <a:latin typeface="Arial"/>
                <a:cs typeface="Arial"/>
              </a:rPr>
              <a:t>u</a:t>
            </a:r>
            <a:r>
              <a:rPr sz="2800" spc="139" dirty="0" smtClean="0">
                <a:solidFill>
                  <a:srgbClr val="00CC65"/>
                </a:solidFill>
                <a:latin typeface="Arial"/>
                <a:cs typeface="Arial"/>
              </a:rPr>
              <a:t>m</a:t>
            </a:r>
            <a:endParaRPr sz="28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553604" y="1295191"/>
            <a:ext cx="1257846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-13" dirty="0" smtClean="0">
                <a:solidFill>
                  <a:srgbClr val="00CC65"/>
                </a:solidFill>
                <a:latin typeface="Arial"/>
                <a:cs typeface="Arial"/>
              </a:rPr>
              <a:t>E</a:t>
            </a:r>
            <a:r>
              <a:rPr sz="2800" spc="135" dirty="0" smtClean="0">
                <a:solidFill>
                  <a:srgbClr val="00CC65"/>
                </a:solidFill>
                <a:latin typeface="Arial"/>
                <a:cs typeface="Arial"/>
              </a:rPr>
              <a:t>n</a:t>
            </a:r>
            <a:r>
              <a:rPr sz="2800" spc="158" dirty="0" smtClean="0">
                <a:solidFill>
                  <a:srgbClr val="00CC65"/>
                </a:solidFill>
                <a:latin typeface="Arial"/>
                <a:cs typeface="Arial"/>
              </a:rPr>
              <a:t>s</a:t>
            </a:r>
            <a:r>
              <a:rPr sz="2800" spc="-10" dirty="0" smtClean="0">
                <a:solidFill>
                  <a:srgbClr val="00CC65"/>
                </a:solidFill>
                <a:latin typeface="Arial"/>
                <a:cs typeface="Arial"/>
              </a:rPr>
              <a:t>a</a:t>
            </a:r>
            <a:r>
              <a:rPr sz="2800" spc="160" dirty="0" smtClean="0">
                <a:solidFill>
                  <a:srgbClr val="00CC65"/>
                </a:solidFill>
                <a:latin typeface="Arial"/>
                <a:cs typeface="Arial"/>
              </a:rPr>
              <a:t>i</a:t>
            </a:r>
            <a:r>
              <a:rPr sz="2800" spc="140" dirty="0" smtClean="0">
                <a:solidFill>
                  <a:srgbClr val="00CC65"/>
                </a:solidFill>
                <a:latin typeface="Arial"/>
                <a:cs typeface="Arial"/>
              </a:rPr>
              <a:t>o</a:t>
            </a:r>
            <a:endParaRPr sz="28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820171" y="1295191"/>
            <a:ext cx="505421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57" dirty="0" smtClean="0">
                <a:solidFill>
                  <a:srgbClr val="00CC65"/>
                </a:solidFill>
                <a:latin typeface="Arial"/>
                <a:cs typeface="Arial"/>
              </a:rPr>
              <a:t>d</a:t>
            </a:r>
            <a:r>
              <a:rPr sz="2800" spc="62" dirty="0" smtClean="0">
                <a:solidFill>
                  <a:srgbClr val="00CC65"/>
                </a:solidFill>
                <a:latin typeface="Arial"/>
                <a:cs typeface="Arial"/>
              </a:rPr>
              <a:t>e</a:t>
            </a:r>
            <a:endParaRPr sz="28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333819" y="1295191"/>
            <a:ext cx="1039054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-22" dirty="0" smtClean="0">
                <a:solidFill>
                  <a:srgbClr val="00CC65"/>
                </a:solidFill>
                <a:latin typeface="Arial"/>
                <a:cs typeface="Arial"/>
              </a:rPr>
              <a:t>T</a:t>
            </a:r>
            <a:r>
              <a:rPr sz="2800" spc="150" dirty="0" smtClean="0">
                <a:solidFill>
                  <a:srgbClr val="00CC65"/>
                </a:solidFill>
                <a:latin typeface="Arial"/>
                <a:cs typeface="Arial"/>
              </a:rPr>
              <a:t>ú</a:t>
            </a:r>
            <a:r>
              <a:rPr sz="2800" spc="135" dirty="0" smtClean="0">
                <a:solidFill>
                  <a:srgbClr val="00CC65"/>
                </a:solidFill>
                <a:latin typeface="Arial"/>
                <a:cs typeface="Arial"/>
              </a:rPr>
              <a:t>n</a:t>
            </a:r>
            <a:r>
              <a:rPr sz="2800" spc="-10" dirty="0" smtClean="0">
                <a:solidFill>
                  <a:srgbClr val="00CC65"/>
                </a:solidFill>
                <a:latin typeface="Arial"/>
                <a:cs typeface="Arial"/>
              </a:rPr>
              <a:t>e</a:t>
            </a:r>
            <a:r>
              <a:rPr sz="2800" spc="155" dirty="0" smtClean="0">
                <a:solidFill>
                  <a:srgbClr val="00CC65"/>
                </a:solidFill>
                <a:latin typeface="Arial"/>
                <a:cs typeface="Arial"/>
              </a:rPr>
              <a:t>l</a:t>
            </a:r>
            <a:endParaRPr sz="28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381038" y="1295191"/>
            <a:ext cx="505421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57" dirty="0" smtClean="0">
                <a:solidFill>
                  <a:srgbClr val="00CC65"/>
                </a:solidFill>
                <a:latin typeface="Arial"/>
                <a:cs typeface="Arial"/>
              </a:rPr>
              <a:t>d</a:t>
            </a:r>
            <a:r>
              <a:rPr sz="2800" spc="62" dirty="0" smtClean="0">
                <a:solidFill>
                  <a:srgbClr val="00CC65"/>
                </a:solidFill>
                <a:latin typeface="Arial"/>
                <a:cs typeface="Arial"/>
              </a:rPr>
              <a:t>e</a:t>
            </a:r>
            <a:endParaRPr sz="28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896037" y="1295191"/>
            <a:ext cx="1079704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-23" dirty="0" smtClean="0">
                <a:solidFill>
                  <a:srgbClr val="00CC65"/>
                </a:solidFill>
                <a:latin typeface="Arial"/>
                <a:cs typeface="Arial"/>
              </a:rPr>
              <a:t>V</a:t>
            </a:r>
            <a:r>
              <a:rPr sz="2800" spc="-10" dirty="0" smtClean="0">
                <a:solidFill>
                  <a:srgbClr val="00CC65"/>
                </a:solidFill>
                <a:latin typeface="Arial"/>
                <a:cs typeface="Arial"/>
              </a:rPr>
              <a:t>e</a:t>
            </a:r>
            <a:r>
              <a:rPr sz="2800" spc="135" dirty="0" smtClean="0">
                <a:solidFill>
                  <a:srgbClr val="00CC65"/>
                </a:solidFill>
                <a:latin typeface="Arial"/>
                <a:cs typeface="Arial"/>
              </a:rPr>
              <a:t>n</a:t>
            </a:r>
            <a:r>
              <a:rPr sz="2800" spc="162" dirty="0" smtClean="0">
                <a:solidFill>
                  <a:srgbClr val="00CC65"/>
                </a:solidFill>
                <a:latin typeface="Arial"/>
                <a:cs typeface="Arial"/>
              </a:rPr>
              <a:t>t</a:t>
            </a:r>
            <a:r>
              <a:rPr sz="2800" spc="140" dirty="0" smtClean="0">
                <a:solidFill>
                  <a:srgbClr val="00CC65"/>
                </a:solidFill>
                <a:latin typeface="Arial"/>
                <a:cs typeface="Arial"/>
              </a:rPr>
              <a:t>o</a:t>
            </a:r>
            <a:endParaRPr sz="28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760864" y="5649647"/>
            <a:ext cx="896663" cy="2539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939"/>
              </a:lnSpc>
              <a:spcBef>
                <a:spcPts val="97"/>
              </a:spcBef>
            </a:pPr>
            <a:r>
              <a:rPr sz="1800" spc="-4" dirty="0" smtClean="0">
                <a:latin typeface="Arial"/>
                <a:cs typeface="Arial"/>
              </a:rPr>
              <a:t>La</a:t>
            </a:r>
            <a:r>
              <a:rPr sz="1800" spc="0" dirty="0" smtClean="0">
                <a:latin typeface="Arial"/>
                <a:cs typeface="Arial"/>
              </a:rPr>
              <a:t>m</a:t>
            </a:r>
            <a:r>
              <a:rPr sz="1800" spc="-4" dirty="0" smtClean="0">
                <a:latin typeface="Arial"/>
                <a:cs typeface="Arial"/>
              </a:rPr>
              <a:t>i</a:t>
            </a:r>
            <a:r>
              <a:rPr sz="1800" spc="4" dirty="0" smtClean="0">
                <a:latin typeface="Arial"/>
                <a:cs typeface="Arial"/>
              </a:rPr>
              <a:t>n</a:t>
            </a:r>
            <a:r>
              <a:rPr sz="1800" spc="-4" dirty="0" smtClean="0">
                <a:latin typeface="Arial"/>
                <a:cs typeface="Arial"/>
              </a:rPr>
              <a:t>a</a:t>
            </a:r>
            <a:r>
              <a:rPr sz="1800" spc="0" dirty="0" smtClean="0">
                <a:latin typeface="Arial"/>
                <a:cs typeface="Arial"/>
              </a:rPr>
              <a:t>r</a:t>
            </a:r>
            <a:endParaRPr sz="18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802345" y="5649647"/>
            <a:ext cx="1164152" cy="2539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939"/>
              </a:lnSpc>
              <a:spcBef>
                <a:spcPts val="97"/>
              </a:spcBef>
            </a:pPr>
            <a:r>
              <a:rPr sz="1800" spc="14" dirty="0" smtClean="0">
                <a:latin typeface="Arial"/>
                <a:cs typeface="Arial"/>
              </a:rPr>
              <a:t>T</a:t>
            </a:r>
            <a:r>
              <a:rPr sz="1800" spc="-4" dirty="0" smtClean="0">
                <a:latin typeface="Arial"/>
                <a:cs typeface="Arial"/>
              </a:rPr>
              <a:t>u</a:t>
            </a:r>
            <a:r>
              <a:rPr sz="1800" spc="0" dirty="0" smtClean="0">
                <a:latin typeface="Arial"/>
                <a:cs typeface="Arial"/>
              </a:rPr>
              <a:t>r</a:t>
            </a:r>
            <a:r>
              <a:rPr sz="1800" spc="-4" dirty="0" smtClean="0">
                <a:latin typeface="Arial"/>
                <a:cs typeface="Arial"/>
              </a:rPr>
              <a:t>bulen</a:t>
            </a:r>
            <a:r>
              <a:rPr sz="1800" spc="4" dirty="0" smtClean="0">
                <a:latin typeface="Arial"/>
                <a:cs typeface="Arial"/>
              </a:rPr>
              <a:t>t</a:t>
            </a:r>
            <a:r>
              <a:rPr sz="1800" spc="0" dirty="0" smtClean="0">
                <a:latin typeface="Arial"/>
                <a:cs typeface="Arial"/>
              </a:rPr>
              <a:t>o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10"/>
          <p:cNvSpPr/>
          <p:nvPr/>
        </p:nvSpPr>
        <p:spPr>
          <a:xfrm>
            <a:off x="2877191" y="5364491"/>
            <a:ext cx="150882" cy="0"/>
          </a:xfrm>
          <a:custGeom>
            <a:avLst/>
            <a:gdLst/>
            <a:ahLst/>
            <a:cxnLst/>
            <a:rect l="l" t="t" r="r" b="b"/>
            <a:pathLst>
              <a:path w="150882">
                <a:moveTo>
                  <a:pt x="0" y="0"/>
                </a:moveTo>
                <a:lnTo>
                  <a:pt x="150882" y="0"/>
                </a:lnTo>
              </a:path>
            </a:pathLst>
          </a:custGeom>
          <a:ln w="1448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769997" y="3706367"/>
            <a:ext cx="1223771" cy="618743"/>
          </a:xfrm>
          <a:custGeom>
            <a:avLst/>
            <a:gdLst/>
            <a:ahLst/>
            <a:cxnLst/>
            <a:rect l="l" t="t" r="r" b="b"/>
            <a:pathLst>
              <a:path w="1223771" h="618743">
                <a:moveTo>
                  <a:pt x="0" y="0"/>
                </a:moveTo>
                <a:lnTo>
                  <a:pt x="0" y="618743"/>
                </a:lnTo>
                <a:lnTo>
                  <a:pt x="1223771" y="618743"/>
                </a:lnTo>
                <a:lnTo>
                  <a:pt x="1223771" y="0"/>
                </a:lnTo>
                <a:lnTo>
                  <a:pt x="0" y="0"/>
                </a:lnTo>
                <a:close/>
              </a:path>
            </a:pathLst>
          </a:custGeom>
          <a:solidFill>
            <a:srgbClr val="CC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5833749" y="3777995"/>
            <a:ext cx="99059" cy="0"/>
          </a:xfrm>
          <a:custGeom>
            <a:avLst/>
            <a:gdLst/>
            <a:ahLst/>
            <a:cxnLst/>
            <a:rect l="l" t="t" r="r" b="b"/>
            <a:pathLst>
              <a:path w="99059">
                <a:moveTo>
                  <a:pt x="0" y="0"/>
                </a:moveTo>
                <a:lnTo>
                  <a:pt x="99059" y="0"/>
                </a:lnTo>
              </a:path>
            </a:pathLst>
          </a:custGeom>
          <a:ln w="933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310017" y="1080307"/>
            <a:ext cx="8018645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-4" dirty="0" smtClean="0">
                <a:solidFill>
                  <a:srgbClr val="00CC65"/>
                </a:solidFill>
                <a:latin typeface="Arial"/>
                <a:cs typeface="Arial"/>
              </a:rPr>
              <a:t>N</a:t>
            </a:r>
            <a:r>
              <a:rPr sz="2800" spc="9" dirty="0" smtClean="0">
                <a:solidFill>
                  <a:srgbClr val="00CC65"/>
                </a:solidFill>
                <a:latin typeface="Arial"/>
                <a:cs typeface="Arial"/>
              </a:rPr>
              <a:t>ú</a:t>
            </a:r>
            <a:r>
              <a:rPr sz="2800" spc="-4" dirty="0" smtClean="0">
                <a:solidFill>
                  <a:srgbClr val="00CC65"/>
                </a:solidFill>
                <a:latin typeface="Arial"/>
                <a:cs typeface="Arial"/>
              </a:rPr>
              <a:t>m</a:t>
            </a:r>
            <a:r>
              <a:rPr sz="2800" spc="4" dirty="0" smtClean="0">
                <a:solidFill>
                  <a:srgbClr val="00CC65"/>
                </a:solidFill>
                <a:latin typeface="Arial"/>
                <a:cs typeface="Arial"/>
              </a:rPr>
              <a:t>er</a:t>
            </a:r>
            <a:r>
              <a:rPr sz="2800" spc="0" dirty="0" smtClean="0">
                <a:solidFill>
                  <a:srgbClr val="00CC65"/>
                </a:solidFill>
                <a:latin typeface="Arial"/>
                <a:cs typeface="Arial"/>
              </a:rPr>
              <a:t>o</a:t>
            </a:r>
            <a:r>
              <a:rPr sz="2800" spc="543" dirty="0" smtClean="0">
                <a:solidFill>
                  <a:srgbClr val="00CC65"/>
                </a:solidFill>
                <a:latin typeface="Arial"/>
                <a:cs typeface="Arial"/>
              </a:rPr>
              <a:t> </a:t>
            </a:r>
            <a:r>
              <a:rPr sz="2800" spc="-4" dirty="0" smtClean="0">
                <a:solidFill>
                  <a:srgbClr val="00CC65"/>
                </a:solidFill>
                <a:latin typeface="Arial"/>
                <a:cs typeface="Arial"/>
              </a:rPr>
              <a:t>d</a:t>
            </a:r>
            <a:r>
              <a:rPr sz="2800" spc="0" dirty="0" smtClean="0">
                <a:solidFill>
                  <a:srgbClr val="00CC65"/>
                </a:solidFill>
                <a:latin typeface="Arial"/>
                <a:cs typeface="Arial"/>
              </a:rPr>
              <a:t>e</a:t>
            </a:r>
            <a:r>
              <a:rPr sz="2800" spc="124" dirty="0" smtClean="0">
                <a:solidFill>
                  <a:srgbClr val="00CC65"/>
                </a:solidFill>
                <a:latin typeface="Arial"/>
                <a:cs typeface="Arial"/>
              </a:rPr>
              <a:t> </a:t>
            </a:r>
            <a:r>
              <a:rPr sz="2800" spc="-4" dirty="0" smtClean="0">
                <a:solidFill>
                  <a:srgbClr val="00CC65"/>
                </a:solidFill>
                <a:latin typeface="Arial"/>
                <a:cs typeface="Arial"/>
              </a:rPr>
              <a:t>R</a:t>
            </a:r>
            <a:r>
              <a:rPr sz="2800" spc="29" dirty="0" smtClean="0">
                <a:solidFill>
                  <a:srgbClr val="00CC65"/>
                </a:solidFill>
                <a:latin typeface="Arial"/>
                <a:cs typeface="Arial"/>
              </a:rPr>
              <a:t>e</a:t>
            </a:r>
            <a:r>
              <a:rPr sz="2800" spc="-19" dirty="0" smtClean="0">
                <a:solidFill>
                  <a:srgbClr val="00CC65"/>
                </a:solidFill>
                <a:latin typeface="Arial"/>
                <a:cs typeface="Arial"/>
              </a:rPr>
              <a:t>y</a:t>
            </a:r>
            <a:r>
              <a:rPr sz="2800" spc="19" dirty="0" smtClean="0">
                <a:solidFill>
                  <a:srgbClr val="00CC65"/>
                </a:solidFill>
                <a:latin typeface="Arial"/>
                <a:cs typeface="Arial"/>
              </a:rPr>
              <a:t>n</a:t>
            </a:r>
            <a:r>
              <a:rPr sz="2800" spc="-4" dirty="0" smtClean="0">
                <a:solidFill>
                  <a:srgbClr val="00CC65"/>
                </a:solidFill>
                <a:latin typeface="Arial"/>
                <a:cs typeface="Arial"/>
              </a:rPr>
              <a:t>o</a:t>
            </a:r>
            <a:r>
              <a:rPr sz="2800" spc="4" dirty="0" smtClean="0">
                <a:solidFill>
                  <a:srgbClr val="00CC65"/>
                </a:solidFill>
                <a:latin typeface="Arial"/>
                <a:cs typeface="Arial"/>
              </a:rPr>
              <a:t>l</a:t>
            </a:r>
            <a:r>
              <a:rPr sz="2800" spc="-4" dirty="0" smtClean="0">
                <a:solidFill>
                  <a:srgbClr val="00CC65"/>
                </a:solidFill>
                <a:latin typeface="Arial"/>
                <a:cs typeface="Arial"/>
              </a:rPr>
              <a:t>d</a:t>
            </a:r>
            <a:r>
              <a:rPr sz="2800" spc="0" dirty="0" smtClean="0">
                <a:solidFill>
                  <a:srgbClr val="00CC65"/>
                </a:solidFill>
                <a:latin typeface="Arial"/>
                <a:cs typeface="Arial"/>
              </a:rPr>
              <a:t>s </a:t>
            </a:r>
            <a:r>
              <a:rPr sz="2800" spc="69" dirty="0" smtClean="0">
                <a:solidFill>
                  <a:srgbClr val="00CC65"/>
                </a:solidFill>
                <a:latin typeface="Arial"/>
                <a:cs typeface="Arial"/>
              </a:rPr>
              <a:t> </a:t>
            </a:r>
            <a:r>
              <a:rPr sz="2800" spc="4" dirty="0" smtClean="0">
                <a:solidFill>
                  <a:srgbClr val="00CC65"/>
                </a:solidFill>
                <a:latin typeface="Arial"/>
                <a:cs typeface="Arial"/>
              </a:rPr>
              <a:t>e</a:t>
            </a:r>
            <a:r>
              <a:rPr sz="2800" spc="0" dirty="0" smtClean="0">
                <a:solidFill>
                  <a:srgbClr val="00CC65"/>
                </a:solidFill>
                <a:latin typeface="Arial"/>
                <a:cs typeface="Arial"/>
              </a:rPr>
              <a:t>m</a:t>
            </a:r>
            <a:r>
              <a:rPr sz="2800" spc="134" dirty="0" smtClean="0">
                <a:solidFill>
                  <a:srgbClr val="00CC65"/>
                </a:solidFill>
                <a:latin typeface="Arial"/>
                <a:cs typeface="Arial"/>
              </a:rPr>
              <a:t> </a:t>
            </a:r>
            <a:r>
              <a:rPr sz="2800" spc="-4" dirty="0" smtClean="0">
                <a:solidFill>
                  <a:srgbClr val="00CC65"/>
                </a:solidFill>
                <a:latin typeface="Arial"/>
                <a:cs typeface="Arial"/>
              </a:rPr>
              <a:t>P</a:t>
            </a:r>
            <a:r>
              <a:rPr sz="2800" spc="4" dirty="0" smtClean="0">
                <a:solidFill>
                  <a:srgbClr val="00CC65"/>
                </a:solidFill>
                <a:latin typeface="Arial"/>
                <a:cs typeface="Arial"/>
              </a:rPr>
              <a:t>erfi</a:t>
            </a:r>
            <a:r>
              <a:rPr sz="2800" spc="0" dirty="0" smtClean="0">
                <a:solidFill>
                  <a:srgbClr val="00CC65"/>
                </a:solidFill>
                <a:latin typeface="Arial"/>
                <a:cs typeface="Arial"/>
              </a:rPr>
              <a:t>s</a:t>
            </a:r>
            <a:r>
              <a:rPr sz="2800" spc="572" dirty="0" smtClean="0">
                <a:solidFill>
                  <a:srgbClr val="00CC65"/>
                </a:solidFill>
                <a:latin typeface="Arial"/>
                <a:cs typeface="Arial"/>
              </a:rPr>
              <a:t> </a:t>
            </a:r>
            <a:r>
              <a:rPr sz="2800" spc="144" dirty="0" smtClean="0">
                <a:solidFill>
                  <a:srgbClr val="00CC65"/>
                </a:solidFill>
                <a:latin typeface="Arial"/>
                <a:cs typeface="Arial"/>
              </a:rPr>
              <a:t>A</a:t>
            </a:r>
            <a:r>
              <a:rPr sz="2800" spc="-10" dirty="0" smtClean="0">
                <a:solidFill>
                  <a:srgbClr val="00CC65"/>
                </a:solidFill>
                <a:latin typeface="Arial"/>
                <a:cs typeface="Arial"/>
              </a:rPr>
              <a:t>e</a:t>
            </a:r>
            <a:r>
              <a:rPr sz="2800" spc="154" dirty="0" smtClean="0">
                <a:solidFill>
                  <a:srgbClr val="00CC65"/>
                </a:solidFill>
                <a:latin typeface="Arial"/>
                <a:cs typeface="Arial"/>
              </a:rPr>
              <a:t>r</a:t>
            </a:r>
            <a:r>
              <a:rPr sz="2800" spc="135" dirty="0" smtClean="0">
                <a:solidFill>
                  <a:srgbClr val="00CC65"/>
                </a:solidFill>
                <a:latin typeface="Arial"/>
                <a:cs typeface="Arial"/>
              </a:rPr>
              <a:t>od</a:t>
            </a:r>
            <a:r>
              <a:rPr sz="2800" spc="160" dirty="0" smtClean="0">
                <a:solidFill>
                  <a:srgbClr val="00CC65"/>
                </a:solidFill>
                <a:latin typeface="Arial"/>
                <a:cs typeface="Arial"/>
              </a:rPr>
              <a:t>i</a:t>
            </a:r>
            <a:r>
              <a:rPr sz="2800" spc="150" dirty="0" smtClean="0">
                <a:solidFill>
                  <a:srgbClr val="00CC65"/>
                </a:solidFill>
                <a:latin typeface="Arial"/>
                <a:cs typeface="Arial"/>
              </a:rPr>
              <a:t>n</a:t>
            </a:r>
            <a:r>
              <a:rPr sz="2800" spc="-10" dirty="0" smtClean="0">
                <a:solidFill>
                  <a:srgbClr val="00CC65"/>
                </a:solidFill>
                <a:latin typeface="Arial"/>
                <a:cs typeface="Arial"/>
              </a:rPr>
              <a:t>â</a:t>
            </a:r>
            <a:r>
              <a:rPr sz="2800" spc="134" dirty="0" smtClean="0">
                <a:solidFill>
                  <a:srgbClr val="00CC65"/>
                </a:solidFill>
                <a:latin typeface="Arial"/>
                <a:cs typeface="Arial"/>
              </a:rPr>
              <a:t>m</a:t>
            </a:r>
            <a:r>
              <a:rPr sz="2800" spc="160" dirty="0" smtClean="0">
                <a:solidFill>
                  <a:srgbClr val="00CC65"/>
                </a:solidFill>
                <a:latin typeface="Arial"/>
                <a:cs typeface="Arial"/>
              </a:rPr>
              <a:t>i</a:t>
            </a:r>
            <a:r>
              <a:rPr sz="2800" spc="158" dirty="0" smtClean="0">
                <a:solidFill>
                  <a:srgbClr val="00CC65"/>
                </a:solidFill>
                <a:latin typeface="Arial"/>
                <a:cs typeface="Arial"/>
              </a:rPr>
              <a:t>c</a:t>
            </a:r>
            <a:r>
              <a:rPr sz="2800" spc="135" dirty="0" smtClean="0">
                <a:solidFill>
                  <a:srgbClr val="00CC65"/>
                </a:solidFill>
                <a:latin typeface="Arial"/>
                <a:cs typeface="Arial"/>
              </a:rPr>
              <a:t>o</a:t>
            </a:r>
            <a:r>
              <a:rPr sz="2800" spc="153" dirty="0" smtClean="0">
                <a:solidFill>
                  <a:srgbClr val="00CC65"/>
                </a:solidFill>
                <a:latin typeface="Arial"/>
                <a:cs typeface="Arial"/>
              </a:rPr>
              <a:t>s</a:t>
            </a:r>
            <a:endParaRPr sz="28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581289" y="1962702"/>
            <a:ext cx="842113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-4" dirty="0" smtClean="0">
                <a:latin typeface="Arial"/>
                <a:cs typeface="Arial"/>
              </a:rPr>
              <a:t>P</a:t>
            </a:r>
            <a:r>
              <a:rPr sz="2800" spc="4" dirty="0" smtClean="0">
                <a:latin typeface="Arial"/>
                <a:cs typeface="Arial"/>
              </a:rPr>
              <a:t>ar</a:t>
            </a:r>
            <a:r>
              <a:rPr sz="2800" spc="0" dirty="0" smtClean="0">
                <a:latin typeface="Arial"/>
                <a:cs typeface="Arial"/>
              </a:rPr>
              <a:t>a</a:t>
            </a:r>
            <a:endParaRPr sz="28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631272" y="1962702"/>
            <a:ext cx="1775847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4" dirty="0" smtClean="0">
                <a:latin typeface="Arial"/>
                <a:cs typeface="Arial"/>
              </a:rPr>
              <a:t>ap</a:t>
            </a:r>
            <a:r>
              <a:rPr sz="2800" spc="14" dirty="0" smtClean="0">
                <a:latin typeface="Arial"/>
                <a:cs typeface="Arial"/>
              </a:rPr>
              <a:t>l</a:t>
            </a:r>
            <a:r>
              <a:rPr sz="2800" spc="0" dirty="0" smtClean="0">
                <a:latin typeface="Arial"/>
                <a:cs typeface="Arial"/>
              </a:rPr>
              <a:t>i</a:t>
            </a:r>
            <a:r>
              <a:rPr sz="2800" spc="4" dirty="0" smtClean="0">
                <a:latin typeface="Arial"/>
                <a:cs typeface="Arial"/>
              </a:rPr>
              <a:t>caçõe</a:t>
            </a:r>
            <a:r>
              <a:rPr sz="2800" spc="0" dirty="0" smtClean="0">
                <a:latin typeface="Arial"/>
                <a:cs typeface="Arial"/>
              </a:rPr>
              <a:t>s</a:t>
            </a:r>
            <a:endParaRPr sz="28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615181" y="1962702"/>
            <a:ext cx="585385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4" dirty="0" smtClean="0">
                <a:latin typeface="Arial"/>
                <a:cs typeface="Arial"/>
              </a:rPr>
              <a:t>e</a:t>
            </a:r>
            <a:r>
              <a:rPr sz="2800" spc="0" dirty="0" smtClean="0">
                <a:latin typeface="Arial"/>
                <a:cs typeface="Arial"/>
              </a:rPr>
              <a:t>m</a:t>
            </a:r>
            <a:endParaRPr sz="28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407661" y="1962702"/>
            <a:ext cx="963837" cy="76453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4" dirty="0" smtClean="0">
                <a:latin typeface="Arial"/>
                <a:cs typeface="Arial"/>
              </a:rPr>
              <a:t>perf</a:t>
            </a:r>
            <a:r>
              <a:rPr sz="2800" spc="14" dirty="0" smtClean="0">
                <a:latin typeface="Arial"/>
                <a:cs typeface="Arial"/>
              </a:rPr>
              <a:t>i</a:t>
            </a:r>
            <a:r>
              <a:rPr sz="2800" spc="0" dirty="0" smtClean="0">
                <a:latin typeface="Arial"/>
                <a:cs typeface="Arial"/>
              </a:rPr>
              <a:t>s</a:t>
            </a:r>
            <a:endParaRPr sz="2800">
              <a:latin typeface="Arial"/>
              <a:cs typeface="Arial"/>
            </a:endParaRPr>
          </a:p>
          <a:p>
            <a:pPr marL="73548" marR="18312">
              <a:lnSpc>
                <a:spcPts val="3025"/>
              </a:lnSpc>
              <a:spcBef>
                <a:spcPts val="3"/>
              </a:spcBef>
            </a:pPr>
            <a:r>
              <a:rPr sz="2800" spc="4" dirty="0" smtClean="0">
                <a:latin typeface="Arial"/>
                <a:cs typeface="Arial"/>
              </a:rPr>
              <a:t>po</a:t>
            </a:r>
            <a:r>
              <a:rPr sz="2800" spc="14" dirty="0" smtClean="0">
                <a:latin typeface="Arial"/>
                <a:cs typeface="Arial"/>
              </a:rPr>
              <a:t>d</a:t>
            </a:r>
            <a:r>
              <a:rPr sz="2800" spc="0" dirty="0" smtClean="0">
                <a:latin typeface="Arial"/>
                <a:cs typeface="Arial"/>
              </a:rPr>
              <a:t>e</a:t>
            </a:r>
            <a:endParaRPr sz="28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578038" y="1962702"/>
            <a:ext cx="2506040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4" dirty="0" smtClean="0">
                <a:latin typeface="Arial"/>
                <a:cs typeface="Arial"/>
              </a:rPr>
              <a:t>aerod</a:t>
            </a:r>
            <a:r>
              <a:rPr sz="2800" spc="0" dirty="0" smtClean="0">
                <a:latin typeface="Arial"/>
                <a:cs typeface="Arial"/>
              </a:rPr>
              <a:t>i</a:t>
            </a:r>
            <a:r>
              <a:rPr sz="2800" spc="4" dirty="0" smtClean="0">
                <a:latin typeface="Arial"/>
                <a:cs typeface="Arial"/>
              </a:rPr>
              <a:t>nâ</a:t>
            </a:r>
            <a:r>
              <a:rPr sz="2800" spc="0" dirty="0" smtClean="0">
                <a:latin typeface="Arial"/>
                <a:cs typeface="Arial"/>
              </a:rPr>
              <a:t>mi</a:t>
            </a:r>
            <a:r>
              <a:rPr sz="2800" spc="4" dirty="0" smtClean="0">
                <a:latin typeface="Arial"/>
                <a:cs typeface="Arial"/>
              </a:rPr>
              <a:t>cos</a:t>
            </a:r>
            <a:r>
              <a:rPr sz="2800" spc="0" dirty="0" smtClean="0">
                <a:latin typeface="Arial"/>
                <a:cs typeface="Arial"/>
              </a:rPr>
              <a:t>,</a:t>
            </a:r>
            <a:endParaRPr sz="28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9290362" y="1962702"/>
            <a:ext cx="288957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0" dirty="0" smtClean="0">
                <a:latin typeface="Arial"/>
                <a:cs typeface="Arial"/>
              </a:rPr>
              <a:t>o</a:t>
            </a:r>
            <a:endParaRPr sz="28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238384" y="2034427"/>
            <a:ext cx="277329" cy="2920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245"/>
              </a:lnSpc>
              <a:spcBef>
                <a:spcPts val="112"/>
              </a:spcBef>
            </a:pPr>
            <a:r>
              <a:rPr sz="2100" spc="291" dirty="0" smtClean="0">
                <a:solidFill>
                  <a:srgbClr val="65FF32"/>
                </a:solidFill>
                <a:latin typeface="Arial"/>
                <a:cs typeface="Arial"/>
              </a:rPr>
              <a:t>□</a:t>
            </a:r>
            <a:endParaRPr sz="21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581289" y="2346750"/>
            <a:ext cx="1299197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4" dirty="0" smtClean="0">
                <a:latin typeface="Arial"/>
                <a:cs typeface="Arial"/>
              </a:rPr>
              <a:t>nú</a:t>
            </a:r>
            <a:r>
              <a:rPr sz="2800" spc="0" dirty="0" smtClean="0">
                <a:latin typeface="Arial"/>
                <a:cs typeface="Arial"/>
              </a:rPr>
              <a:t>m</a:t>
            </a:r>
            <a:r>
              <a:rPr sz="2800" spc="14" dirty="0" smtClean="0">
                <a:latin typeface="Arial"/>
                <a:cs typeface="Arial"/>
              </a:rPr>
              <a:t>e</a:t>
            </a:r>
            <a:r>
              <a:rPr sz="2800" spc="4" dirty="0" smtClean="0">
                <a:latin typeface="Arial"/>
                <a:cs typeface="Arial"/>
              </a:rPr>
              <a:t>r</a:t>
            </a:r>
            <a:r>
              <a:rPr sz="2800" spc="0" dirty="0" smtClean="0">
                <a:latin typeface="Arial"/>
                <a:cs typeface="Arial"/>
              </a:rPr>
              <a:t>o</a:t>
            </a:r>
            <a:endParaRPr sz="28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056352" y="2346750"/>
            <a:ext cx="487022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4" dirty="0" smtClean="0">
                <a:latin typeface="Arial"/>
                <a:cs typeface="Arial"/>
              </a:rPr>
              <a:t>d</a:t>
            </a:r>
            <a:r>
              <a:rPr sz="2800" spc="0" dirty="0" smtClean="0">
                <a:latin typeface="Arial"/>
                <a:cs typeface="Arial"/>
              </a:rPr>
              <a:t>e</a:t>
            </a:r>
            <a:endParaRPr sz="28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717717" y="2346750"/>
            <a:ext cx="1576258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-4" dirty="0" smtClean="0">
                <a:latin typeface="Arial"/>
                <a:cs typeface="Arial"/>
              </a:rPr>
              <a:t>R</a:t>
            </a:r>
            <a:r>
              <a:rPr sz="2800" spc="4" dirty="0" smtClean="0">
                <a:latin typeface="Arial"/>
                <a:cs typeface="Arial"/>
              </a:rPr>
              <a:t>ey</a:t>
            </a:r>
            <a:r>
              <a:rPr sz="2800" spc="14" dirty="0" smtClean="0">
                <a:latin typeface="Arial"/>
                <a:cs typeface="Arial"/>
              </a:rPr>
              <a:t>n</a:t>
            </a:r>
            <a:r>
              <a:rPr sz="2800" spc="4" dirty="0" smtClean="0">
                <a:latin typeface="Arial"/>
                <a:cs typeface="Arial"/>
              </a:rPr>
              <a:t>o</a:t>
            </a:r>
            <a:r>
              <a:rPr sz="2800" spc="0" dirty="0" smtClean="0">
                <a:latin typeface="Arial"/>
                <a:cs typeface="Arial"/>
              </a:rPr>
              <a:t>l</a:t>
            </a:r>
            <a:r>
              <a:rPr sz="2800" spc="4" dirty="0" smtClean="0">
                <a:latin typeface="Arial"/>
                <a:cs typeface="Arial"/>
              </a:rPr>
              <a:t>d</a:t>
            </a:r>
            <a:r>
              <a:rPr sz="2800" spc="0" dirty="0" smtClean="0">
                <a:latin typeface="Arial"/>
                <a:cs typeface="Arial"/>
              </a:rPr>
              <a:t>s</a:t>
            </a:r>
            <a:endParaRPr sz="28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526005" y="2346750"/>
            <a:ext cx="586049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4" dirty="0" smtClean="0">
                <a:latin typeface="Arial"/>
                <a:cs typeface="Arial"/>
              </a:rPr>
              <a:t>se</a:t>
            </a:r>
            <a:r>
              <a:rPr sz="2800" spc="0" dirty="0" smtClean="0">
                <a:latin typeface="Arial"/>
                <a:cs typeface="Arial"/>
              </a:rPr>
              <a:t>r</a:t>
            </a:r>
            <a:endParaRPr sz="28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284956" y="2346750"/>
            <a:ext cx="1536942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4" dirty="0" smtClean="0">
                <a:latin typeface="Arial"/>
                <a:cs typeface="Arial"/>
              </a:rPr>
              <a:t>express</a:t>
            </a:r>
            <a:r>
              <a:rPr sz="2800" spc="0" dirty="0" smtClean="0">
                <a:latin typeface="Arial"/>
                <a:cs typeface="Arial"/>
              </a:rPr>
              <a:t>o</a:t>
            </a:r>
            <a:endParaRPr sz="28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8994718" y="2346750"/>
            <a:ext cx="585385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4" dirty="0" smtClean="0">
                <a:latin typeface="Arial"/>
                <a:cs typeface="Arial"/>
              </a:rPr>
              <a:t>e</a:t>
            </a:r>
            <a:r>
              <a:rPr sz="2800" spc="0" dirty="0" smtClean="0">
                <a:latin typeface="Arial"/>
                <a:cs typeface="Arial"/>
              </a:rPr>
              <a:t>m</a:t>
            </a:r>
            <a:endParaRPr sz="28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581289" y="2730798"/>
            <a:ext cx="3790673" cy="76453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4" dirty="0" smtClean="0">
                <a:latin typeface="Arial"/>
                <a:cs typeface="Arial"/>
              </a:rPr>
              <a:t>funçã</a:t>
            </a:r>
            <a:r>
              <a:rPr sz="2800" spc="0" dirty="0" smtClean="0">
                <a:latin typeface="Arial"/>
                <a:cs typeface="Arial"/>
              </a:rPr>
              <a:t>o</a:t>
            </a:r>
            <a:r>
              <a:rPr sz="2800" spc="125" dirty="0" smtClean="0">
                <a:latin typeface="Arial"/>
                <a:cs typeface="Arial"/>
              </a:rPr>
              <a:t> </a:t>
            </a:r>
            <a:r>
              <a:rPr sz="2800" spc="4" dirty="0" smtClean="0">
                <a:latin typeface="Arial"/>
                <a:cs typeface="Arial"/>
              </a:rPr>
              <a:t>d</a:t>
            </a:r>
            <a:r>
              <a:rPr sz="2800" spc="0" dirty="0" smtClean="0">
                <a:latin typeface="Arial"/>
                <a:cs typeface="Arial"/>
              </a:rPr>
              <a:t>a</a:t>
            </a:r>
            <a:r>
              <a:rPr sz="2800" spc="178" dirty="0" smtClean="0">
                <a:latin typeface="Arial"/>
                <a:cs typeface="Arial"/>
              </a:rPr>
              <a:t> </a:t>
            </a:r>
            <a:r>
              <a:rPr sz="2800" spc="4" dirty="0" smtClean="0">
                <a:latin typeface="Arial"/>
                <a:cs typeface="Arial"/>
              </a:rPr>
              <a:t>cord</a:t>
            </a:r>
            <a:r>
              <a:rPr sz="2800" spc="0" dirty="0" smtClean="0">
                <a:latin typeface="Arial"/>
                <a:cs typeface="Arial"/>
              </a:rPr>
              <a:t>a</a:t>
            </a:r>
            <a:r>
              <a:rPr sz="2800" spc="129" dirty="0" smtClean="0">
                <a:latin typeface="Arial"/>
                <a:cs typeface="Arial"/>
              </a:rPr>
              <a:t> </a:t>
            </a:r>
            <a:r>
              <a:rPr sz="2800" spc="0" dirty="0" smtClean="0">
                <a:latin typeface="Arial"/>
                <a:cs typeface="Arial"/>
              </a:rPr>
              <a:t>m</a:t>
            </a:r>
            <a:r>
              <a:rPr sz="2800" spc="4" dirty="0" smtClean="0">
                <a:latin typeface="Arial"/>
                <a:cs typeface="Arial"/>
              </a:rPr>
              <a:t>éd</a:t>
            </a:r>
            <a:r>
              <a:rPr sz="2800" spc="0" dirty="0" smtClean="0">
                <a:latin typeface="Arial"/>
                <a:cs typeface="Arial"/>
              </a:rPr>
              <a:t>ia</a:t>
            </a:r>
            <a:endParaRPr sz="2800">
              <a:latin typeface="Arial"/>
              <a:cs typeface="Arial"/>
            </a:endParaRPr>
          </a:p>
          <a:p>
            <a:pPr marL="12700" marR="53263">
              <a:lnSpc>
                <a:spcPts val="3025"/>
              </a:lnSpc>
              <a:spcBef>
                <a:spcPts val="3"/>
              </a:spcBef>
            </a:pPr>
            <a:r>
              <a:rPr sz="2800" spc="4" dirty="0" smtClean="0">
                <a:latin typeface="Arial"/>
                <a:cs typeface="Arial"/>
              </a:rPr>
              <a:t>segu</a:t>
            </a:r>
            <a:r>
              <a:rPr sz="2800" spc="0" dirty="0" smtClean="0">
                <a:latin typeface="Arial"/>
                <a:cs typeface="Arial"/>
              </a:rPr>
              <a:t>i</a:t>
            </a:r>
            <a:r>
              <a:rPr sz="2800" spc="4" dirty="0" smtClean="0">
                <a:latin typeface="Arial"/>
                <a:cs typeface="Arial"/>
              </a:rPr>
              <a:t>nt</a:t>
            </a:r>
            <a:r>
              <a:rPr sz="2800" spc="0" dirty="0" smtClean="0">
                <a:latin typeface="Arial"/>
                <a:cs typeface="Arial"/>
              </a:rPr>
              <a:t>e</a:t>
            </a:r>
            <a:r>
              <a:rPr sz="2800" spc="-105" dirty="0" smtClean="0">
                <a:latin typeface="Arial"/>
                <a:cs typeface="Arial"/>
              </a:rPr>
              <a:t> </a:t>
            </a:r>
            <a:r>
              <a:rPr sz="2800" spc="4" dirty="0" smtClean="0">
                <a:latin typeface="Arial"/>
                <a:cs typeface="Arial"/>
              </a:rPr>
              <a:t>for</a:t>
            </a:r>
            <a:r>
              <a:rPr sz="2800" spc="0" dirty="0" smtClean="0">
                <a:latin typeface="Arial"/>
                <a:cs typeface="Arial"/>
              </a:rPr>
              <a:t>m</a:t>
            </a:r>
            <a:r>
              <a:rPr sz="2800" spc="4" dirty="0" smtClean="0">
                <a:latin typeface="Arial"/>
                <a:cs typeface="Arial"/>
              </a:rPr>
              <a:t>a</a:t>
            </a:r>
            <a:r>
              <a:rPr sz="2800" spc="0" dirty="0" smtClean="0">
                <a:latin typeface="Arial"/>
                <a:cs typeface="Arial"/>
              </a:rPr>
              <a:t>.</a:t>
            </a:r>
            <a:endParaRPr sz="28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406096" y="2730798"/>
            <a:ext cx="4174483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4" dirty="0" smtClean="0">
                <a:latin typeface="Arial"/>
                <a:cs typeface="Arial"/>
              </a:rPr>
              <a:t>a</a:t>
            </a:r>
            <a:r>
              <a:rPr sz="2800" spc="14" dirty="0" smtClean="0">
                <a:latin typeface="Arial"/>
                <a:cs typeface="Arial"/>
              </a:rPr>
              <a:t>e</a:t>
            </a:r>
            <a:r>
              <a:rPr sz="2800" spc="4" dirty="0" smtClean="0">
                <a:latin typeface="Arial"/>
                <a:cs typeface="Arial"/>
              </a:rPr>
              <a:t>rod</a:t>
            </a:r>
            <a:r>
              <a:rPr sz="2800" spc="0" dirty="0" smtClean="0">
                <a:latin typeface="Arial"/>
                <a:cs typeface="Arial"/>
              </a:rPr>
              <a:t>i</a:t>
            </a:r>
            <a:r>
              <a:rPr sz="2800" spc="4" dirty="0" smtClean="0">
                <a:latin typeface="Arial"/>
                <a:cs typeface="Arial"/>
              </a:rPr>
              <a:t>n</a:t>
            </a:r>
            <a:r>
              <a:rPr sz="2800" spc="14" dirty="0" smtClean="0">
                <a:latin typeface="Arial"/>
                <a:cs typeface="Arial"/>
              </a:rPr>
              <a:t>â</a:t>
            </a:r>
            <a:r>
              <a:rPr sz="2800" spc="0" dirty="0" smtClean="0">
                <a:latin typeface="Arial"/>
                <a:cs typeface="Arial"/>
              </a:rPr>
              <a:t>mi</a:t>
            </a:r>
            <a:r>
              <a:rPr sz="2800" spc="14" dirty="0" smtClean="0">
                <a:latin typeface="Arial"/>
                <a:cs typeface="Arial"/>
              </a:rPr>
              <a:t>c</a:t>
            </a:r>
            <a:r>
              <a:rPr sz="2800" spc="0" dirty="0" smtClean="0">
                <a:latin typeface="Arial"/>
                <a:cs typeface="Arial"/>
              </a:rPr>
              <a:t>a</a:t>
            </a:r>
            <a:r>
              <a:rPr sz="2800" spc="41" dirty="0" smtClean="0">
                <a:latin typeface="Arial"/>
                <a:cs typeface="Arial"/>
              </a:rPr>
              <a:t> </a:t>
            </a:r>
            <a:r>
              <a:rPr sz="2800" spc="4" dirty="0" smtClean="0">
                <a:latin typeface="Arial"/>
                <a:cs typeface="Arial"/>
              </a:rPr>
              <a:t>d</a:t>
            </a:r>
            <a:r>
              <a:rPr sz="2800" spc="0" dirty="0" smtClean="0">
                <a:latin typeface="Arial"/>
                <a:cs typeface="Arial"/>
              </a:rPr>
              <a:t>o</a:t>
            </a:r>
            <a:r>
              <a:rPr sz="2800" spc="188" dirty="0" smtClean="0">
                <a:latin typeface="Arial"/>
                <a:cs typeface="Arial"/>
              </a:rPr>
              <a:t> </a:t>
            </a:r>
            <a:r>
              <a:rPr sz="2800" spc="4" dirty="0" smtClean="0">
                <a:latin typeface="Arial"/>
                <a:cs typeface="Arial"/>
              </a:rPr>
              <a:t>perf</a:t>
            </a:r>
            <a:r>
              <a:rPr sz="2800" spc="-9" dirty="0" smtClean="0">
                <a:latin typeface="Arial"/>
                <a:cs typeface="Arial"/>
              </a:rPr>
              <a:t>i</a:t>
            </a:r>
            <a:r>
              <a:rPr sz="2800" spc="0" dirty="0" smtClean="0">
                <a:latin typeface="Arial"/>
                <a:cs typeface="Arial"/>
              </a:rPr>
              <a:t>l</a:t>
            </a:r>
            <a:r>
              <a:rPr sz="2800" spc="159" dirty="0" smtClean="0">
                <a:latin typeface="Arial"/>
                <a:cs typeface="Arial"/>
              </a:rPr>
              <a:t> </a:t>
            </a:r>
            <a:r>
              <a:rPr sz="2800" spc="4" dirty="0" smtClean="0">
                <a:latin typeface="Arial"/>
                <a:cs typeface="Arial"/>
              </a:rPr>
              <a:t>d</a:t>
            </a:r>
            <a:r>
              <a:rPr sz="2800" spc="0" dirty="0" smtClean="0">
                <a:latin typeface="Arial"/>
                <a:cs typeface="Arial"/>
              </a:rPr>
              <a:t>a</a:t>
            </a:r>
            <a:endParaRPr sz="28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940183" y="4001058"/>
            <a:ext cx="116073" cy="15664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150"/>
              </a:lnSpc>
              <a:spcBef>
                <a:spcPts val="57"/>
              </a:spcBef>
            </a:pPr>
            <a:r>
              <a:rPr sz="1000" spc="13" dirty="0" smtClean="0">
                <a:latin typeface="Times New Roman"/>
                <a:cs typeface="Times New Roman"/>
              </a:rPr>
              <a:t>e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5534543" y="4032312"/>
            <a:ext cx="203139" cy="26271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070"/>
              </a:lnSpc>
              <a:spcBef>
                <a:spcPts val="103"/>
              </a:spcBef>
            </a:pPr>
            <a:r>
              <a:rPr sz="1850" spc="0" dirty="0" smtClean="0">
                <a:latin typeface="Meiryo"/>
                <a:cs typeface="Meiryo"/>
              </a:rPr>
              <a:t>µ</a:t>
            </a:r>
            <a:endParaRPr sz="1850">
              <a:latin typeface="Meiryo"/>
              <a:cs typeface="Meiryo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581289" y="4524545"/>
            <a:ext cx="1038062" cy="77063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4" dirty="0" smtClean="0">
                <a:latin typeface="Arial"/>
                <a:cs typeface="Arial"/>
              </a:rPr>
              <a:t>onde</a:t>
            </a:r>
            <a:r>
              <a:rPr sz="2800" spc="0" dirty="0" smtClean="0">
                <a:latin typeface="Arial"/>
                <a:cs typeface="Arial"/>
              </a:rPr>
              <a:t>:</a:t>
            </a:r>
            <a:endParaRPr sz="2800">
              <a:latin typeface="Arial"/>
              <a:cs typeface="Arial"/>
            </a:endParaRPr>
          </a:p>
          <a:p>
            <a:pPr marL="12700" marR="93849">
              <a:lnSpc>
                <a:spcPts val="3110"/>
              </a:lnSpc>
              <a:spcBef>
                <a:spcPts val="7"/>
              </a:spcBef>
            </a:pPr>
            <a:r>
              <a:rPr sz="2950" spc="0" dirty="0" smtClean="0">
                <a:latin typeface="Meiryo"/>
                <a:cs typeface="Meiryo"/>
              </a:rPr>
              <a:t>ρ</a:t>
            </a:r>
            <a:r>
              <a:rPr sz="2950" spc="-248" dirty="0" smtClean="0">
                <a:latin typeface="Meiryo"/>
                <a:cs typeface="Meiryo"/>
              </a:rPr>
              <a:t> </a:t>
            </a:r>
            <a:r>
              <a:rPr sz="2800" spc="0" dirty="0" smtClean="0">
                <a:latin typeface="Arial"/>
                <a:cs typeface="Arial"/>
              </a:rPr>
              <a:t>é</a:t>
            </a:r>
            <a:r>
              <a:rPr sz="2800" spc="229" dirty="0" smtClean="0">
                <a:latin typeface="Arial"/>
                <a:cs typeface="Arial"/>
              </a:rPr>
              <a:t> </a:t>
            </a:r>
            <a:r>
              <a:rPr sz="2800" spc="0" dirty="0" smtClean="0">
                <a:latin typeface="Arial"/>
                <a:cs typeface="Arial"/>
              </a:rPr>
              <a:t>a</a:t>
            </a:r>
            <a:endParaRPr sz="280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2605413" y="4524545"/>
            <a:ext cx="2434530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0" dirty="0" smtClean="0">
                <a:latin typeface="Arial"/>
                <a:cs typeface="Arial"/>
              </a:rPr>
              <a:t>v</a:t>
            </a:r>
            <a:r>
              <a:rPr sz="2800" spc="255" dirty="0" smtClean="0">
                <a:latin typeface="Arial"/>
                <a:cs typeface="Arial"/>
              </a:rPr>
              <a:t> </a:t>
            </a:r>
            <a:r>
              <a:rPr sz="2800" spc="-9" dirty="0" smtClean="0">
                <a:latin typeface="Arial"/>
                <a:cs typeface="Arial"/>
              </a:rPr>
              <a:t>r</a:t>
            </a:r>
            <a:r>
              <a:rPr sz="2800" spc="4" dirty="0" smtClean="0">
                <a:latin typeface="Arial"/>
                <a:cs typeface="Arial"/>
              </a:rPr>
              <a:t>epresent</a:t>
            </a:r>
            <a:r>
              <a:rPr sz="2800" spc="0" dirty="0" smtClean="0">
                <a:latin typeface="Arial"/>
                <a:cs typeface="Arial"/>
              </a:rPr>
              <a:t>a</a:t>
            </a:r>
            <a:r>
              <a:rPr sz="2800" spc="136" dirty="0" smtClean="0">
                <a:latin typeface="Arial"/>
                <a:cs typeface="Arial"/>
              </a:rPr>
              <a:t> </a:t>
            </a:r>
            <a:r>
              <a:rPr sz="2800" spc="0" dirty="0" smtClean="0">
                <a:latin typeface="Arial"/>
                <a:cs typeface="Arial"/>
              </a:rPr>
              <a:t>a</a:t>
            </a:r>
            <a:endParaRPr sz="280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5081697" y="4524545"/>
            <a:ext cx="4497704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4" dirty="0" smtClean="0">
                <a:latin typeface="Arial"/>
                <a:cs typeface="Arial"/>
              </a:rPr>
              <a:t>ve</a:t>
            </a:r>
            <a:r>
              <a:rPr sz="2800" spc="0" dirty="0" smtClean="0">
                <a:latin typeface="Arial"/>
                <a:cs typeface="Arial"/>
              </a:rPr>
              <a:t>l</a:t>
            </a:r>
            <a:r>
              <a:rPr sz="2800" spc="4" dirty="0" smtClean="0">
                <a:latin typeface="Arial"/>
                <a:cs typeface="Arial"/>
              </a:rPr>
              <a:t>o</a:t>
            </a:r>
            <a:r>
              <a:rPr sz="2800" spc="-4" dirty="0" smtClean="0">
                <a:latin typeface="Arial"/>
                <a:cs typeface="Arial"/>
              </a:rPr>
              <a:t>c</a:t>
            </a:r>
            <a:r>
              <a:rPr sz="2800" spc="0" dirty="0" smtClean="0">
                <a:latin typeface="Arial"/>
                <a:cs typeface="Arial"/>
              </a:rPr>
              <a:t>i</a:t>
            </a:r>
            <a:r>
              <a:rPr sz="2800" spc="4" dirty="0" smtClean="0">
                <a:latin typeface="Arial"/>
                <a:cs typeface="Arial"/>
              </a:rPr>
              <a:t>dad</a:t>
            </a:r>
            <a:r>
              <a:rPr sz="2800" spc="0" dirty="0" smtClean="0">
                <a:latin typeface="Arial"/>
                <a:cs typeface="Arial"/>
              </a:rPr>
              <a:t>e</a:t>
            </a:r>
            <a:r>
              <a:rPr sz="2800" spc="146" dirty="0" smtClean="0">
                <a:latin typeface="Arial"/>
                <a:cs typeface="Arial"/>
              </a:rPr>
              <a:t> </a:t>
            </a:r>
            <a:r>
              <a:rPr sz="2800" spc="4" dirty="0" smtClean="0">
                <a:latin typeface="Arial"/>
                <a:cs typeface="Arial"/>
              </a:rPr>
              <a:t>d</a:t>
            </a:r>
            <a:r>
              <a:rPr sz="2800" spc="0" dirty="0" smtClean="0">
                <a:latin typeface="Arial"/>
                <a:cs typeface="Arial"/>
              </a:rPr>
              <a:t>o</a:t>
            </a:r>
            <a:r>
              <a:rPr sz="2800" spc="248" dirty="0" smtClean="0">
                <a:latin typeface="Arial"/>
                <a:cs typeface="Arial"/>
              </a:rPr>
              <a:t> </a:t>
            </a:r>
            <a:r>
              <a:rPr sz="2800" spc="4" dirty="0" smtClean="0">
                <a:latin typeface="Arial"/>
                <a:cs typeface="Arial"/>
              </a:rPr>
              <a:t>escoa</a:t>
            </a:r>
            <a:r>
              <a:rPr sz="2800" spc="0" dirty="0" smtClean="0">
                <a:latin typeface="Arial"/>
                <a:cs typeface="Arial"/>
              </a:rPr>
              <a:t>m</a:t>
            </a:r>
            <a:r>
              <a:rPr sz="2800" spc="14" dirty="0" smtClean="0">
                <a:latin typeface="Arial"/>
                <a:cs typeface="Arial"/>
              </a:rPr>
              <a:t>e</a:t>
            </a:r>
            <a:r>
              <a:rPr sz="2800" spc="4" dirty="0" smtClean="0">
                <a:latin typeface="Arial"/>
                <a:cs typeface="Arial"/>
              </a:rPr>
              <a:t>nto</a:t>
            </a:r>
            <a:r>
              <a:rPr sz="2800" spc="0" dirty="0" smtClean="0">
                <a:latin typeface="Arial"/>
                <a:cs typeface="Arial"/>
              </a:rPr>
              <a:t>,</a:t>
            </a:r>
            <a:endParaRPr sz="280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238384" y="4596270"/>
            <a:ext cx="277329" cy="2920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245"/>
              </a:lnSpc>
              <a:spcBef>
                <a:spcPts val="112"/>
              </a:spcBef>
            </a:pPr>
            <a:r>
              <a:rPr sz="2100" spc="291" dirty="0" smtClean="0">
                <a:solidFill>
                  <a:srgbClr val="65FF32"/>
                </a:solidFill>
                <a:latin typeface="Arial"/>
                <a:cs typeface="Arial"/>
              </a:rPr>
              <a:t>□</a:t>
            </a:r>
            <a:endParaRPr sz="2100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2561169" y="4894431"/>
            <a:ext cx="7021405" cy="40075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155"/>
              </a:lnSpc>
              <a:spcBef>
                <a:spcPts val="157"/>
              </a:spcBef>
            </a:pPr>
            <a:r>
              <a:rPr sz="2800" spc="4" dirty="0" smtClean="0">
                <a:latin typeface="Arial"/>
                <a:cs typeface="Arial"/>
              </a:rPr>
              <a:t>d</a:t>
            </a:r>
            <a:r>
              <a:rPr sz="2800" spc="-9" dirty="0" smtClean="0">
                <a:latin typeface="Arial"/>
                <a:cs typeface="Arial"/>
              </a:rPr>
              <a:t>e</a:t>
            </a:r>
            <a:r>
              <a:rPr sz="2800" spc="4" dirty="0" smtClean="0">
                <a:latin typeface="Arial"/>
                <a:cs typeface="Arial"/>
              </a:rPr>
              <a:t>ns</a:t>
            </a:r>
            <a:r>
              <a:rPr sz="2800" spc="0" dirty="0" smtClean="0">
                <a:latin typeface="Arial"/>
                <a:cs typeface="Arial"/>
              </a:rPr>
              <a:t>i</a:t>
            </a:r>
            <a:r>
              <a:rPr sz="2800" spc="4" dirty="0" smtClean="0">
                <a:latin typeface="Arial"/>
                <a:cs typeface="Arial"/>
              </a:rPr>
              <a:t>dad</a:t>
            </a:r>
            <a:r>
              <a:rPr sz="2800" spc="0" dirty="0" smtClean="0">
                <a:latin typeface="Arial"/>
                <a:cs typeface="Arial"/>
              </a:rPr>
              <a:t>e</a:t>
            </a:r>
            <a:r>
              <a:rPr sz="2800" spc="115" dirty="0" smtClean="0">
                <a:latin typeface="Arial"/>
                <a:cs typeface="Arial"/>
              </a:rPr>
              <a:t> </a:t>
            </a:r>
            <a:r>
              <a:rPr sz="2800" spc="4" dirty="0" smtClean="0">
                <a:latin typeface="Arial"/>
                <a:cs typeface="Arial"/>
              </a:rPr>
              <a:t>d</a:t>
            </a:r>
            <a:r>
              <a:rPr sz="2800" spc="0" dirty="0" smtClean="0">
                <a:latin typeface="Arial"/>
                <a:cs typeface="Arial"/>
              </a:rPr>
              <a:t>o</a:t>
            </a:r>
            <a:r>
              <a:rPr sz="2800" spc="228" dirty="0" smtClean="0">
                <a:latin typeface="Arial"/>
                <a:cs typeface="Arial"/>
              </a:rPr>
              <a:t> </a:t>
            </a:r>
            <a:r>
              <a:rPr sz="2800" spc="4" dirty="0" smtClean="0">
                <a:latin typeface="Arial"/>
                <a:cs typeface="Arial"/>
              </a:rPr>
              <a:t>ar</a:t>
            </a:r>
            <a:r>
              <a:rPr sz="2800" spc="0" dirty="0" smtClean="0">
                <a:latin typeface="Arial"/>
                <a:cs typeface="Arial"/>
              </a:rPr>
              <a:t>,</a:t>
            </a:r>
            <a:r>
              <a:rPr sz="2800" spc="227" dirty="0" smtClean="0">
                <a:latin typeface="Arial"/>
                <a:cs typeface="Arial"/>
              </a:rPr>
              <a:t> </a:t>
            </a:r>
            <a:r>
              <a:rPr sz="2950" spc="0" dirty="0" smtClean="0">
                <a:latin typeface="Meiryo"/>
                <a:cs typeface="Meiryo"/>
              </a:rPr>
              <a:t>µ</a:t>
            </a:r>
            <a:r>
              <a:rPr sz="2950" spc="-224" dirty="0" smtClean="0">
                <a:latin typeface="Meiryo"/>
                <a:cs typeface="Meiryo"/>
              </a:rPr>
              <a:t> </a:t>
            </a:r>
            <a:r>
              <a:rPr sz="2800" spc="0" dirty="0" smtClean="0">
                <a:latin typeface="Arial"/>
                <a:cs typeface="Arial"/>
              </a:rPr>
              <a:t>a</a:t>
            </a:r>
            <a:r>
              <a:rPr sz="2800" spc="244" dirty="0" smtClean="0">
                <a:latin typeface="Arial"/>
                <a:cs typeface="Arial"/>
              </a:rPr>
              <a:t> </a:t>
            </a:r>
            <a:r>
              <a:rPr sz="2800" spc="4" dirty="0" smtClean="0">
                <a:latin typeface="Arial"/>
                <a:cs typeface="Arial"/>
              </a:rPr>
              <a:t>v</a:t>
            </a:r>
            <a:r>
              <a:rPr sz="2800" spc="0" dirty="0" smtClean="0">
                <a:latin typeface="Arial"/>
                <a:cs typeface="Arial"/>
              </a:rPr>
              <a:t>i</a:t>
            </a:r>
            <a:r>
              <a:rPr sz="2800" spc="4" dirty="0" smtClean="0">
                <a:latin typeface="Arial"/>
                <a:cs typeface="Arial"/>
              </a:rPr>
              <a:t>scos</a:t>
            </a:r>
            <a:r>
              <a:rPr sz="2800" spc="-9" dirty="0" smtClean="0">
                <a:latin typeface="Arial"/>
                <a:cs typeface="Arial"/>
              </a:rPr>
              <a:t>i</a:t>
            </a:r>
            <a:r>
              <a:rPr sz="2800" spc="4" dirty="0" smtClean="0">
                <a:latin typeface="Arial"/>
                <a:cs typeface="Arial"/>
              </a:rPr>
              <a:t>dad</a:t>
            </a:r>
            <a:r>
              <a:rPr sz="2800" spc="0" dirty="0" smtClean="0">
                <a:latin typeface="Arial"/>
                <a:cs typeface="Arial"/>
              </a:rPr>
              <a:t>e</a:t>
            </a:r>
            <a:r>
              <a:rPr sz="2800" spc="113" dirty="0" smtClean="0">
                <a:latin typeface="Arial"/>
                <a:cs typeface="Arial"/>
              </a:rPr>
              <a:t> </a:t>
            </a:r>
            <a:r>
              <a:rPr sz="2800" spc="4" dirty="0" smtClean="0">
                <a:latin typeface="Arial"/>
                <a:cs typeface="Arial"/>
              </a:rPr>
              <a:t>d</a:t>
            </a:r>
            <a:r>
              <a:rPr sz="2800" spc="0" dirty="0" smtClean="0">
                <a:latin typeface="Arial"/>
                <a:cs typeface="Arial"/>
              </a:rPr>
              <a:t>i</a:t>
            </a:r>
            <a:r>
              <a:rPr sz="2800" spc="14" dirty="0" smtClean="0">
                <a:latin typeface="Arial"/>
                <a:cs typeface="Arial"/>
              </a:rPr>
              <a:t>n</a:t>
            </a:r>
            <a:r>
              <a:rPr sz="2800" spc="4" dirty="0" smtClean="0">
                <a:latin typeface="Arial"/>
                <a:cs typeface="Arial"/>
              </a:rPr>
              <a:t>â</a:t>
            </a:r>
            <a:r>
              <a:rPr sz="2800" spc="0" dirty="0" smtClean="0">
                <a:latin typeface="Arial"/>
                <a:cs typeface="Arial"/>
              </a:rPr>
              <a:t>mi</a:t>
            </a:r>
            <a:r>
              <a:rPr sz="2800" spc="4" dirty="0" smtClean="0">
                <a:latin typeface="Arial"/>
                <a:cs typeface="Arial"/>
              </a:rPr>
              <a:t>c</a:t>
            </a:r>
            <a:r>
              <a:rPr sz="2800" spc="0" dirty="0" smtClean="0">
                <a:latin typeface="Arial"/>
                <a:cs typeface="Arial"/>
              </a:rPr>
              <a:t>a</a:t>
            </a:r>
            <a:endParaRPr sz="2800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2843160" y="5288584"/>
            <a:ext cx="244533" cy="37287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885"/>
              </a:lnSpc>
              <a:spcBef>
                <a:spcPts val="144"/>
              </a:spcBef>
            </a:pPr>
            <a:r>
              <a:rPr sz="2700" spc="11" dirty="0" smtClean="0">
                <a:latin typeface="Times New Roman"/>
                <a:cs typeface="Times New Roman"/>
              </a:rPr>
              <a:t>c</a:t>
            </a:r>
            <a:endParaRPr sz="2700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1581300" y="5294165"/>
            <a:ext cx="1200259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4" dirty="0" smtClean="0">
                <a:latin typeface="Arial"/>
                <a:cs typeface="Arial"/>
              </a:rPr>
              <a:t>d</a:t>
            </a:r>
            <a:r>
              <a:rPr sz="2800" spc="0" dirty="0" smtClean="0">
                <a:latin typeface="Arial"/>
                <a:cs typeface="Arial"/>
              </a:rPr>
              <a:t>o</a:t>
            </a:r>
            <a:r>
              <a:rPr sz="2800" spc="-31" dirty="0" smtClean="0">
                <a:latin typeface="Arial"/>
                <a:cs typeface="Arial"/>
              </a:rPr>
              <a:t> </a:t>
            </a:r>
            <a:r>
              <a:rPr sz="2800" spc="4" dirty="0" smtClean="0">
                <a:latin typeface="Arial"/>
                <a:cs typeface="Arial"/>
              </a:rPr>
              <a:t>a</a:t>
            </a:r>
            <a:r>
              <a:rPr sz="2800" spc="0" dirty="0" smtClean="0">
                <a:latin typeface="Arial"/>
                <a:cs typeface="Arial"/>
              </a:rPr>
              <a:t>r</a:t>
            </a:r>
            <a:r>
              <a:rPr sz="2800" spc="-24" dirty="0" smtClean="0">
                <a:latin typeface="Arial"/>
                <a:cs typeface="Arial"/>
              </a:rPr>
              <a:t> </a:t>
            </a:r>
            <a:r>
              <a:rPr sz="2800" spc="0" dirty="0" smtClean="0">
                <a:latin typeface="Arial"/>
                <a:cs typeface="Arial"/>
              </a:rPr>
              <a:t>e</a:t>
            </a:r>
            <a:endParaRPr sz="2800">
              <a:latin typeface="Arial"/>
              <a:cs typeface="Aria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3183215" y="5294165"/>
            <a:ext cx="288957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0" dirty="0" smtClean="0">
                <a:latin typeface="Arial"/>
                <a:cs typeface="Arial"/>
              </a:rPr>
              <a:t>a</a:t>
            </a:r>
            <a:endParaRPr sz="2800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3579519" y="5294165"/>
            <a:ext cx="5756288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4" dirty="0" smtClean="0">
                <a:latin typeface="Arial"/>
                <a:cs typeface="Arial"/>
              </a:rPr>
              <a:t>cord</a:t>
            </a:r>
            <a:r>
              <a:rPr sz="2800" spc="0" dirty="0" smtClean="0">
                <a:latin typeface="Arial"/>
                <a:cs typeface="Arial"/>
              </a:rPr>
              <a:t>a</a:t>
            </a:r>
            <a:r>
              <a:rPr sz="2800" spc="-70" dirty="0" smtClean="0">
                <a:latin typeface="Arial"/>
                <a:cs typeface="Arial"/>
              </a:rPr>
              <a:t> </a:t>
            </a:r>
            <a:r>
              <a:rPr sz="2800" spc="0" dirty="0" smtClean="0">
                <a:latin typeface="Arial"/>
                <a:cs typeface="Arial"/>
              </a:rPr>
              <a:t>m</a:t>
            </a:r>
            <a:r>
              <a:rPr sz="2800" spc="4" dirty="0" smtClean="0">
                <a:latin typeface="Arial"/>
                <a:cs typeface="Arial"/>
              </a:rPr>
              <a:t>éd</a:t>
            </a:r>
            <a:r>
              <a:rPr sz="2800" spc="0" dirty="0" smtClean="0">
                <a:latin typeface="Arial"/>
                <a:cs typeface="Arial"/>
              </a:rPr>
              <a:t>ia</a:t>
            </a:r>
            <a:r>
              <a:rPr sz="2800" spc="-76" dirty="0" smtClean="0">
                <a:latin typeface="Arial"/>
                <a:cs typeface="Arial"/>
              </a:rPr>
              <a:t> </a:t>
            </a:r>
            <a:r>
              <a:rPr sz="2800" spc="4" dirty="0" smtClean="0">
                <a:latin typeface="Arial"/>
                <a:cs typeface="Arial"/>
              </a:rPr>
              <a:t>a</a:t>
            </a:r>
            <a:r>
              <a:rPr sz="2800" spc="14" dirty="0" smtClean="0">
                <a:latin typeface="Arial"/>
                <a:cs typeface="Arial"/>
              </a:rPr>
              <a:t>e</a:t>
            </a:r>
            <a:r>
              <a:rPr sz="2800" spc="4" dirty="0" smtClean="0">
                <a:latin typeface="Arial"/>
                <a:cs typeface="Arial"/>
              </a:rPr>
              <a:t>rod</a:t>
            </a:r>
            <a:r>
              <a:rPr sz="2800" spc="0" dirty="0" smtClean="0">
                <a:latin typeface="Arial"/>
                <a:cs typeface="Arial"/>
              </a:rPr>
              <a:t>i</a:t>
            </a:r>
            <a:r>
              <a:rPr sz="2800" spc="4" dirty="0" smtClean="0">
                <a:latin typeface="Arial"/>
                <a:cs typeface="Arial"/>
              </a:rPr>
              <a:t>n</a:t>
            </a:r>
            <a:r>
              <a:rPr sz="2800" spc="14" dirty="0" smtClean="0">
                <a:latin typeface="Arial"/>
                <a:cs typeface="Arial"/>
              </a:rPr>
              <a:t>â</a:t>
            </a:r>
            <a:r>
              <a:rPr sz="2800" spc="0" dirty="0" smtClean="0">
                <a:latin typeface="Arial"/>
                <a:cs typeface="Arial"/>
              </a:rPr>
              <a:t>mi</a:t>
            </a:r>
            <a:r>
              <a:rPr sz="2800" spc="14" dirty="0" smtClean="0">
                <a:latin typeface="Arial"/>
                <a:cs typeface="Arial"/>
              </a:rPr>
              <a:t>c</a:t>
            </a:r>
            <a:r>
              <a:rPr sz="2800" spc="0" dirty="0" smtClean="0">
                <a:latin typeface="Arial"/>
                <a:cs typeface="Arial"/>
              </a:rPr>
              <a:t>a</a:t>
            </a:r>
            <a:r>
              <a:rPr sz="2800" spc="-167" dirty="0" smtClean="0">
                <a:latin typeface="Arial"/>
                <a:cs typeface="Arial"/>
              </a:rPr>
              <a:t> </a:t>
            </a:r>
            <a:r>
              <a:rPr sz="2800" spc="4" dirty="0" smtClean="0">
                <a:latin typeface="Arial"/>
                <a:cs typeface="Arial"/>
              </a:rPr>
              <a:t>d</a:t>
            </a:r>
            <a:r>
              <a:rPr sz="2800" spc="0" dirty="0" smtClean="0">
                <a:latin typeface="Arial"/>
                <a:cs typeface="Arial"/>
              </a:rPr>
              <a:t>o</a:t>
            </a:r>
            <a:r>
              <a:rPr sz="2800" spc="-31" dirty="0" smtClean="0">
                <a:latin typeface="Arial"/>
                <a:cs typeface="Arial"/>
              </a:rPr>
              <a:t> </a:t>
            </a:r>
            <a:r>
              <a:rPr sz="2800" spc="4" dirty="0" smtClean="0">
                <a:latin typeface="Arial"/>
                <a:cs typeface="Arial"/>
              </a:rPr>
              <a:t>perf</a:t>
            </a:r>
            <a:r>
              <a:rPr sz="2800" spc="0" dirty="0" smtClean="0">
                <a:latin typeface="Arial"/>
                <a:cs typeface="Arial"/>
              </a:rPr>
              <a:t>il.</a:t>
            </a:r>
            <a:endParaRPr sz="2800">
              <a:latin typeface="Arial"/>
              <a:cs typeface="Aria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4769997" y="3706367"/>
            <a:ext cx="1236471" cy="61874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41156">
              <a:lnSpc>
                <a:spcPts val="3600"/>
              </a:lnSpc>
              <a:spcBef>
                <a:spcPts val="180"/>
              </a:spcBef>
              <a:tabLst>
                <a:tab pos="317500" algn="l"/>
              </a:tabLst>
            </a:pPr>
            <a:r>
              <a:rPr sz="2625" spc="0" baseline="1656" dirty="0" smtClean="0">
                <a:latin typeface="Times New Roman"/>
                <a:cs typeface="Times New Roman"/>
              </a:rPr>
              <a:t>R	</a:t>
            </a:r>
            <a:r>
              <a:rPr sz="1750" spc="-323" dirty="0" smtClean="0">
                <a:latin typeface="Meiryo"/>
                <a:cs typeface="Meiryo"/>
              </a:rPr>
              <a:t>=</a:t>
            </a:r>
            <a:r>
              <a:rPr sz="1750" spc="-107" dirty="0" smtClean="0">
                <a:latin typeface="Meiryo"/>
                <a:cs typeface="Meiryo"/>
              </a:rPr>
              <a:t> </a:t>
            </a:r>
            <a:r>
              <a:rPr sz="2775" spc="-578" baseline="22296" dirty="0" smtClean="0">
                <a:latin typeface="Meiryo"/>
                <a:cs typeface="Meiryo"/>
              </a:rPr>
              <a:t> </a:t>
            </a:r>
            <a:r>
              <a:rPr sz="2775" u="sng" spc="-257" baseline="22296" dirty="0" smtClean="0">
                <a:latin typeface="Meiryo"/>
                <a:cs typeface="Meiryo"/>
              </a:rPr>
              <a:t>ρ</a:t>
            </a:r>
            <a:r>
              <a:rPr sz="2775" u="sng" spc="-61" baseline="22296" dirty="0" smtClean="0">
                <a:latin typeface="Meiryo"/>
                <a:cs typeface="Meiryo"/>
              </a:rPr>
              <a:t> </a:t>
            </a:r>
            <a:r>
              <a:rPr sz="2625" u="sng" spc="-170" baseline="23570" dirty="0" smtClean="0">
                <a:latin typeface="Meiryo"/>
                <a:cs typeface="Meiryo"/>
              </a:rPr>
              <a:t>⋅</a:t>
            </a:r>
            <a:r>
              <a:rPr sz="2625" u="sng" spc="-285" baseline="23570" dirty="0" smtClean="0">
                <a:latin typeface="Meiryo"/>
                <a:cs typeface="Meiryo"/>
              </a:rPr>
              <a:t> </a:t>
            </a:r>
            <a:r>
              <a:rPr sz="2625" u="sng" spc="-96" baseline="39754" dirty="0" smtClean="0">
                <a:latin typeface="Times New Roman"/>
                <a:cs typeface="Times New Roman"/>
              </a:rPr>
              <a:t>v</a:t>
            </a:r>
            <a:r>
              <a:rPr sz="2625" u="sng" spc="-855" baseline="39754" dirty="0" smtClean="0">
                <a:latin typeface="Times New Roman"/>
                <a:cs typeface="Times New Roman"/>
              </a:rPr>
              <a:t> </a:t>
            </a:r>
            <a:r>
              <a:rPr sz="2625" u="sng" spc="-170" baseline="23570" dirty="0" smtClean="0">
                <a:latin typeface="Meiryo"/>
                <a:cs typeface="Meiryo"/>
              </a:rPr>
              <a:t>⋅</a:t>
            </a:r>
            <a:r>
              <a:rPr sz="2625" u="sng" spc="-295" baseline="23570" dirty="0" smtClean="0">
                <a:latin typeface="Meiryo"/>
                <a:cs typeface="Meiryo"/>
              </a:rPr>
              <a:t> </a:t>
            </a:r>
            <a:r>
              <a:rPr sz="2625" u="sng" spc="7" baseline="39754" dirty="0" smtClean="0">
                <a:latin typeface="Times New Roman"/>
                <a:cs typeface="Times New Roman"/>
              </a:rPr>
              <a:t>c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5833750" y="3638295"/>
            <a:ext cx="99059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54" name="object 54"/>
          <p:cNvSpPr txBox="1"/>
          <p:nvPr/>
        </p:nvSpPr>
        <p:spPr>
          <a:xfrm>
            <a:off x="5425178" y="3780026"/>
            <a:ext cx="59580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55" name="object 55"/>
          <p:cNvSpPr txBox="1"/>
          <p:nvPr/>
        </p:nvSpPr>
        <p:spPr>
          <a:xfrm>
            <a:off x="2877191" y="5224791"/>
            <a:ext cx="150882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12"/>
          <p:cNvSpPr txBox="1"/>
          <p:nvPr/>
        </p:nvSpPr>
        <p:spPr>
          <a:xfrm>
            <a:off x="1310017" y="1080307"/>
            <a:ext cx="2997178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-4" dirty="0" smtClean="0">
                <a:solidFill>
                  <a:srgbClr val="00CC65"/>
                </a:solidFill>
                <a:latin typeface="Arial"/>
                <a:cs typeface="Arial"/>
              </a:rPr>
              <a:t>F</a:t>
            </a:r>
            <a:r>
              <a:rPr sz="2800" spc="4" dirty="0" smtClean="0">
                <a:solidFill>
                  <a:srgbClr val="00CC65"/>
                </a:solidFill>
                <a:latin typeface="Arial"/>
                <a:cs typeface="Arial"/>
              </a:rPr>
              <a:t>l</a:t>
            </a:r>
            <a:r>
              <a:rPr sz="2800" spc="-4" dirty="0" smtClean="0">
                <a:solidFill>
                  <a:srgbClr val="00CC65"/>
                </a:solidFill>
                <a:latin typeface="Arial"/>
                <a:cs typeface="Arial"/>
              </a:rPr>
              <a:t>u</a:t>
            </a:r>
            <a:r>
              <a:rPr sz="2800" spc="14" dirty="0" smtClean="0">
                <a:solidFill>
                  <a:srgbClr val="00CC65"/>
                </a:solidFill>
                <a:latin typeface="Arial"/>
                <a:cs typeface="Arial"/>
              </a:rPr>
              <a:t>x</a:t>
            </a:r>
            <a:r>
              <a:rPr sz="2800" spc="0" dirty="0" smtClean="0">
                <a:solidFill>
                  <a:srgbClr val="00CC65"/>
                </a:solidFill>
                <a:latin typeface="Arial"/>
                <a:cs typeface="Arial"/>
              </a:rPr>
              <a:t>o</a:t>
            </a:r>
            <a:r>
              <a:rPr sz="2800" spc="572" dirty="0" smtClean="0">
                <a:solidFill>
                  <a:srgbClr val="00CC65"/>
                </a:solidFill>
                <a:latin typeface="Arial"/>
                <a:cs typeface="Arial"/>
              </a:rPr>
              <a:t> </a:t>
            </a:r>
            <a:r>
              <a:rPr sz="2800" spc="-7" dirty="0" smtClean="0">
                <a:solidFill>
                  <a:srgbClr val="00CC65"/>
                </a:solidFill>
                <a:latin typeface="Arial"/>
                <a:cs typeface="Arial"/>
              </a:rPr>
              <a:t>T</a:t>
            </a:r>
            <a:r>
              <a:rPr sz="2800" spc="150" dirty="0" smtClean="0">
                <a:solidFill>
                  <a:srgbClr val="00CC65"/>
                </a:solidFill>
                <a:latin typeface="Arial"/>
                <a:cs typeface="Arial"/>
              </a:rPr>
              <a:t>u</a:t>
            </a:r>
            <a:r>
              <a:rPr sz="2800" spc="154" dirty="0" smtClean="0">
                <a:solidFill>
                  <a:srgbClr val="00CC65"/>
                </a:solidFill>
                <a:latin typeface="Arial"/>
                <a:cs typeface="Arial"/>
              </a:rPr>
              <a:t>r</a:t>
            </a:r>
            <a:r>
              <a:rPr sz="2800" spc="135" dirty="0" smtClean="0">
                <a:solidFill>
                  <a:srgbClr val="00CC65"/>
                </a:solidFill>
                <a:latin typeface="Arial"/>
                <a:cs typeface="Arial"/>
              </a:rPr>
              <a:t>bu</a:t>
            </a:r>
            <a:r>
              <a:rPr sz="2800" spc="160" dirty="0" smtClean="0">
                <a:solidFill>
                  <a:srgbClr val="00CC65"/>
                </a:solidFill>
                <a:latin typeface="Arial"/>
                <a:cs typeface="Arial"/>
              </a:rPr>
              <a:t>l</a:t>
            </a:r>
            <a:r>
              <a:rPr sz="2800" spc="0" dirty="0" smtClean="0">
                <a:solidFill>
                  <a:srgbClr val="00CC65"/>
                </a:solidFill>
                <a:latin typeface="Arial"/>
                <a:cs typeface="Arial"/>
              </a:rPr>
              <a:t>e</a:t>
            </a:r>
            <a:r>
              <a:rPr sz="2800" spc="135" dirty="0" smtClean="0">
                <a:solidFill>
                  <a:srgbClr val="00CC65"/>
                </a:solidFill>
                <a:latin typeface="Arial"/>
                <a:cs typeface="Arial"/>
              </a:rPr>
              <a:t>n</a:t>
            </a:r>
            <a:r>
              <a:rPr sz="2800" spc="152" dirty="0" smtClean="0">
                <a:solidFill>
                  <a:srgbClr val="00CC65"/>
                </a:solidFill>
                <a:latin typeface="Arial"/>
                <a:cs typeface="Arial"/>
              </a:rPr>
              <a:t>t</a:t>
            </a:r>
            <a:r>
              <a:rPr sz="2800" spc="140" dirty="0" smtClean="0">
                <a:solidFill>
                  <a:srgbClr val="00CC65"/>
                </a:solidFill>
                <a:latin typeface="Arial"/>
                <a:cs typeface="Arial"/>
              </a:rPr>
              <a:t>o</a:t>
            </a:r>
            <a:endParaRPr sz="28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315916" y="1080307"/>
            <a:ext cx="4360983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4" dirty="0" smtClean="0">
                <a:solidFill>
                  <a:srgbClr val="00CC65"/>
                </a:solidFill>
                <a:latin typeface="Arial"/>
                <a:cs typeface="Arial"/>
              </a:rPr>
              <a:t>e</a:t>
            </a:r>
            <a:r>
              <a:rPr sz="2800" spc="0" dirty="0" smtClean="0">
                <a:solidFill>
                  <a:srgbClr val="00CC65"/>
                </a:solidFill>
                <a:latin typeface="Arial"/>
                <a:cs typeface="Arial"/>
              </a:rPr>
              <a:t>m</a:t>
            </a:r>
            <a:r>
              <a:rPr sz="2800" spc="124" dirty="0" smtClean="0">
                <a:solidFill>
                  <a:srgbClr val="00CC65"/>
                </a:solidFill>
                <a:latin typeface="Arial"/>
                <a:cs typeface="Arial"/>
              </a:rPr>
              <a:t> </a:t>
            </a:r>
            <a:r>
              <a:rPr sz="2800" spc="-4" dirty="0" smtClean="0">
                <a:solidFill>
                  <a:srgbClr val="00CC65"/>
                </a:solidFill>
                <a:latin typeface="Arial"/>
                <a:cs typeface="Arial"/>
              </a:rPr>
              <a:t>P</a:t>
            </a:r>
            <a:r>
              <a:rPr sz="2800" spc="4" dirty="0" smtClean="0">
                <a:solidFill>
                  <a:srgbClr val="00CC65"/>
                </a:solidFill>
                <a:latin typeface="Arial"/>
                <a:cs typeface="Arial"/>
              </a:rPr>
              <a:t>erfi</a:t>
            </a:r>
            <a:r>
              <a:rPr sz="2800" spc="0" dirty="0" smtClean="0">
                <a:solidFill>
                  <a:srgbClr val="00CC65"/>
                </a:solidFill>
                <a:latin typeface="Arial"/>
                <a:cs typeface="Arial"/>
              </a:rPr>
              <a:t>s</a:t>
            </a:r>
            <a:r>
              <a:rPr sz="2800" spc="572" dirty="0" smtClean="0">
                <a:solidFill>
                  <a:srgbClr val="00CC65"/>
                </a:solidFill>
                <a:latin typeface="Arial"/>
                <a:cs typeface="Arial"/>
              </a:rPr>
              <a:t> </a:t>
            </a:r>
            <a:r>
              <a:rPr sz="2800" spc="144" dirty="0" smtClean="0">
                <a:solidFill>
                  <a:srgbClr val="00CC65"/>
                </a:solidFill>
                <a:latin typeface="Arial"/>
                <a:cs typeface="Arial"/>
              </a:rPr>
              <a:t>A</a:t>
            </a:r>
            <a:r>
              <a:rPr sz="2800" spc="-10" dirty="0" smtClean="0">
                <a:solidFill>
                  <a:srgbClr val="00CC65"/>
                </a:solidFill>
                <a:latin typeface="Arial"/>
                <a:cs typeface="Arial"/>
              </a:rPr>
              <a:t>e</a:t>
            </a:r>
            <a:r>
              <a:rPr sz="2800" spc="154" dirty="0" smtClean="0">
                <a:solidFill>
                  <a:srgbClr val="00CC65"/>
                </a:solidFill>
                <a:latin typeface="Arial"/>
                <a:cs typeface="Arial"/>
              </a:rPr>
              <a:t>r</a:t>
            </a:r>
            <a:r>
              <a:rPr sz="2800" spc="150" dirty="0" smtClean="0">
                <a:solidFill>
                  <a:srgbClr val="00CC65"/>
                </a:solidFill>
                <a:latin typeface="Arial"/>
                <a:cs typeface="Arial"/>
              </a:rPr>
              <a:t>o</a:t>
            </a:r>
            <a:r>
              <a:rPr sz="2800" spc="135" dirty="0" smtClean="0">
                <a:solidFill>
                  <a:srgbClr val="00CC65"/>
                </a:solidFill>
                <a:latin typeface="Arial"/>
                <a:cs typeface="Arial"/>
              </a:rPr>
              <a:t>d</a:t>
            </a:r>
            <a:r>
              <a:rPr sz="2800" spc="160" dirty="0" smtClean="0">
                <a:solidFill>
                  <a:srgbClr val="00CC65"/>
                </a:solidFill>
                <a:latin typeface="Arial"/>
                <a:cs typeface="Arial"/>
              </a:rPr>
              <a:t>i</a:t>
            </a:r>
            <a:r>
              <a:rPr sz="2800" spc="135" dirty="0" smtClean="0">
                <a:solidFill>
                  <a:srgbClr val="00CC65"/>
                </a:solidFill>
                <a:latin typeface="Arial"/>
                <a:cs typeface="Arial"/>
              </a:rPr>
              <a:t>n</a:t>
            </a:r>
            <a:r>
              <a:rPr sz="2800" spc="-10" dirty="0" smtClean="0">
                <a:solidFill>
                  <a:srgbClr val="00CC65"/>
                </a:solidFill>
                <a:latin typeface="Arial"/>
                <a:cs typeface="Arial"/>
              </a:rPr>
              <a:t>â</a:t>
            </a:r>
            <a:r>
              <a:rPr sz="2800" spc="134" dirty="0" smtClean="0">
                <a:solidFill>
                  <a:srgbClr val="00CC65"/>
                </a:solidFill>
                <a:latin typeface="Arial"/>
                <a:cs typeface="Arial"/>
              </a:rPr>
              <a:t>m</a:t>
            </a:r>
            <a:r>
              <a:rPr sz="2800" spc="160" dirty="0" smtClean="0">
                <a:solidFill>
                  <a:srgbClr val="00CC65"/>
                </a:solidFill>
                <a:latin typeface="Arial"/>
                <a:cs typeface="Arial"/>
              </a:rPr>
              <a:t>i</a:t>
            </a:r>
            <a:r>
              <a:rPr sz="2800" spc="168" dirty="0" smtClean="0">
                <a:solidFill>
                  <a:srgbClr val="00CC65"/>
                </a:solidFill>
                <a:latin typeface="Arial"/>
                <a:cs typeface="Arial"/>
              </a:rPr>
              <a:t>c</a:t>
            </a:r>
            <a:r>
              <a:rPr sz="2800" spc="135" dirty="0" smtClean="0">
                <a:solidFill>
                  <a:srgbClr val="00CC65"/>
                </a:solidFill>
                <a:latin typeface="Arial"/>
                <a:cs typeface="Arial"/>
              </a:rPr>
              <a:t>o</a:t>
            </a:r>
            <a:r>
              <a:rPr sz="2800" spc="153" dirty="0" smtClean="0">
                <a:solidFill>
                  <a:srgbClr val="00CC65"/>
                </a:solidFill>
                <a:latin typeface="Arial"/>
                <a:cs typeface="Arial"/>
              </a:rPr>
              <a:t>s</a:t>
            </a:r>
            <a:endParaRPr sz="28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581111" y="1962702"/>
            <a:ext cx="328337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0" dirty="0" smtClean="0">
                <a:latin typeface="Arial"/>
                <a:cs typeface="Arial"/>
              </a:rPr>
              <a:t>A</a:t>
            </a:r>
            <a:endParaRPr sz="28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222948" y="1962702"/>
            <a:ext cx="2248483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4" dirty="0" smtClean="0">
                <a:latin typeface="Arial"/>
                <a:cs typeface="Arial"/>
              </a:rPr>
              <a:t>deter</a:t>
            </a:r>
            <a:r>
              <a:rPr sz="2800" spc="0" dirty="0" smtClean="0">
                <a:latin typeface="Arial"/>
                <a:cs typeface="Arial"/>
              </a:rPr>
              <a:t>mi</a:t>
            </a:r>
            <a:r>
              <a:rPr sz="2800" spc="4" dirty="0" smtClean="0">
                <a:latin typeface="Arial"/>
                <a:cs typeface="Arial"/>
              </a:rPr>
              <a:t>naçã</a:t>
            </a:r>
            <a:r>
              <a:rPr sz="2800" spc="0" dirty="0" smtClean="0">
                <a:latin typeface="Arial"/>
                <a:cs typeface="Arial"/>
              </a:rPr>
              <a:t>o</a:t>
            </a:r>
            <a:endParaRPr sz="28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787505" y="1962702"/>
            <a:ext cx="487022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4" dirty="0" smtClean="0">
                <a:latin typeface="Arial"/>
                <a:cs typeface="Arial"/>
              </a:rPr>
              <a:t>d</a:t>
            </a:r>
            <a:r>
              <a:rPr sz="2800" spc="0" dirty="0" smtClean="0">
                <a:latin typeface="Arial"/>
                <a:cs typeface="Arial"/>
              </a:rPr>
              <a:t>o</a:t>
            </a:r>
            <a:endParaRPr sz="28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589077" y="1962702"/>
            <a:ext cx="1299197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4" dirty="0" smtClean="0">
                <a:latin typeface="Arial"/>
                <a:cs typeface="Arial"/>
              </a:rPr>
              <a:t>nú</a:t>
            </a:r>
            <a:r>
              <a:rPr sz="2800" spc="0" dirty="0" smtClean="0">
                <a:latin typeface="Arial"/>
                <a:cs typeface="Arial"/>
              </a:rPr>
              <a:t>m</a:t>
            </a:r>
            <a:r>
              <a:rPr sz="2800" spc="4" dirty="0" smtClean="0">
                <a:latin typeface="Arial"/>
                <a:cs typeface="Arial"/>
              </a:rPr>
              <a:t>e</a:t>
            </a:r>
            <a:r>
              <a:rPr sz="2800" spc="14" dirty="0" smtClean="0">
                <a:latin typeface="Arial"/>
                <a:cs typeface="Arial"/>
              </a:rPr>
              <a:t>r</a:t>
            </a:r>
            <a:r>
              <a:rPr sz="2800" spc="0" dirty="0" smtClean="0">
                <a:latin typeface="Arial"/>
                <a:cs typeface="Arial"/>
              </a:rPr>
              <a:t>o</a:t>
            </a:r>
            <a:endParaRPr sz="28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202824" y="1962702"/>
            <a:ext cx="487022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4" dirty="0" smtClean="0">
                <a:latin typeface="Arial"/>
                <a:cs typeface="Arial"/>
              </a:rPr>
              <a:t>d</a:t>
            </a:r>
            <a:r>
              <a:rPr sz="2800" spc="0" dirty="0" smtClean="0">
                <a:latin typeface="Arial"/>
                <a:cs typeface="Arial"/>
              </a:rPr>
              <a:t>e</a:t>
            </a:r>
            <a:endParaRPr sz="28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002873" y="1962702"/>
            <a:ext cx="1576257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-4" dirty="0" smtClean="0">
                <a:latin typeface="Arial"/>
                <a:cs typeface="Arial"/>
              </a:rPr>
              <a:t>R</a:t>
            </a:r>
            <a:r>
              <a:rPr sz="2800" spc="4" dirty="0" smtClean="0">
                <a:latin typeface="Arial"/>
                <a:cs typeface="Arial"/>
              </a:rPr>
              <a:t>e</a:t>
            </a:r>
            <a:r>
              <a:rPr sz="2800" spc="14" dirty="0" smtClean="0">
                <a:latin typeface="Arial"/>
                <a:cs typeface="Arial"/>
              </a:rPr>
              <a:t>y</a:t>
            </a:r>
            <a:r>
              <a:rPr sz="2800" spc="4" dirty="0" smtClean="0">
                <a:latin typeface="Arial"/>
                <a:cs typeface="Arial"/>
              </a:rPr>
              <a:t>no</a:t>
            </a:r>
            <a:r>
              <a:rPr sz="2800" spc="0" dirty="0" smtClean="0">
                <a:latin typeface="Arial"/>
                <a:cs typeface="Arial"/>
              </a:rPr>
              <a:t>l</a:t>
            </a:r>
            <a:r>
              <a:rPr sz="2800" spc="4" dirty="0" smtClean="0">
                <a:latin typeface="Arial"/>
                <a:cs typeface="Arial"/>
              </a:rPr>
              <a:t>d</a:t>
            </a:r>
            <a:r>
              <a:rPr sz="2800" spc="0" dirty="0" smtClean="0">
                <a:latin typeface="Arial"/>
                <a:cs typeface="Arial"/>
              </a:rPr>
              <a:t>s</a:t>
            </a:r>
            <a:endParaRPr sz="28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238384" y="2034427"/>
            <a:ext cx="277329" cy="2920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245"/>
              </a:lnSpc>
              <a:spcBef>
                <a:spcPts val="112"/>
              </a:spcBef>
            </a:pPr>
            <a:r>
              <a:rPr sz="2100" spc="291" dirty="0" smtClean="0">
                <a:solidFill>
                  <a:srgbClr val="65FF32"/>
                </a:solidFill>
                <a:latin typeface="Arial"/>
                <a:cs typeface="Arial"/>
              </a:rPr>
              <a:t>□</a:t>
            </a:r>
            <a:endParaRPr sz="21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581284" y="2346750"/>
            <a:ext cx="2546554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  <a:tabLst>
                <a:tab pos="1968500" algn="l"/>
              </a:tabLst>
            </a:pPr>
            <a:r>
              <a:rPr sz="2800" spc="4" dirty="0" smtClean="0">
                <a:latin typeface="Arial"/>
                <a:cs typeface="Arial"/>
              </a:rPr>
              <a:t>represen</a:t>
            </a:r>
            <a:r>
              <a:rPr sz="2800" spc="14" dirty="0" smtClean="0">
                <a:latin typeface="Arial"/>
                <a:cs typeface="Arial"/>
              </a:rPr>
              <a:t>t</a:t>
            </a:r>
            <a:r>
              <a:rPr sz="2800" spc="0" dirty="0" smtClean="0">
                <a:latin typeface="Arial"/>
                <a:cs typeface="Arial"/>
              </a:rPr>
              <a:t>a	</a:t>
            </a:r>
            <a:r>
              <a:rPr sz="2800" spc="4" dirty="0" smtClean="0">
                <a:latin typeface="Arial"/>
                <a:cs typeface="Arial"/>
              </a:rPr>
              <a:t>u</a:t>
            </a:r>
            <a:r>
              <a:rPr sz="2800" spc="0" dirty="0" smtClean="0">
                <a:latin typeface="Arial"/>
                <a:cs typeface="Arial"/>
              </a:rPr>
              <a:t>m</a:t>
            </a:r>
            <a:endParaRPr sz="28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292261" y="2346750"/>
            <a:ext cx="804045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4" dirty="0" smtClean="0">
                <a:latin typeface="Arial"/>
                <a:cs typeface="Arial"/>
              </a:rPr>
              <a:t>fato</a:t>
            </a:r>
            <a:r>
              <a:rPr sz="2800" spc="0" dirty="0" smtClean="0">
                <a:latin typeface="Arial"/>
                <a:cs typeface="Arial"/>
              </a:rPr>
              <a:t>r</a:t>
            </a:r>
            <a:endParaRPr sz="28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260064" y="2346750"/>
            <a:ext cx="2899345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  <a:tabLst>
                <a:tab pos="1130300" algn="l"/>
              </a:tabLst>
            </a:pPr>
            <a:r>
              <a:rPr sz="2800" spc="0" dirty="0" smtClean="0">
                <a:latin typeface="Arial"/>
                <a:cs typeface="Arial"/>
              </a:rPr>
              <a:t>m</a:t>
            </a:r>
            <a:r>
              <a:rPr sz="2800" spc="4" dirty="0" smtClean="0">
                <a:latin typeface="Arial"/>
                <a:cs typeface="Arial"/>
              </a:rPr>
              <a:t>u</a:t>
            </a:r>
            <a:r>
              <a:rPr sz="2800" spc="0" dirty="0" smtClean="0">
                <a:latin typeface="Arial"/>
                <a:cs typeface="Arial"/>
              </a:rPr>
              <a:t>i</a:t>
            </a:r>
            <a:r>
              <a:rPr sz="2800" spc="4" dirty="0" smtClean="0">
                <a:latin typeface="Arial"/>
                <a:cs typeface="Arial"/>
              </a:rPr>
              <a:t>t</a:t>
            </a:r>
            <a:r>
              <a:rPr sz="2800" spc="0" dirty="0" smtClean="0">
                <a:latin typeface="Arial"/>
                <a:cs typeface="Arial"/>
              </a:rPr>
              <a:t>o	im</a:t>
            </a:r>
            <a:r>
              <a:rPr sz="2800" spc="4" dirty="0" smtClean="0">
                <a:latin typeface="Arial"/>
                <a:cs typeface="Arial"/>
              </a:rPr>
              <a:t>port</a:t>
            </a:r>
            <a:r>
              <a:rPr sz="2800" spc="14" dirty="0" smtClean="0">
                <a:latin typeface="Arial"/>
                <a:cs typeface="Arial"/>
              </a:rPr>
              <a:t>a</a:t>
            </a:r>
            <a:r>
              <a:rPr sz="2800" spc="4" dirty="0" smtClean="0">
                <a:latin typeface="Arial"/>
                <a:cs typeface="Arial"/>
              </a:rPr>
              <a:t>nt</a:t>
            </a:r>
            <a:r>
              <a:rPr sz="2800" spc="0" dirty="0" smtClean="0">
                <a:latin typeface="Arial"/>
                <a:cs typeface="Arial"/>
              </a:rPr>
              <a:t>e</a:t>
            </a:r>
            <a:endParaRPr sz="28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323084" y="2346750"/>
            <a:ext cx="803956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4" dirty="0" smtClean="0">
                <a:latin typeface="Arial"/>
                <a:cs typeface="Arial"/>
              </a:rPr>
              <a:t>par</a:t>
            </a:r>
            <a:r>
              <a:rPr sz="2800" spc="0" dirty="0" smtClean="0">
                <a:latin typeface="Arial"/>
                <a:cs typeface="Arial"/>
              </a:rPr>
              <a:t>a</a:t>
            </a:r>
            <a:endParaRPr sz="28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9290714" y="2346750"/>
            <a:ext cx="288957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0" dirty="0" smtClean="0">
                <a:latin typeface="Arial"/>
                <a:cs typeface="Arial"/>
              </a:rPr>
              <a:t>a</a:t>
            </a:r>
            <a:endParaRPr sz="28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581284" y="2730798"/>
            <a:ext cx="1318955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4" dirty="0" smtClean="0">
                <a:latin typeface="Arial"/>
                <a:cs typeface="Arial"/>
              </a:rPr>
              <a:t>esco</a:t>
            </a:r>
            <a:r>
              <a:rPr sz="2800" spc="0" dirty="0" smtClean="0">
                <a:latin typeface="Arial"/>
                <a:cs typeface="Arial"/>
              </a:rPr>
              <a:t>l</a:t>
            </a:r>
            <a:r>
              <a:rPr sz="2800" spc="4" dirty="0" smtClean="0">
                <a:latin typeface="Arial"/>
                <a:cs typeface="Arial"/>
              </a:rPr>
              <a:t>h</a:t>
            </a:r>
            <a:r>
              <a:rPr sz="2800" spc="0" dirty="0" smtClean="0">
                <a:latin typeface="Arial"/>
                <a:cs typeface="Arial"/>
              </a:rPr>
              <a:t>a</a:t>
            </a:r>
            <a:endParaRPr sz="28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989238" y="2730798"/>
            <a:ext cx="288957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0" dirty="0" smtClean="0">
                <a:latin typeface="Arial"/>
                <a:cs typeface="Arial"/>
              </a:rPr>
              <a:t>e</a:t>
            </a:r>
            <a:endParaRPr sz="28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367194" y="2730798"/>
            <a:ext cx="2987295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  <a:tabLst>
                <a:tab pos="1320800" algn="l"/>
              </a:tabLst>
            </a:pPr>
            <a:r>
              <a:rPr sz="2800" spc="4" dirty="0" smtClean="0">
                <a:latin typeface="Arial"/>
                <a:cs typeface="Arial"/>
              </a:rPr>
              <a:t>aná</a:t>
            </a:r>
            <a:r>
              <a:rPr sz="2800" spc="0" dirty="0" smtClean="0">
                <a:latin typeface="Arial"/>
                <a:cs typeface="Arial"/>
              </a:rPr>
              <a:t>li</a:t>
            </a:r>
            <a:r>
              <a:rPr sz="2800" spc="4" dirty="0" smtClean="0">
                <a:latin typeface="Arial"/>
                <a:cs typeface="Arial"/>
              </a:rPr>
              <a:t>s</a:t>
            </a:r>
            <a:r>
              <a:rPr sz="2800" spc="0" dirty="0" smtClean="0">
                <a:latin typeface="Arial"/>
                <a:cs typeface="Arial"/>
              </a:rPr>
              <a:t>e	</a:t>
            </a:r>
            <a:r>
              <a:rPr sz="2800" spc="4" dirty="0" smtClean="0">
                <a:latin typeface="Arial"/>
                <a:cs typeface="Arial"/>
              </a:rPr>
              <a:t>adequ</a:t>
            </a:r>
            <a:r>
              <a:rPr sz="2800" spc="14" dirty="0" smtClean="0">
                <a:latin typeface="Arial"/>
                <a:cs typeface="Arial"/>
              </a:rPr>
              <a:t>a</a:t>
            </a:r>
            <a:r>
              <a:rPr sz="2800" spc="4" dirty="0" smtClean="0">
                <a:latin typeface="Arial"/>
                <a:cs typeface="Arial"/>
              </a:rPr>
              <a:t>d</a:t>
            </a:r>
            <a:r>
              <a:rPr sz="2800" spc="0" dirty="0" smtClean="0">
                <a:latin typeface="Arial"/>
                <a:cs typeface="Arial"/>
              </a:rPr>
              <a:t>a</a:t>
            </a:r>
            <a:endParaRPr sz="28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441964" y="2730798"/>
            <a:ext cx="665137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4" dirty="0" smtClean="0">
                <a:latin typeface="Arial"/>
                <a:cs typeface="Arial"/>
              </a:rPr>
              <a:t>da</a:t>
            </a:r>
            <a:r>
              <a:rPr sz="2800" spc="0" dirty="0" smtClean="0">
                <a:latin typeface="Arial"/>
                <a:cs typeface="Arial"/>
              </a:rPr>
              <a:t>s</a:t>
            </a:r>
            <a:endParaRPr sz="28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7194769" y="2730798"/>
            <a:ext cx="2385732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-4" dirty="0" smtClean="0">
                <a:latin typeface="Arial"/>
                <a:cs typeface="Arial"/>
              </a:rPr>
              <a:t>c</a:t>
            </a:r>
            <a:r>
              <a:rPr sz="2800" spc="4" dirty="0" smtClean="0">
                <a:latin typeface="Arial"/>
                <a:cs typeface="Arial"/>
              </a:rPr>
              <a:t>aracterís</a:t>
            </a:r>
            <a:r>
              <a:rPr sz="2800" spc="-9" dirty="0" smtClean="0">
                <a:latin typeface="Arial"/>
                <a:cs typeface="Arial"/>
              </a:rPr>
              <a:t>t</a:t>
            </a:r>
            <a:r>
              <a:rPr sz="2800" spc="0" dirty="0" smtClean="0">
                <a:latin typeface="Arial"/>
                <a:cs typeface="Arial"/>
              </a:rPr>
              <a:t>i</a:t>
            </a:r>
            <a:r>
              <a:rPr sz="2800" spc="4" dirty="0" smtClean="0">
                <a:latin typeface="Arial"/>
                <a:cs typeface="Arial"/>
              </a:rPr>
              <a:t>ca</a:t>
            </a:r>
            <a:r>
              <a:rPr sz="2800" spc="0" dirty="0" smtClean="0">
                <a:latin typeface="Arial"/>
                <a:cs typeface="Arial"/>
              </a:rPr>
              <a:t>s</a:t>
            </a:r>
            <a:endParaRPr sz="28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581284" y="3114846"/>
            <a:ext cx="7997748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4" dirty="0" smtClean="0">
                <a:latin typeface="Arial"/>
                <a:cs typeface="Arial"/>
              </a:rPr>
              <a:t>aerod</a:t>
            </a:r>
            <a:r>
              <a:rPr sz="2800" spc="0" dirty="0" smtClean="0">
                <a:latin typeface="Arial"/>
                <a:cs typeface="Arial"/>
              </a:rPr>
              <a:t>i</a:t>
            </a:r>
            <a:r>
              <a:rPr sz="2800" spc="4" dirty="0" smtClean="0">
                <a:latin typeface="Arial"/>
                <a:cs typeface="Arial"/>
              </a:rPr>
              <a:t>n</a:t>
            </a:r>
            <a:r>
              <a:rPr sz="2800" spc="14" dirty="0" smtClean="0">
                <a:latin typeface="Arial"/>
                <a:cs typeface="Arial"/>
              </a:rPr>
              <a:t>â</a:t>
            </a:r>
            <a:r>
              <a:rPr sz="2800" spc="0" dirty="0" smtClean="0">
                <a:latin typeface="Arial"/>
                <a:cs typeface="Arial"/>
              </a:rPr>
              <a:t>mi</a:t>
            </a:r>
            <a:r>
              <a:rPr sz="2800" spc="4" dirty="0" smtClean="0">
                <a:latin typeface="Arial"/>
                <a:cs typeface="Arial"/>
              </a:rPr>
              <a:t>ca</a:t>
            </a:r>
            <a:r>
              <a:rPr sz="2800" spc="0" dirty="0" smtClean="0">
                <a:latin typeface="Arial"/>
                <a:cs typeface="Arial"/>
              </a:rPr>
              <a:t>s</a:t>
            </a:r>
            <a:r>
              <a:rPr sz="2800" spc="137" dirty="0" smtClean="0">
                <a:latin typeface="Arial"/>
                <a:cs typeface="Arial"/>
              </a:rPr>
              <a:t> </a:t>
            </a:r>
            <a:r>
              <a:rPr sz="2800" spc="4" dirty="0" smtClean="0">
                <a:latin typeface="Arial"/>
                <a:cs typeface="Arial"/>
              </a:rPr>
              <a:t>d</a:t>
            </a:r>
            <a:r>
              <a:rPr sz="2800" spc="0" dirty="0" smtClean="0">
                <a:latin typeface="Arial"/>
                <a:cs typeface="Arial"/>
              </a:rPr>
              <a:t>e</a:t>
            </a:r>
            <a:r>
              <a:rPr sz="2800" spc="288" dirty="0" smtClean="0">
                <a:latin typeface="Arial"/>
                <a:cs typeface="Arial"/>
              </a:rPr>
              <a:t> </a:t>
            </a:r>
            <a:r>
              <a:rPr sz="2800" spc="4" dirty="0" smtClean="0">
                <a:latin typeface="Arial"/>
                <a:cs typeface="Arial"/>
              </a:rPr>
              <a:t>u</a:t>
            </a:r>
            <a:r>
              <a:rPr sz="2800" spc="0" dirty="0" smtClean="0">
                <a:latin typeface="Arial"/>
                <a:cs typeface="Arial"/>
              </a:rPr>
              <a:t>m</a:t>
            </a:r>
            <a:r>
              <a:rPr sz="2800" spc="270" dirty="0" smtClean="0">
                <a:latin typeface="Arial"/>
                <a:cs typeface="Arial"/>
              </a:rPr>
              <a:t> </a:t>
            </a:r>
            <a:r>
              <a:rPr sz="2800" spc="4" dirty="0" smtClean="0">
                <a:latin typeface="Arial"/>
                <a:cs typeface="Arial"/>
              </a:rPr>
              <a:t>perf</a:t>
            </a:r>
            <a:r>
              <a:rPr sz="2800" spc="0" dirty="0" smtClean="0">
                <a:latin typeface="Arial"/>
                <a:cs typeface="Arial"/>
              </a:rPr>
              <a:t>il</a:t>
            </a:r>
            <a:r>
              <a:rPr sz="2800" spc="269" dirty="0" smtClean="0">
                <a:latin typeface="Arial"/>
                <a:cs typeface="Arial"/>
              </a:rPr>
              <a:t> </a:t>
            </a:r>
            <a:r>
              <a:rPr sz="2800" spc="4" dirty="0" smtClean="0">
                <a:latin typeface="Arial"/>
                <a:cs typeface="Arial"/>
              </a:rPr>
              <a:t>aerod</a:t>
            </a:r>
            <a:r>
              <a:rPr sz="2800" spc="0" dirty="0" smtClean="0">
                <a:latin typeface="Arial"/>
                <a:cs typeface="Arial"/>
              </a:rPr>
              <a:t>i</a:t>
            </a:r>
            <a:r>
              <a:rPr sz="2800" spc="4" dirty="0" smtClean="0">
                <a:latin typeface="Arial"/>
                <a:cs typeface="Arial"/>
              </a:rPr>
              <a:t>n</a:t>
            </a:r>
            <a:r>
              <a:rPr sz="2800" spc="14" dirty="0" smtClean="0">
                <a:latin typeface="Arial"/>
                <a:cs typeface="Arial"/>
              </a:rPr>
              <a:t>â</a:t>
            </a:r>
            <a:r>
              <a:rPr sz="2800" spc="0" dirty="0" smtClean="0">
                <a:latin typeface="Arial"/>
                <a:cs typeface="Arial"/>
              </a:rPr>
              <a:t>mi</a:t>
            </a:r>
            <a:r>
              <a:rPr sz="2800" spc="4" dirty="0" smtClean="0">
                <a:latin typeface="Arial"/>
                <a:cs typeface="Arial"/>
              </a:rPr>
              <a:t>co</a:t>
            </a:r>
            <a:r>
              <a:rPr sz="2800" spc="0" dirty="0" smtClean="0">
                <a:latin typeface="Arial"/>
                <a:cs typeface="Arial"/>
              </a:rPr>
              <a:t>,</a:t>
            </a:r>
            <a:r>
              <a:rPr sz="2800" spc="154" dirty="0" smtClean="0">
                <a:latin typeface="Arial"/>
                <a:cs typeface="Arial"/>
              </a:rPr>
              <a:t> </a:t>
            </a:r>
            <a:r>
              <a:rPr sz="2800" spc="4" dirty="0" smtClean="0">
                <a:latin typeface="Arial"/>
                <a:cs typeface="Arial"/>
              </a:rPr>
              <a:t>po</a:t>
            </a:r>
            <a:r>
              <a:rPr sz="2800" spc="0" dirty="0" smtClean="0">
                <a:latin typeface="Arial"/>
                <a:cs typeface="Arial"/>
              </a:rPr>
              <a:t>is</a:t>
            </a:r>
            <a:r>
              <a:rPr sz="2800" spc="278" dirty="0" smtClean="0">
                <a:latin typeface="Arial"/>
                <a:cs typeface="Arial"/>
              </a:rPr>
              <a:t> </a:t>
            </a:r>
            <a:r>
              <a:rPr sz="2800" spc="0" dirty="0" smtClean="0">
                <a:latin typeface="Arial"/>
                <a:cs typeface="Arial"/>
              </a:rPr>
              <a:t>a</a:t>
            </a:r>
            <a:endParaRPr sz="28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581284" y="3500418"/>
            <a:ext cx="1576450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4" dirty="0" smtClean="0">
                <a:latin typeface="Arial"/>
                <a:cs typeface="Arial"/>
              </a:rPr>
              <a:t>ef</a:t>
            </a:r>
            <a:r>
              <a:rPr sz="2800" spc="0" dirty="0" smtClean="0">
                <a:latin typeface="Arial"/>
                <a:cs typeface="Arial"/>
              </a:rPr>
              <a:t>i</a:t>
            </a:r>
            <a:r>
              <a:rPr sz="2800" spc="4" dirty="0" smtClean="0">
                <a:latin typeface="Arial"/>
                <a:cs typeface="Arial"/>
              </a:rPr>
              <a:t>c</a:t>
            </a:r>
            <a:r>
              <a:rPr sz="2800" spc="0" dirty="0" smtClean="0">
                <a:latin typeface="Arial"/>
                <a:cs typeface="Arial"/>
              </a:rPr>
              <a:t>i</a:t>
            </a:r>
            <a:r>
              <a:rPr sz="2800" spc="4" dirty="0" smtClean="0">
                <a:latin typeface="Arial"/>
                <a:cs typeface="Arial"/>
              </a:rPr>
              <a:t>ênc</a:t>
            </a:r>
            <a:r>
              <a:rPr sz="2800" spc="0" dirty="0" smtClean="0">
                <a:latin typeface="Arial"/>
                <a:cs typeface="Arial"/>
              </a:rPr>
              <a:t>ia</a:t>
            </a:r>
            <a:endParaRPr sz="280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3254353" y="3500418"/>
            <a:ext cx="487022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4" dirty="0" smtClean="0">
                <a:latin typeface="Arial"/>
                <a:cs typeface="Arial"/>
              </a:rPr>
              <a:t>d</a:t>
            </a:r>
            <a:r>
              <a:rPr sz="2800" spc="0" dirty="0" smtClean="0">
                <a:latin typeface="Arial"/>
                <a:cs typeface="Arial"/>
              </a:rPr>
              <a:t>e</a:t>
            </a:r>
            <a:endParaRPr sz="280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3837994" y="3500418"/>
            <a:ext cx="585385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4" dirty="0" smtClean="0">
                <a:latin typeface="Arial"/>
                <a:cs typeface="Arial"/>
              </a:rPr>
              <a:t>u</a:t>
            </a:r>
            <a:r>
              <a:rPr sz="2800" spc="0" dirty="0" smtClean="0">
                <a:latin typeface="Arial"/>
                <a:cs typeface="Arial"/>
              </a:rPr>
              <a:t>m</a:t>
            </a:r>
            <a:endParaRPr sz="280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4520746" y="3500418"/>
            <a:ext cx="863602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4" dirty="0" smtClean="0">
                <a:latin typeface="Arial"/>
                <a:cs typeface="Arial"/>
              </a:rPr>
              <a:t>perf</a:t>
            </a:r>
            <a:r>
              <a:rPr sz="2800" spc="0" dirty="0" smtClean="0">
                <a:latin typeface="Arial"/>
                <a:cs typeface="Arial"/>
              </a:rPr>
              <a:t>il</a:t>
            </a:r>
            <a:endParaRPr sz="280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5480751" y="3500418"/>
            <a:ext cx="585385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4" dirty="0" smtClean="0">
                <a:latin typeface="Arial"/>
                <a:cs typeface="Arial"/>
              </a:rPr>
              <a:t>e</a:t>
            </a:r>
            <a:r>
              <a:rPr sz="2800" spc="0" dirty="0" smtClean="0">
                <a:latin typeface="Arial"/>
                <a:cs typeface="Arial"/>
              </a:rPr>
              <a:t>m</a:t>
            </a:r>
            <a:endParaRPr sz="2800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6163503" y="3500418"/>
            <a:ext cx="922741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4" dirty="0" smtClean="0">
                <a:latin typeface="Arial"/>
                <a:cs typeface="Arial"/>
              </a:rPr>
              <a:t>gera</a:t>
            </a:r>
            <a:r>
              <a:rPr sz="2800" spc="0" dirty="0" smtClean="0">
                <a:latin typeface="Arial"/>
                <a:cs typeface="Arial"/>
              </a:rPr>
              <a:t>r</a:t>
            </a:r>
            <a:endParaRPr sz="2800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7182948" y="3500418"/>
            <a:ext cx="2012443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4" dirty="0" smtClean="0">
                <a:latin typeface="Arial"/>
                <a:cs typeface="Arial"/>
              </a:rPr>
              <a:t>sustentaçã</a:t>
            </a:r>
            <a:r>
              <a:rPr sz="2800" spc="0" dirty="0" smtClean="0">
                <a:latin typeface="Arial"/>
                <a:cs typeface="Arial"/>
              </a:rPr>
              <a:t>o</a:t>
            </a:r>
            <a:endParaRPr sz="2800">
              <a:latin typeface="Arial"/>
              <a:cs typeface="Aria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9290487" y="3500418"/>
            <a:ext cx="288957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0" dirty="0" smtClean="0">
                <a:latin typeface="Arial"/>
                <a:cs typeface="Arial"/>
              </a:rPr>
              <a:t>e</a:t>
            </a:r>
            <a:endParaRPr sz="2800">
              <a:latin typeface="Arial"/>
              <a:cs typeface="Aria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581284" y="3884465"/>
            <a:ext cx="6096137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4" dirty="0" smtClean="0">
                <a:latin typeface="Arial"/>
                <a:cs typeface="Arial"/>
              </a:rPr>
              <a:t>arrast</a:t>
            </a:r>
            <a:r>
              <a:rPr sz="2800" spc="0" dirty="0" smtClean="0">
                <a:latin typeface="Arial"/>
                <a:cs typeface="Arial"/>
              </a:rPr>
              <a:t>o</a:t>
            </a:r>
            <a:r>
              <a:rPr sz="2800" spc="292" dirty="0" smtClean="0">
                <a:latin typeface="Arial"/>
                <a:cs typeface="Arial"/>
              </a:rPr>
              <a:t> </a:t>
            </a:r>
            <a:r>
              <a:rPr sz="2800" spc="4" dirty="0" smtClean="0">
                <a:latin typeface="Arial"/>
                <a:cs typeface="Arial"/>
              </a:rPr>
              <a:t>est</a:t>
            </a:r>
            <a:r>
              <a:rPr sz="2800" spc="0" dirty="0" smtClean="0">
                <a:latin typeface="Arial"/>
                <a:cs typeface="Arial"/>
              </a:rPr>
              <a:t>á</a:t>
            </a:r>
            <a:r>
              <a:rPr sz="2800" spc="322" dirty="0" smtClean="0">
                <a:latin typeface="Arial"/>
                <a:cs typeface="Arial"/>
              </a:rPr>
              <a:t> </a:t>
            </a:r>
            <a:r>
              <a:rPr sz="2800" spc="0" dirty="0" smtClean="0">
                <a:latin typeface="Arial"/>
                <a:cs typeface="Arial"/>
              </a:rPr>
              <a:t>i</a:t>
            </a:r>
            <a:r>
              <a:rPr sz="2800" spc="4" dirty="0" smtClean="0">
                <a:latin typeface="Arial"/>
                <a:cs typeface="Arial"/>
              </a:rPr>
              <a:t>nt</a:t>
            </a:r>
            <a:r>
              <a:rPr sz="2800" spc="0" dirty="0" smtClean="0">
                <a:latin typeface="Arial"/>
                <a:cs typeface="Arial"/>
              </a:rPr>
              <a:t>im</a:t>
            </a:r>
            <a:r>
              <a:rPr sz="2800" spc="4" dirty="0" smtClean="0">
                <a:latin typeface="Arial"/>
                <a:cs typeface="Arial"/>
              </a:rPr>
              <a:t>a</a:t>
            </a:r>
            <a:r>
              <a:rPr sz="2800" spc="0" dirty="0" smtClean="0">
                <a:latin typeface="Arial"/>
                <a:cs typeface="Arial"/>
              </a:rPr>
              <a:t>m</a:t>
            </a:r>
            <a:r>
              <a:rPr sz="2800" spc="4" dirty="0" smtClean="0">
                <a:latin typeface="Arial"/>
                <a:cs typeface="Arial"/>
              </a:rPr>
              <a:t>ent</a:t>
            </a:r>
            <a:r>
              <a:rPr sz="2800" spc="0" dirty="0" smtClean="0">
                <a:latin typeface="Arial"/>
                <a:cs typeface="Arial"/>
              </a:rPr>
              <a:t>e</a:t>
            </a:r>
            <a:r>
              <a:rPr sz="2800" spc="227" dirty="0" smtClean="0">
                <a:latin typeface="Arial"/>
                <a:cs typeface="Arial"/>
              </a:rPr>
              <a:t> </a:t>
            </a:r>
            <a:r>
              <a:rPr sz="2800" spc="14" dirty="0" smtClean="0">
                <a:latin typeface="Arial"/>
                <a:cs typeface="Arial"/>
              </a:rPr>
              <a:t>r</a:t>
            </a:r>
            <a:r>
              <a:rPr sz="2800" spc="4" dirty="0" smtClean="0">
                <a:latin typeface="Arial"/>
                <a:cs typeface="Arial"/>
              </a:rPr>
              <a:t>e</a:t>
            </a:r>
            <a:r>
              <a:rPr sz="2800" spc="0" dirty="0" smtClean="0">
                <a:latin typeface="Arial"/>
                <a:cs typeface="Arial"/>
              </a:rPr>
              <a:t>l</a:t>
            </a:r>
            <a:r>
              <a:rPr sz="2800" spc="4" dirty="0" smtClean="0">
                <a:latin typeface="Arial"/>
                <a:cs typeface="Arial"/>
              </a:rPr>
              <a:t>ac</a:t>
            </a:r>
            <a:r>
              <a:rPr sz="2800" spc="0" dirty="0" smtClean="0">
                <a:latin typeface="Arial"/>
                <a:cs typeface="Arial"/>
              </a:rPr>
              <a:t>i</a:t>
            </a:r>
            <a:r>
              <a:rPr sz="2800" spc="4" dirty="0" smtClean="0">
                <a:latin typeface="Arial"/>
                <a:cs typeface="Arial"/>
              </a:rPr>
              <a:t>ona</a:t>
            </a:r>
            <a:r>
              <a:rPr sz="2800" spc="14" dirty="0" smtClean="0">
                <a:latin typeface="Arial"/>
                <a:cs typeface="Arial"/>
              </a:rPr>
              <a:t>d</a:t>
            </a:r>
            <a:r>
              <a:rPr sz="2800" spc="0" dirty="0" smtClean="0">
                <a:latin typeface="Arial"/>
                <a:cs typeface="Arial"/>
              </a:rPr>
              <a:t>a</a:t>
            </a:r>
            <a:endParaRPr sz="2800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7734416" y="3884465"/>
            <a:ext cx="1844738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  <a:tabLst>
                <a:tab pos="546100" algn="l"/>
              </a:tabLst>
            </a:pPr>
            <a:r>
              <a:rPr sz="2800" spc="4" dirty="0" smtClean="0">
                <a:latin typeface="Arial"/>
                <a:cs typeface="Arial"/>
              </a:rPr>
              <a:t>a</a:t>
            </a:r>
            <a:r>
              <a:rPr sz="2800" spc="0" dirty="0" smtClean="0">
                <a:latin typeface="Arial"/>
                <a:cs typeface="Arial"/>
              </a:rPr>
              <a:t>o	</a:t>
            </a:r>
            <a:r>
              <a:rPr sz="2800" spc="4" dirty="0" smtClean="0">
                <a:latin typeface="Arial"/>
                <a:cs typeface="Arial"/>
              </a:rPr>
              <a:t>n</a:t>
            </a:r>
            <a:r>
              <a:rPr sz="2800" spc="14" dirty="0" smtClean="0">
                <a:latin typeface="Arial"/>
                <a:cs typeface="Arial"/>
              </a:rPr>
              <a:t>ú</a:t>
            </a:r>
            <a:r>
              <a:rPr sz="2800" spc="0" dirty="0" smtClean="0">
                <a:latin typeface="Arial"/>
                <a:cs typeface="Arial"/>
              </a:rPr>
              <a:t>m</a:t>
            </a:r>
            <a:r>
              <a:rPr sz="2800" spc="4" dirty="0" smtClean="0">
                <a:latin typeface="Arial"/>
                <a:cs typeface="Arial"/>
              </a:rPr>
              <a:t>e</a:t>
            </a:r>
            <a:r>
              <a:rPr sz="2800" spc="14" dirty="0" smtClean="0">
                <a:latin typeface="Arial"/>
                <a:cs typeface="Arial"/>
              </a:rPr>
              <a:t>r</a:t>
            </a:r>
            <a:r>
              <a:rPr sz="2800" spc="0" dirty="0" smtClean="0">
                <a:latin typeface="Arial"/>
                <a:cs typeface="Arial"/>
              </a:rPr>
              <a:t>o</a:t>
            </a:r>
            <a:endParaRPr sz="2800">
              <a:latin typeface="Arial"/>
              <a:cs typeface="Aria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1581284" y="4268513"/>
            <a:ext cx="487022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4" dirty="0" smtClean="0">
                <a:latin typeface="Arial"/>
                <a:cs typeface="Arial"/>
              </a:rPr>
              <a:t>d</a:t>
            </a:r>
            <a:r>
              <a:rPr sz="2800" spc="0" dirty="0" smtClean="0">
                <a:latin typeface="Arial"/>
                <a:cs typeface="Arial"/>
              </a:rPr>
              <a:t>e</a:t>
            </a:r>
            <a:endParaRPr sz="2800">
              <a:latin typeface="Arial"/>
              <a:cs typeface="Aria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2184737" y="4268513"/>
            <a:ext cx="2851998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  <a:tabLst>
                <a:tab pos="1701800" algn="l"/>
              </a:tabLst>
            </a:pPr>
            <a:r>
              <a:rPr sz="2800" spc="-4" dirty="0" smtClean="0">
                <a:latin typeface="Arial"/>
                <a:cs typeface="Arial"/>
              </a:rPr>
              <a:t>R</a:t>
            </a:r>
            <a:r>
              <a:rPr sz="2800" spc="4" dirty="0" smtClean="0">
                <a:latin typeface="Arial"/>
                <a:cs typeface="Arial"/>
              </a:rPr>
              <a:t>ey</a:t>
            </a:r>
            <a:r>
              <a:rPr sz="2800" spc="14" dirty="0" smtClean="0">
                <a:latin typeface="Arial"/>
                <a:cs typeface="Arial"/>
              </a:rPr>
              <a:t>n</a:t>
            </a:r>
            <a:r>
              <a:rPr sz="2800" spc="4" dirty="0" smtClean="0">
                <a:latin typeface="Arial"/>
                <a:cs typeface="Arial"/>
              </a:rPr>
              <a:t>o</a:t>
            </a:r>
            <a:r>
              <a:rPr sz="2800" spc="0" dirty="0" smtClean="0">
                <a:latin typeface="Arial"/>
                <a:cs typeface="Arial"/>
              </a:rPr>
              <a:t>l</a:t>
            </a:r>
            <a:r>
              <a:rPr sz="2800" spc="4" dirty="0" smtClean="0">
                <a:latin typeface="Arial"/>
                <a:cs typeface="Arial"/>
              </a:rPr>
              <a:t>d</a:t>
            </a:r>
            <a:r>
              <a:rPr sz="2800" spc="0" dirty="0" smtClean="0">
                <a:latin typeface="Arial"/>
                <a:cs typeface="Arial"/>
              </a:rPr>
              <a:t>s	</a:t>
            </a:r>
            <a:r>
              <a:rPr sz="2800" spc="4" dirty="0" smtClean="0">
                <a:latin typeface="Arial"/>
                <a:cs typeface="Arial"/>
              </a:rPr>
              <a:t>obt</a:t>
            </a:r>
            <a:r>
              <a:rPr sz="2800" spc="0" dirty="0" smtClean="0">
                <a:latin typeface="Arial"/>
                <a:cs typeface="Arial"/>
              </a:rPr>
              <a:t>i</a:t>
            </a:r>
            <a:r>
              <a:rPr sz="2800" spc="4" dirty="0" smtClean="0">
                <a:latin typeface="Arial"/>
                <a:cs typeface="Arial"/>
              </a:rPr>
              <a:t>do</a:t>
            </a:r>
            <a:r>
              <a:rPr sz="2800" spc="0" dirty="0" smtClean="0">
                <a:latin typeface="Arial"/>
                <a:cs typeface="Arial"/>
              </a:rPr>
              <a:t>.</a:t>
            </a:r>
            <a:endParaRPr sz="2800">
              <a:latin typeface="Arial"/>
              <a:cs typeface="Arial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5151579" y="4268513"/>
            <a:ext cx="1949948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-4" dirty="0" smtClean="0">
                <a:latin typeface="Arial"/>
                <a:cs typeface="Arial"/>
              </a:rPr>
              <a:t>G</a:t>
            </a:r>
            <a:r>
              <a:rPr sz="2800" spc="4" dirty="0" smtClean="0">
                <a:latin typeface="Arial"/>
                <a:cs typeface="Arial"/>
              </a:rPr>
              <a:t>era</a:t>
            </a:r>
            <a:r>
              <a:rPr sz="2800" spc="0" dirty="0" smtClean="0">
                <a:latin typeface="Arial"/>
                <a:cs typeface="Arial"/>
              </a:rPr>
              <a:t>lm</a:t>
            </a:r>
            <a:r>
              <a:rPr sz="2800" spc="4" dirty="0" smtClean="0">
                <a:latin typeface="Arial"/>
                <a:cs typeface="Arial"/>
              </a:rPr>
              <a:t>ent</a:t>
            </a:r>
            <a:r>
              <a:rPr sz="2800" spc="0" dirty="0" smtClean="0">
                <a:latin typeface="Arial"/>
                <a:cs typeface="Arial"/>
              </a:rPr>
              <a:t>e</a:t>
            </a:r>
            <a:endParaRPr sz="2800">
              <a:latin typeface="Arial"/>
              <a:cs typeface="Arial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7216434" y="4268513"/>
            <a:ext cx="488546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14" dirty="0" smtClean="0">
                <a:latin typeface="Arial"/>
                <a:cs typeface="Arial"/>
              </a:rPr>
              <a:t>n</a:t>
            </a:r>
            <a:r>
              <a:rPr sz="2800" spc="0" dirty="0" smtClean="0">
                <a:latin typeface="Arial"/>
                <a:cs typeface="Arial"/>
              </a:rPr>
              <a:t>o</a:t>
            </a:r>
            <a:endParaRPr sz="2800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7819887" y="4268513"/>
            <a:ext cx="1160578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4" dirty="0" smtClean="0">
                <a:latin typeface="Arial"/>
                <a:cs typeface="Arial"/>
              </a:rPr>
              <a:t>estud</a:t>
            </a:r>
            <a:r>
              <a:rPr sz="2800" spc="0" dirty="0" smtClean="0">
                <a:latin typeface="Arial"/>
                <a:cs typeface="Arial"/>
              </a:rPr>
              <a:t>o</a:t>
            </a:r>
            <a:endParaRPr sz="2800">
              <a:latin typeface="Arial"/>
              <a:cs typeface="Arial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9092203" y="4268513"/>
            <a:ext cx="490192" cy="114858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5869">
              <a:lnSpc>
                <a:spcPts val="2960"/>
              </a:lnSpc>
              <a:spcBef>
                <a:spcPts val="148"/>
              </a:spcBef>
            </a:pPr>
            <a:r>
              <a:rPr sz="2800" spc="4" dirty="0" smtClean="0">
                <a:latin typeface="Arial"/>
                <a:cs typeface="Arial"/>
              </a:rPr>
              <a:t>d</a:t>
            </a:r>
            <a:r>
              <a:rPr sz="2800" spc="0" dirty="0" smtClean="0">
                <a:latin typeface="Arial"/>
                <a:cs typeface="Arial"/>
              </a:rPr>
              <a:t>o</a:t>
            </a:r>
            <a:endParaRPr sz="2800">
              <a:latin typeface="Arial"/>
              <a:cs typeface="Arial"/>
            </a:endParaRPr>
          </a:p>
          <a:p>
            <a:pPr marL="12700" marR="5988" indent="21566">
              <a:lnSpc>
                <a:spcPts val="3020"/>
              </a:lnSpc>
              <a:spcBef>
                <a:spcPts val="17"/>
              </a:spcBef>
            </a:pPr>
            <a:r>
              <a:rPr sz="2800" spc="4" dirty="0" smtClean="0">
                <a:latin typeface="Arial"/>
                <a:cs typeface="Arial"/>
              </a:rPr>
              <a:t>s</a:t>
            </a:r>
            <a:r>
              <a:rPr sz="2800" spc="0" dirty="0" smtClean="0">
                <a:latin typeface="Arial"/>
                <a:cs typeface="Arial"/>
              </a:rPr>
              <a:t>e </a:t>
            </a:r>
            <a:r>
              <a:rPr sz="2800" spc="4" dirty="0" smtClean="0">
                <a:latin typeface="Arial"/>
                <a:cs typeface="Arial"/>
              </a:rPr>
              <a:t>d</a:t>
            </a:r>
            <a:r>
              <a:rPr sz="2800" spc="0" dirty="0" smtClean="0">
                <a:latin typeface="Arial"/>
                <a:cs typeface="Arial"/>
              </a:rPr>
              <a:t>a</a:t>
            </a:r>
            <a:endParaRPr sz="2800">
              <a:latin typeface="Arial"/>
              <a:cs typeface="Arial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1581284" y="4652561"/>
            <a:ext cx="2032192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4" dirty="0" smtClean="0">
                <a:latin typeface="Arial"/>
                <a:cs typeface="Arial"/>
              </a:rPr>
              <a:t>escoa</a:t>
            </a:r>
            <a:r>
              <a:rPr sz="2800" spc="0" dirty="0" smtClean="0">
                <a:latin typeface="Arial"/>
                <a:cs typeface="Arial"/>
              </a:rPr>
              <a:t>m</a:t>
            </a:r>
            <a:r>
              <a:rPr sz="2800" spc="14" dirty="0" smtClean="0">
                <a:latin typeface="Arial"/>
                <a:cs typeface="Arial"/>
              </a:rPr>
              <a:t>e</a:t>
            </a:r>
            <a:r>
              <a:rPr sz="2800" spc="4" dirty="0" smtClean="0">
                <a:latin typeface="Arial"/>
                <a:cs typeface="Arial"/>
              </a:rPr>
              <a:t>nt</a:t>
            </a:r>
            <a:r>
              <a:rPr sz="2800" spc="0" dirty="0" smtClean="0">
                <a:latin typeface="Arial"/>
                <a:cs typeface="Arial"/>
              </a:rPr>
              <a:t>o</a:t>
            </a:r>
            <a:endParaRPr sz="2800">
              <a:latin typeface="Arial"/>
              <a:cs typeface="Arial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3748195" y="4652561"/>
            <a:ext cx="982263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4" dirty="0" smtClean="0">
                <a:latin typeface="Arial"/>
                <a:cs typeface="Arial"/>
              </a:rPr>
              <a:t>sobr</a:t>
            </a:r>
            <a:r>
              <a:rPr sz="2800" spc="0" dirty="0" smtClean="0">
                <a:latin typeface="Arial"/>
                <a:cs typeface="Arial"/>
              </a:rPr>
              <a:t>e</a:t>
            </a:r>
            <a:endParaRPr sz="2800">
              <a:latin typeface="Arial"/>
              <a:cs typeface="Arial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4863653" y="4652561"/>
            <a:ext cx="843444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4" dirty="0" smtClean="0">
                <a:latin typeface="Arial"/>
                <a:cs typeface="Arial"/>
              </a:rPr>
              <a:t>asa</a:t>
            </a:r>
            <a:r>
              <a:rPr sz="2800" spc="0" dirty="0" smtClean="0">
                <a:latin typeface="Arial"/>
                <a:cs typeface="Arial"/>
              </a:rPr>
              <a:t>s</a:t>
            </a:r>
            <a:endParaRPr sz="2800">
              <a:latin typeface="Arial"/>
              <a:cs typeface="Arial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5840484" y="4652561"/>
            <a:ext cx="487022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4" dirty="0" smtClean="0">
                <a:latin typeface="Arial"/>
                <a:cs typeface="Arial"/>
              </a:rPr>
              <a:t>d</a:t>
            </a:r>
            <a:r>
              <a:rPr sz="2800" spc="0" dirty="0" smtClean="0">
                <a:latin typeface="Arial"/>
                <a:cs typeface="Arial"/>
              </a:rPr>
              <a:t>e</a:t>
            </a:r>
            <a:endParaRPr sz="2800">
              <a:latin typeface="Arial"/>
              <a:cs typeface="Arial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6460702" y="4652561"/>
            <a:ext cx="1122221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4" dirty="0" smtClean="0">
                <a:latin typeface="Arial"/>
                <a:cs typeface="Arial"/>
              </a:rPr>
              <a:t>av</a:t>
            </a:r>
            <a:r>
              <a:rPr sz="2800" spc="0" dirty="0" smtClean="0">
                <a:latin typeface="Arial"/>
                <a:cs typeface="Arial"/>
              </a:rPr>
              <a:t>i</a:t>
            </a:r>
            <a:r>
              <a:rPr sz="2800" spc="4" dirty="0" smtClean="0">
                <a:latin typeface="Arial"/>
                <a:cs typeface="Arial"/>
              </a:rPr>
              <a:t>õ</a:t>
            </a:r>
            <a:r>
              <a:rPr sz="2800" spc="14" dirty="0" smtClean="0">
                <a:latin typeface="Arial"/>
                <a:cs typeface="Arial"/>
              </a:rPr>
              <a:t>e</a:t>
            </a:r>
            <a:r>
              <a:rPr sz="2800" spc="0" dirty="0" smtClean="0">
                <a:latin typeface="Arial"/>
                <a:cs typeface="Arial"/>
              </a:rPr>
              <a:t>s</a:t>
            </a:r>
            <a:endParaRPr sz="2800">
              <a:latin typeface="Arial"/>
              <a:cs typeface="Arial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7716311" y="4652561"/>
            <a:ext cx="288957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0" dirty="0" smtClean="0">
                <a:latin typeface="Arial"/>
                <a:cs typeface="Arial"/>
              </a:rPr>
              <a:t>o</a:t>
            </a:r>
            <a:endParaRPr sz="2800">
              <a:latin typeface="Arial"/>
              <a:cs typeface="Arial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8138462" y="4652561"/>
            <a:ext cx="842113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4" dirty="0" smtClean="0">
                <a:latin typeface="Arial"/>
                <a:cs typeface="Arial"/>
              </a:rPr>
              <a:t>f</a:t>
            </a:r>
            <a:r>
              <a:rPr sz="2800" spc="0" dirty="0" smtClean="0">
                <a:latin typeface="Arial"/>
                <a:cs typeface="Arial"/>
              </a:rPr>
              <a:t>l</a:t>
            </a:r>
            <a:r>
              <a:rPr sz="2800" spc="4" dirty="0" smtClean="0">
                <a:latin typeface="Arial"/>
                <a:cs typeface="Arial"/>
              </a:rPr>
              <a:t>u</a:t>
            </a:r>
            <a:r>
              <a:rPr sz="2800" spc="-4" dirty="0" smtClean="0">
                <a:latin typeface="Arial"/>
                <a:cs typeface="Arial"/>
              </a:rPr>
              <a:t>x</a:t>
            </a:r>
            <a:r>
              <a:rPr sz="2800" spc="0" dirty="0" smtClean="0">
                <a:latin typeface="Arial"/>
                <a:cs typeface="Arial"/>
              </a:rPr>
              <a:t>o</a:t>
            </a:r>
            <a:endParaRPr sz="2800">
              <a:latin typeface="Arial"/>
              <a:cs typeface="Arial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1581284" y="5036609"/>
            <a:ext cx="903075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4" dirty="0" smtClean="0">
                <a:latin typeface="Arial"/>
                <a:cs typeface="Arial"/>
              </a:rPr>
              <a:t>torn</a:t>
            </a:r>
            <a:r>
              <a:rPr sz="2800" spc="0" dirty="0" smtClean="0">
                <a:latin typeface="Arial"/>
                <a:cs typeface="Arial"/>
              </a:rPr>
              <a:t>a</a:t>
            </a:r>
            <a:endParaRPr sz="2800">
              <a:latin typeface="Arial"/>
              <a:cs typeface="Arial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2582502" y="5036609"/>
            <a:ext cx="1675578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4" dirty="0" smtClean="0">
                <a:latin typeface="Arial"/>
                <a:cs typeface="Arial"/>
              </a:rPr>
              <a:t>turbu</a:t>
            </a:r>
            <a:r>
              <a:rPr sz="2800" spc="0" dirty="0" smtClean="0">
                <a:latin typeface="Arial"/>
                <a:cs typeface="Arial"/>
              </a:rPr>
              <a:t>l</a:t>
            </a:r>
            <a:r>
              <a:rPr sz="2800" spc="4" dirty="0" smtClean="0">
                <a:latin typeface="Arial"/>
                <a:cs typeface="Arial"/>
              </a:rPr>
              <a:t>ent</a:t>
            </a:r>
            <a:r>
              <a:rPr sz="2800" spc="0" dirty="0" smtClean="0">
                <a:latin typeface="Arial"/>
                <a:cs typeface="Arial"/>
              </a:rPr>
              <a:t>o</a:t>
            </a:r>
            <a:endParaRPr sz="2800">
              <a:latin typeface="Arial"/>
              <a:cs typeface="Arial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4356222" y="5036609"/>
            <a:ext cx="805479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14" dirty="0" smtClean="0">
                <a:latin typeface="Arial"/>
                <a:cs typeface="Arial"/>
              </a:rPr>
              <a:t>p</a:t>
            </a:r>
            <a:r>
              <a:rPr sz="2800" spc="4" dirty="0" smtClean="0">
                <a:latin typeface="Arial"/>
                <a:cs typeface="Arial"/>
              </a:rPr>
              <a:t>ar</a:t>
            </a:r>
            <a:r>
              <a:rPr sz="2800" spc="0" dirty="0" smtClean="0">
                <a:latin typeface="Arial"/>
                <a:cs typeface="Arial"/>
              </a:rPr>
              <a:t>a</a:t>
            </a:r>
            <a:endParaRPr sz="2800">
              <a:latin typeface="Arial"/>
              <a:cs typeface="Arial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5259845" y="5036609"/>
            <a:ext cx="1478836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4" dirty="0" smtClean="0">
                <a:latin typeface="Arial"/>
                <a:cs typeface="Arial"/>
              </a:rPr>
              <a:t>n</a:t>
            </a:r>
            <a:r>
              <a:rPr sz="2800" spc="14" dirty="0" smtClean="0">
                <a:latin typeface="Arial"/>
                <a:cs typeface="Arial"/>
              </a:rPr>
              <a:t>ú</a:t>
            </a:r>
            <a:r>
              <a:rPr sz="2800" spc="9" dirty="0" smtClean="0">
                <a:latin typeface="Arial"/>
                <a:cs typeface="Arial"/>
              </a:rPr>
              <a:t>m</a:t>
            </a:r>
            <a:r>
              <a:rPr sz="2800" spc="4" dirty="0" smtClean="0">
                <a:latin typeface="Arial"/>
                <a:cs typeface="Arial"/>
              </a:rPr>
              <a:t>ero</a:t>
            </a:r>
            <a:r>
              <a:rPr sz="2800" spc="0" dirty="0" smtClean="0">
                <a:latin typeface="Arial"/>
                <a:cs typeface="Arial"/>
              </a:rPr>
              <a:t>s</a:t>
            </a:r>
            <a:endParaRPr sz="2800">
              <a:latin typeface="Arial"/>
              <a:cs typeface="Arial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6835492" y="5036609"/>
            <a:ext cx="487022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4" dirty="0" smtClean="0">
                <a:latin typeface="Arial"/>
                <a:cs typeface="Arial"/>
              </a:rPr>
              <a:t>d</a:t>
            </a:r>
            <a:r>
              <a:rPr sz="2800" spc="0" dirty="0" smtClean="0">
                <a:latin typeface="Arial"/>
                <a:cs typeface="Arial"/>
              </a:rPr>
              <a:t>e</a:t>
            </a:r>
            <a:endParaRPr sz="2800">
              <a:latin typeface="Arial"/>
              <a:cs typeface="Arial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7419134" y="5036609"/>
            <a:ext cx="1574733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-4" dirty="0" smtClean="0">
                <a:latin typeface="Arial"/>
                <a:cs typeface="Arial"/>
              </a:rPr>
              <a:t>R</a:t>
            </a:r>
            <a:r>
              <a:rPr sz="2800" spc="4" dirty="0" smtClean="0">
                <a:latin typeface="Arial"/>
                <a:cs typeface="Arial"/>
              </a:rPr>
              <a:t>eyno</a:t>
            </a:r>
            <a:r>
              <a:rPr sz="2800" spc="0" dirty="0" smtClean="0">
                <a:latin typeface="Arial"/>
                <a:cs typeface="Arial"/>
              </a:rPr>
              <a:t>l</a:t>
            </a:r>
            <a:r>
              <a:rPr sz="2800" spc="4" dirty="0" smtClean="0">
                <a:latin typeface="Arial"/>
                <a:cs typeface="Arial"/>
              </a:rPr>
              <a:t>d</a:t>
            </a:r>
            <a:r>
              <a:rPr sz="2800" spc="0" dirty="0" smtClean="0">
                <a:latin typeface="Arial"/>
                <a:cs typeface="Arial"/>
              </a:rPr>
              <a:t>s</a:t>
            </a:r>
            <a:endParaRPr sz="2800">
              <a:latin typeface="Arial"/>
              <a:cs typeface="Arial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3316956" y="5411168"/>
            <a:ext cx="1098444" cy="38998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035"/>
              </a:lnSpc>
              <a:spcBef>
                <a:spcPts val="151"/>
              </a:spcBef>
            </a:pPr>
            <a:r>
              <a:rPr sz="2800" spc="4" dirty="0" smtClean="0">
                <a:latin typeface="Arial"/>
                <a:cs typeface="Arial"/>
              </a:rPr>
              <a:t>1x10</a:t>
            </a:r>
            <a:r>
              <a:rPr sz="2850" spc="0" baseline="24410" dirty="0" smtClean="0">
                <a:latin typeface="Arial"/>
                <a:cs typeface="Arial"/>
              </a:rPr>
              <a:t>7</a:t>
            </a:r>
            <a:r>
              <a:rPr sz="2800" spc="0" dirty="0" smtClean="0">
                <a:latin typeface="Arial"/>
                <a:cs typeface="Arial"/>
              </a:rPr>
              <a:t>,</a:t>
            </a:r>
            <a:endParaRPr sz="2800">
              <a:latin typeface="Arial"/>
              <a:cs typeface="Arial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1581284" y="5420657"/>
            <a:ext cx="1101908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4" dirty="0" smtClean="0">
                <a:latin typeface="Arial"/>
                <a:cs typeface="Arial"/>
              </a:rPr>
              <a:t>ord</a:t>
            </a:r>
            <a:r>
              <a:rPr sz="2800" spc="14" dirty="0" smtClean="0">
                <a:latin typeface="Arial"/>
                <a:cs typeface="Arial"/>
              </a:rPr>
              <a:t>e</a:t>
            </a:r>
            <a:r>
              <a:rPr sz="2800" spc="0" dirty="0" smtClean="0">
                <a:latin typeface="Arial"/>
                <a:cs typeface="Arial"/>
              </a:rPr>
              <a:t>m</a:t>
            </a:r>
            <a:endParaRPr sz="2800">
              <a:latin typeface="Arial"/>
              <a:cs typeface="Arial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2756175" y="5420657"/>
            <a:ext cx="487022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4" dirty="0" smtClean="0">
                <a:latin typeface="Arial"/>
                <a:cs typeface="Arial"/>
              </a:rPr>
              <a:t>d</a:t>
            </a:r>
            <a:r>
              <a:rPr sz="2800" spc="0" dirty="0" smtClean="0">
                <a:latin typeface="Arial"/>
                <a:cs typeface="Arial"/>
              </a:rPr>
              <a:t>e</a:t>
            </a:r>
            <a:endParaRPr sz="2800">
              <a:latin typeface="Arial"/>
              <a:cs typeface="Arial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4487674" y="5420657"/>
            <a:ext cx="1061460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4" dirty="0" smtClean="0">
                <a:latin typeface="Arial"/>
                <a:cs typeface="Arial"/>
              </a:rPr>
              <a:t>send</a:t>
            </a:r>
            <a:r>
              <a:rPr sz="2800" spc="0" dirty="0" smtClean="0">
                <a:latin typeface="Arial"/>
                <a:cs typeface="Arial"/>
              </a:rPr>
              <a:t>o</a:t>
            </a:r>
            <a:endParaRPr sz="2800">
              <a:latin typeface="Arial"/>
              <a:cs typeface="Arial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5624416" y="5420657"/>
            <a:ext cx="685087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4" dirty="0" smtClean="0">
                <a:latin typeface="Arial"/>
                <a:cs typeface="Arial"/>
              </a:rPr>
              <a:t>qu</a:t>
            </a:r>
            <a:r>
              <a:rPr sz="2800" spc="0" dirty="0" smtClean="0">
                <a:latin typeface="Arial"/>
                <a:cs typeface="Arial"/>
              </a:rPr>
              <a:t>e</a:t>
            </a:r>
            <a:endParaRPr sz="2800">
              <a:latin typeface="Arial"/>
              <a:cs typeface="Arial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6384787" y="5420657"/>
            <a:ext cx="1140647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4" dirty="0" smtClean="0">
                <a:latin typeface="Arial"/>
                <a:cs typeface="Arial"/>
              </a:rPr>
              <a:t>aba</a:t>
            </a:r>
            <a:r>
              <a:rPr sz="2800" spc="0" dirty="0" smtClean="0">
                <a:latin typeface="Arial"/>
                <a:cs typeface="Arial"/>
              </a:rPr>
              <a:t>i</a:t>
            </a:r>
            <a:r>
              <a:rPr sz="2800" spc="4" dirty="0" smtClean="0">
                <a:latin typeface="Arial"/>
                <a:cs typeface="Arial"/>
              </a:rPr>
              <a:t>x</a:t>
            </a:r>
            <a:r>
              <a:rPr sz="2800" spc="0" dirty="0" smtClean="0">
                <a:latin typeface="Arial"/>
                <a:cs typeface="Arial"/>
              </a:rPr>
              <a:t>o</a:t>
            </a:r>
            <a:endParaRPr sz="2800">
              <a:latin typeface="Arial"/>
              <a:cs typeface="Arial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7600717" y="5420657"/>
            <a:ext cx="1041702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4" dirty="0" smtClean="0">
                <a:latin typeface="Arial"/>
                <a:cs typeface="Arial"/>
              </a:rPr>
              <a:t>dess</a:t>
            </a:r>
            <a:r>
              <a:rPr sz="2800" spc="0" dirty="0" smtClean="0">
                <a:latin typeface="Arial"/>
                <a:cs typeface="Arial"/>
              </a:rPr>
              <a:t>e</a:t>
            </a:r>
            <a:endParaRPr sz="2800">
              <a:latin typeface="Arial"/>
              <a:cs typeface="Arial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8716178" y="5420657"/>
            <a:ext cx="863302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-4" dirty="0" smtClean="0">
                <a:latin typeface="Arial"/>
                <a:cs typeface="Arial"/>
              </a:rPr>
              <a:t>v</a:t>
            </a:r>
            <a:r>
              <a:rPr sz="2800" spc="4" dirty="0" smtClean="0">
                <a:latin typeface="Arial"/>
                <a:cs typeface="Arial"/>
              </a:rPr>
              <a:t>a</a:t>
            </a:r>
            <a:r>
              <a:rPr sz="2800" spc="0" dirty="0" smtClean="0">
                <a:latin typeface="Arial"/>
                <a:cs typeface="Arial"/>
              </a:rPr>
              <a:t>l</a:t>
            </a:r>
            <a:r>
              <a:rPr sz="2800" spc="14" dirty="0" smtClean="0">
                <a:latin typeface="Arial"/>
                <a:cs typeface="Arial"/>
              </a:rPr>
              <a:t>o</a:t>
            </a:r>
            <a:r>
              <a:rPr sz="2800" spc="0" dirty="0" smtClean="0">
                <a:latin typeface="Arial"/>
                <a:cs typeface="Arial"/>
              </a:rPr>
              <a:t>r</a:t>
            </a:r>
            <a:endParaRPr sz="2800">
              <a:latin typeface="Arial"/>
              <a:cs typeface="Arial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1581296" y="5804705"/>
            <a:ext cx="4685200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4" dirty="0" smtClean="0">
                <a:latin typeface="Arial"/>
                <a:cs typeface="Arial"/>
              </a:rPr>
              <a:t>gera</a:t>
            </a:r>
            <a:r>
              <a:rPr sz="2800" spc="14" dirty="0" smtClean="0">
                <a:latin typeface="Arial"/>
                <a:cs typeface="Arial"/>
              </a:rPr>
              <a:t>l</a:t>
            </a:r>
            <a:r>
              <a:rPr sz="2800" spc="0" dirty="0" smtClean="0">
                <a:latin typeface="Arial"/>
                <a:cs typeface="Arial"/>
              </a:rPr>
              <a:t>m</a:t>
            </a:r>
            <a:r>
              <a:rPr sz="2800" spc="4" dirty="0" smtClean="0">
                <a:latin typeface="Arial"/>
                <a:cs typeface="Arial"/>
              </a:rPr>
              <a:t>e</a:t>
            </a:r>
            <a:r>
              <a:rPr sz="2800" spc="14" dirty="0" smtClean="0">
                <a:latin typeface="Arial"/>
                <a:cs typeface="Arial"/>
              </a:rPr>
              <a:t>n</a:t>
            </a:r>
            <a:r>
              <a:rPr sz="2800" spc="4" dirty="0" smtClean="0">
                <a:latin typeface="Arial"/>
                <a:cs typeface="Arial"/>
              </a:rPr>
              <a:t>t</a:t>
            </a:r>
            <a:r>
              <a:rPr sz="2800" spc="0" dirty="0" smtClean="0">
                <a:latin typeface="Arial"/>
                <a:cs typeface="Arial"/>
              </a:rPr>
              <a:t>e</a:t>
            </a:r>
            <a:r>
              <a:rPr sz="2800" spc="-140" dirty="0" smtClean="0">
                <a:latin typeface="Arial"/>
                <a:cs typeface="Arial"/>
              </a:rPr>
              <a:t> </a:t>
            </a:r>
            <a:r>
              <a:rPr sz="2800" spc="0" dirty="0" smtClean="0">
                <a:latin typeface="Arial"/>
                <a:cs typeface="Arial"/>
              </a:rPr>
              <a:t>o</a:t>
            </a:r>
            <a:r>
              <a:rPr sz="2800" spc="-15" dirty="0" smtClean="0">
                <a:latin typeface="Arial"/>
                <a:cs typeface="Arial"/>
              </a:rPr>
              <a:t> </a:t>
            </a:r>
            <a:r>
              <a:rPr sz="2800" spc="4" dirty="0" smtClean="0">
                <a:latin typeface="Arial"/>
                <a:cs typeface="Arial"/>
              </a:rPr>
              <a:t>f</a:t>
            </a:r>
            <a:r>
              <a:rPr sz="2800" spc="0" dirty="0" smtClean="0">
                <a:latin typeface="Arial"/>
                <a:cs typeface="Arial"/>
              </a:rPr>
              <a:t>l</a:t>
            </a:r>
            <a:r>
              <a:rPr sz="2800" spc="4" dirty="0" smtClean="0">
                <a:latin typeface="Arial"/>
                <a:cs typeface="Arial"/>
              </a:rPr>
              <a:t>ux</a:t>
            </a:r>
            <a:r>
              <a:rPr sz="2800" spc="0" dirty="0" smtClean="0">
                <a:latin typeface="Arial"/>
                <a:cs typeface="Arial"/>
              </a:rPr>
              <a:t>o</a:t>
            </a:r>
            <a:r>
              <a:rPr sz="2800" spc="-79" dirty="0" smtClean="0">
                <a:latin typeface="Arial"/>
                <a:cs typeface="Arial"/>
              </a:rPr>
              <a:t> </a:t>
            </a:r>
            <a:r>
              <a:rPr sz="2800" spc="0" dirty="0" smtClean="0">
                <a:latin typeface="Arial"/>
                <a:cs typeface="Arial"/>
              </a:rPr>
              <a:t>é</a:t>
            </a:r>
            <a:r>
              <a:rPr sz="2800" spc="-15" dirty="0" smtClean="0">
                <a:latin typeface="Arial"/>
                <a:cs typeface="Arial"/>
              </a:rPr>
              <a:t> </a:t>
            </a:r>
            <a:r>
              <a:rPr sz="2800" spc="0" dirty="0" smtClean="0">
                <a:latin typeface="Arial"/>
                <a:cs typeface="Arial"/>
              </a:rPr>
              <a:t>l</a:t>
            </a:r>
            <a:r>
              <a:rPr sz="2800" spc="4" dirty="0" smtClean="0">
                <a:latin typeface="Arial"/>
                <a:cs typeface="Arial"/>
              </a:rPr>
              <a:t>a</a:t>
            </a:r>
            <a:r>
              <a:rPr sz="2800" spc="0" dirty="0" smtClean="0">
                <a:latin typeface="Arial"/>
                <a:cs typeface="Arial"/>
              </a:rPr>
              <a:t>mi</a:t>
            </a:r>
            <a:r>
              <a:rPr sz="2800" spc="4" dirty="0" smtClean="0">
                <a:latin typeface="Arial"/>
                <a:cs typeface="Arial"/>
              </a:rPr>
              <a:t>na</a:t>
            </a:r>
            <a:r>
              <a:rPr sz="2800" spc="14" dirty="0" smtClean="0">
                <a:latin typeface="Arial"/>
                <a:cs typeface="Arial"/>
              </a:rPr>
              <a:t>r</a:t>
            </a:r>
            <a:r>
              <a:rPr sz="2800" spc="0" dirty="0" smtClean="0">
                <a:latin typeface="Arial"/>
                <a:cs typeface="Arial"/>
              </a:rPr>
              <a:t>.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bject 14"/>
          <p:cNvSpPr txBox="1"/>
          <p:nvPr/>
        </p:nvSpPr>
        <p:spPr>
          <a:xfrm>
            <a:off x="1310017" y="1034143"/>
            <a:ext cx="2519034" cy="4825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779"/>
              </a:lnSpc>
              <a:spcBef>
                <a:spcPts val="189"/>
              </a:spcBef>
            </a:pPr>
            <a:r>
              <a:rPr sz="3600" spc="0" dirty="0" smtClean="0">
                <a:solidFill>
                  <a:srgbClr val="00CC65"/>
                </a:solidFill>
                <a:latin typeface="Arial"/>
                <a:cs typeface="Arial"/>
              </a:rPr>
              <a:t>Exerc</a:t>
            </a:r>
            <a:r>
              <a:rPr sz="3600" spc="-14" dirty="0" smtClean="0">
                <a:solidFill>
                  <a:srgbClr val="00CC65"/>
                </a:solidFill>
                <a:latin typeface="Arial"/>
                <a:cs typeface="Arial"/>
              </a:rPr>
              <a:t>í</a:t>
            </a:r>
            <a:r>
              <a:rPr sz="3600" spc="0" dirty="0" smtClean="0">
                <a:solidFill>
                  <a:srgbClr val="00CC65"/>
                </a:solidFill>
                <a:latin typeface="Arial"/>
                <a:cs typeface="Arial"/>
              </a:rPr>
              <a:t>c</a:t>
            </a:r>
            <a:r>
              <a:rPr sz="3600" spc="-4" dirty="0" smtClean="0">
                <a:solidFill>
                  <a:srgbClr val="00CC65"/>
                </a:solidFill>
                <a:latin typeface="Arial"/>
                <a:cs typeface="Arial"/>
              </a:rPr>
              <a:t>i</a:t>
            </a:r>
            <a:r>
              <a:rPr sz="3600" spc="0" dirty="0" smtClean="0">
                <a:solidFill>
                  <a:srgbClr val="00CC65"/>
                </a:solidFill>
                <a:latin typeface="Arial"/>
                <a:cs typeface="Arial"/>
              </a:rPr>
              <a:t>o </a:t>
            </a:r>
            <a:r>
              <a:rPr sz="3600" spc="154" dirty="0" smtClean="0">
                <a:solidFill>
                  <a:srgbClr val="00CC65"/>
                </a:solidFill>
                <a:latin typeface="Arial"/>
                <a:cs typeface="Arial"/>
              </a:rPr>
              <a:t> </a:t>
            </a:r>
            <a:r>
              <a:rPr sz="3600" spc="0" dirty="0" smtClean="0">
                <a:solidFill>
                  <a:srgbClr val="00CC65"/>
                </a:solidFill>
                <a:latin typeface="Arial"/>
                <a:cs typeface="Arial"/>
              </a:rPr>
              <a:t>1</a:t>
            </a:r>
            <a:endParaRPr sz="36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581289" y="1643395"/>
            <a:ext cx="7980492" cy="52374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indent="0">
              <a:lnSpc>
                <a:spcPts val="1920"/>
              </a:lnSpc>
              <a:spcBef>
                <a:spcPts val="281"/>
              </a:spcBef>
              <a:tabLst>
                <a:tab pos="1028700" algn="l"/>
                <a:tab pos="1498600" algn="l"/>
                <a:tab pos="2806700" algn="l"/>
                <a:tab pos="4318000" algn="l"/>
                <a:tab pos="4927600" algn="l"/>
                <a:tab pos="5473700" algn="l"/>
                <a:tab pos="6146800" algn="l"/>
                <a:tab pos="7442200" algn="l"/>
              </a:tabLst>
            </a:pPr>
            <a:r>
              <a:rPr sz="2000" spc="0" dirty="0" smtClean="0">
                <a:latin typeface="Arial"/>
                <a:cs typeface="Arial"/>
              </a:rPr>
              <a:t>1)</a:t>
            </a:r>
            <a:r>
              <a:rPr sz="2000" spc="336" dirty="0" smtClean="0">
                <a:latin typeface="Arial"/>
                <a:cs typeface="Arial"/>
              </a:rPr>
              <a:t> </a:t>
            </a:r>
            <a:r>
              <a:rPr sz="2000" spc="-9" dirty="0" smtClean="0">
                <a:latin typeface="Arial"/>
                <a:cs typeface="Arial"/>
              </a:rPr>
              <a:t>C</a:t>
            </a:r>
            <a:r>
              <a:rPr sz="2000" spc="0" dirty="0" smtClean="0">
                <a:latin typeface="Arial"/>
                <a:cs typeface="Arial"/>
              </a:rPr>
              <a:t>al</a:t>
            </a:r>
            <a:r>
              <a:rPr sz="2000" spc="4" dirty="0" smtClean="0">
                <a:latin typeface="Arial"/>
                <a:cs typeface="Arial"/>
              </a:rPr>
              <a:t>c</a:t>
            </a:r>
            <a:r>
              <a:rPr sz="2000" spc="0" dirty="0" smtClean="0">
                <a:latin typeface="Arial"/>
                <a:cs typeface="Arial"/>
              </a:rPr>
              <a:t>ul</a:t>
            </a:r>
            <a:r>
              <a:rPr sz="2000" spc="-9" dirty="0" smtClean="0">
                <a:latin typeface="Arial"/>
                <a:cs typeface="Arial"/>
              </a:rPr>
              <a:t>a</a:t>
            </a:r>
            <a:r>
              <a:rPr sz="2000" spc="0" dirty="0" smtClean="0">
                <a:latin typeface="Arial"/>
                <a:cs typeface="Arial"/>
              </a:rPr>
              <a:t>r</a:t>
            </a:r>
            <a:r>
              <a:rPr sz="2000" spc="336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o</a:t>
            </a:r>
            <a:r>
              <a:rPr sz="2000" spc="320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núm</a:t>
            </a:r>
            <a:r>
              <a:rPr sz="2000" spc="-9" dirty="0" smtClean="0">
                <a:latin typeface="Arial"/>
                <a:cs typeface="Arial"/>
              </a:rPr>
              <a:t>e</a:t>
            </a:r>
            <a:r>
              <a:rPr sz="2000" spc="4" dirty="0" smtClean="0">
                <a:latin typeface="Arial"/>
                <a:cs typeface="Arial"/>
              </a:rPr>
              <a:t>r</a:t>
            </a:r>
            <a:r>
              <a:rPr sz="2000" spc="0" dirty="0" smtClean="0">
                <a:latin typeface="Arial"/>
                <a:cs typeface="Arial"/>
              </a:rPr>
              <a:t>o</a:t>
            </a:r>
            <a:r>
              <a:rPr sz="2000" spc="320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de</a:t>
            </a:r>
            <a:r>
              <a:rPr sz="2000" spc="320" dirty="0" smtClean="0">
                <a:latin typeface="Arial"/>
                <a:cs typeface="Arial"/>
              </a:rPr>
              <a:t> </a:t>
            </a:r>
            <a:r>
              <a:rPr sz="2000" spc="4" dirty="0" smtClean="0">
                <a:latin typeface="Arial"/>
                <a:cs typeface="Arial"/>
              </a:rPr>
              <a:t>R</a:t>
            </a:r>
            <a:r>
              <a:rPr sz="2000" spc="0" dirty="0" smtClean="0">
                <a:latin typeface="Arial"/>
                <a:cs typeface="Arial"/>
              </a:rPr>
              <a:t>e</a:t>
            </a:r>
            <a:r>
              <a:rPr sz="2000" spc="-4" dirty="0" smtClean="0">
                <a:latin typeface="Arial"/>
                <a:cs typeface="Arial"/>
              </a:rPr>
              <a:t>y</a:t>
            </a:r>
            <a:r>
              <a:rPr sz="2000" spc="0" dirty="0" smtClean="0">
                <a:latin typeface="Arial"/>
                <a:cs typeface="Arial"/>
              </a:rPr>
              <a:t>nolds</a:t>
            </a:r>
            <a:r>
              <a:rPr sz="2000" spc="325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e</a:t>
            </a:r>
            <a:r>
              <a:rPr sz="2000" spc="330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iden</a:t>
            </a:r>
            <a:r>
              <a:rPr sz="2000" spc="-4" dirty="0" smtClean="0">
                <a:latin typeface="Arial"/>
                <a:cs typeface="Arial"/>
              </a:rPr>
              <a:t>t</a:t>
            </a:r>
            <a:r>
              <a:rPr sz="2000" spc="0" dirty="0" smtClean="0">
                <a:latin typeface="Arial"/>
                <a:cs typeface="Arial"/>
              </a:rPr>
              <a:t>i</a:t>
            </a:r>
            <a:r>
              <a:rPr sz="2000" spc="-4" dirty="0" smtClean="0">
                <a:latin typeface="Arial"/>
                <a:cs typeface="Arial"/>
              </a:rPr>
              <a:t>f</a:t>
            </a:r>
            <a:r>
              <a:rPr sz="2000" spc="0" dirty="0" smtClean="0">
                <a:latin typeface="Arial"/>
                <a:cs typeface="Arial"/>
              </a:rPr>
              <a:t>i</a:t>
            </a:r>
            <a:r>
              <a:rPr sz="2000" spc="4" dirty="0" smtClean="0">
                <a:latin typeface="Arial"/>
                <a:cs typeface="Arial"/>
              </a:rPr>
              <a:t>c</a:t>
            </a:r>
            <a:r>
              <a:rPr sz="2000" spc="-9" dirty="0" smtClean="0">
                <a:latin typeface="Arial"/>
                <a:cs typeface="Arial"/>
              </a:rPr>
              <a:t>a</a:t>
            </a:r>
            <a:r>
              <a:rPr sz="2000" spc="0" dirty="0" smtClean="0">
                <a:latin typeface="Arial"/>
                <a:cs typeface="Arial"/>
              </a:rPr>
              <a:t>r</a:t>
            </a:r>
            <a:r>
              <a:rPr sz="2000" spc="325" dirty="0" smtClean="0">
                <a:latin typeface="Arial"/>
                <a:cs typeface="Arial"/>
              </a:rPr>
              <a:t> </a:t>
            </a:r>
            <a:r>
              <a:rPr sz="2000" spc="4" dirty="0" smtClean="0">
                <a:latin typeface="Arial"/>
                <a:cs typeface="Arial"/>
              </a:rPr>
              <a:t>s</a:t>
            </a:r>
            <a:r>
              <a:rPr sz="2000" spc="0" dirty="0" smtClean="0">
                <a:latin typeface="Arial"/>
                <a:cs typeface="Arial"/>
              </a:rPr>
              <a:t>e</a:t>
            </a:r>
            <a:r>
              <a:rPr sz="2000" spc="320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o</a:t>
            </a:r>
            <a:r>
              <a:rPr sz="2000" spc="350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e</a:t>
            </a:r>
            <a:r>
              <a:rPr sz="2000" spc="-4" dirty="0" smtClean="0">
                <a:latin typeface="Arial"/>
                <a:cs typeface="Arial"/>
              </a:rPr>
              <a:t>s</a:t>
            </a:r>
            <a:r>
              <a:rPr sz="2000" spc="4" dirty="0" smtClean="0">
                <a:latin typeface="Arial"/>
                <a:cs typeface="Arial"/>
              </a:rPr>
              <a:t>c</a:t>
            </a:r>
            <a:r>
              <a:rPr sz="2000" spc="-9" dirty="0" smtClean="0">
                <a:latin typeface="Arial"/>
                <a:cs typeface="Arial"/>
              </a:rPr>
              <a:t>o</a:t>
            </a:r>
            <a:r>
              <a:rPr sz="2000" spc="0" dirty="0" smtClean="0">
                <a:latin typeface="Arial"/>
                <a:cs typeface="Arial"/>
              </a:rPr>
              <a:t>am</a:t>
            </a:r>
            <a:r>
              <a:rPr sz="2000" spc="-9" dirty="0" smtClean="0">
                <a:latin typeface="Arial"/>
                <a:cs typeface="Arial"/>
              </a:rPr>
              <a:t>e</a:t>
            </a:r>
            <a:r>
              <a:rPr sz="2000" spc="0" dirty="0" smtClean="0">
                <a:latin typeface="Arial"/>
                <a:cs typeface="Arial"/>
              </a:rPr>
              <a:t>n</a:t>
            </a:r>
            <a:r>
              <a:rPr sz="2000" spc="-14" dirty="0" smtClean="0">
                <a:latin typeface="Arial"/>
                <a:cs typeface="Arial"/>
              </a:rPr>
              <a:t>t</a:t>
            </a:r>
            <a:r>
              <a:rPr sz="2000" spc="0" dirty="0" smtClean="0">
                <a:latin typeface="Arial"/>
                <a:cs typeface="Arial"/>
              </a:rPr>
              <a:t>o</a:t>
            </a:r>
            <a:r>
              <a:rPr sz="2000" spc="345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é laminar	ou	</a:t>
            </a:r>
            <a:r>
              <a:rPr sz="2000" spc="-14" dirty="0" smtClean="0">
                <a:latin typeface="Arial"/>
                <a:cs typeface="Arial"/>
              </a:rPr>
              <a:t>t</a:t>
            </a:r>
            <a:r>
              <a:rPr sz="2000" spc="0" dirty="0" smtClean="0">
                <a:latin typeface="Arial"/>
                <a:cs typeface="Arial"/>
              </a:rPr>
              <a:t>u</a:t>
            </a:r>
            <a:r>
              <a:rPr sz="2000" spc="4" dirty="0" smtClean="0">
                <a:latin typeface="Arial"/>
                <a:cs typeface="Arial"/>
              </a:rPr>
              <a:t>r</a:t>
            </a:r>
            <a:r>
              <a:rPr sz="2000" spc="-9" dirty="0" smtClean="0">
                <a:latin typeface="Arial"/>
                <a:cs typeface="Arial"/>
              </a:rPr>
              <a:t>b</a:t>
            </a:r>
            <a:r>
              <a:rPr sz="2000" spc="0" dirty="0" smtClean="0">
                <a:latin typeface="Arial"/>
                <a:cs typeface="Arial"/>
              </a:rPr>
              <a:t>ulen</a:t>
            </a:r>
            <a:r>
              <a:rPr sz="2000" spc="-4" dirty="0" smtClean="0">
                <a:latin typeface="Arial"/>
                <a:cs typeface="Arial"/>
              </a:rPr>
              <a:t>t</a:t>
            </a:r>
            <a:r>
              <a:rPr sz="2000" spc="0" dirty="0" smtClean="0">
                <a:latin typeface="Arial"/>
                <a:cs typeface="Arial"/>
              </a:rPr>
              <a:t>o	</a:t>
            </a:r>
            <a:r>
              <a:rPr sz="2000" spc="4" dirty="0" smtClean="0">
                <a:latin typeface="Arial"/>
                <a:cs typeface="Arial"/>
              </a:rPr>
              <a:t>s</a:t>
            </a:r>
            <a:r>
              <a:rPr sz="2000" spc="-9" dirty="0" smtClean="0">
                <a:latin typeface="Arial"/>
                <a:cs typeface="Arial"/>
              </a:rPr>
              <a:t>a</a:t>
            </a:r>
            <a:r>
              <a:rPr sz="2000" spc="0" dirty="0" smtClean="0">
                <a:latin typeface="Arial"/>
                <a:cs typeface="Arial"/>
              </a:rPr>
              <a:t>bend</a:t>
            </a:r>
            <a:r>
              <a:rPr sz="2000" spc="-9" dirty="0" smtClean="0">
                <a:latin typeface="Arial"/>
                <a:cs typeface="Arial"/>
              </a:rPr>
              <a:t>o-</a:t>
            </a:r>
            <a:r>
              <a:rPr sz="2000" spc="4" dirty="0" smtClean="0">
                <a:latin typeface="Arial"/>
                <a:cs typeface="Arial"/>
              </a:rPr>
              <a:t>s</a:t>
            </a:r>
            <a:r>
              <a:rPr sz="2000" spc="0" dirty="0" smtClean="0">
                <a:latin typeface="Arial"/>
                <a:cs typeface="Arial"/>
              </a:rPr>
              <a:t>e	q</a:t>
            </a:r>
            <a:r>
              <a:rPr sz="2000" spc="-9" dirty="0" smtClean="0">
                <a:latin typeface="Arial"/>
                <a:cs typeface="Arial"/>
              </a:rPr>
              <a:t>u</a:t>
            </a:r>
            <a:r>
              <a:rPr sz="2000" spc="0" dirty="0" smtClean="0">
                <a:latin typeface="Arial"/>
                <a:cs typeface="Arial"/>
              </a:rPr>
              <a:t>e	em	uma	</a:t>
            </a:r>
            <a:r>
              <a:rPr sz="2000" spc="-4" dirty="0" smtClean="0">
                <a:latin typeface="Arial"/>
                <a:cs typeface="Arial"/>
              </a:rPr>
              <a:t>t</a:t>
            </a:r>
            <a:r>
              <a:rPr sz="2000" spc="0" dirty="0" smtClean="0">
                <a:latin typeface="Arial"/>
                <a:cs typeface="Arial"/>
              </a:rPr>
              <a:t>ubul</a:t>
            </a:r>
            <a:r>
              <a:rPr sz="2000" spc="-9" dirty="0" smtClean="0">
                <a:latin typeface="Arial"/>
                <a:cs typeface="Arial"/>
              </a:rPr>
              <a:t>a</a:t>
            </a:r>
            <a:r>
              <a:rPr sz="2000" spc="9" dirty="0" smtClean="0">
                <a:latin typeface="Arial"/>
                <a:cs typeface="Arial"/>
              </a:rPr>
              <a:t>ç</a:t>
            </a:r>
            <a:r>
              <a:rPr sz="2000" spc="0" dirty="0" smtClean="0">
                <a:latin typeface="Arial"/>
                <a:cs typeface="Arial"/>
              </a:rPr>
              <a:t>ão	</a:t>
            </a:r>
            <a:r>
              <a:rPr sz="2000" spc="4" dirty="0" smtClean="0">
                <a:latin typeface="Arial"/>
                <a:cs typeface="Arial"/>
              </a:rPr>
              <a:t>c</a:t>
            </a:r>
            <a:r>
              <a:rPr sz="2000" spc="-9" dirty="0" smtClean="0">
                <a:latin typeface="Arial"/>
                <a:cs typeface="Arial"/>
              </a:rPr>
              <a:t>o</a:t>
            </a:r>
            <a:r>
              <a:rPr sz="2000" spc="0" dirty="0" smtClean="0">
                <a:latin typeface="Arial"/>
                <a:cs typeface="Arial"/>
              </a:rPr>
              <a:t>m</a:t>
            </a:r>
            <a:endParaRPr sz="20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238384" y="1695333"/>
            <a:ext cx="208978" cy="2158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635"/>
              </a:lnSpc>
              <a:spcBef>
                <a:spcPts val="81"/>
              </a:spcBef>
            </a:pPr>
            <a:r>
              <a:rPr sz="1500" spc="208" dirty="0" smtClean="0">
                <a:solidFill>
                  <a:srgbClr val="65FF32"/>
                </a:solidFill>
                <a:latin typeface="Arial"/>
                <a:cs typeface="Arial"/>
              </a:rPr>
              <a:t>□</a:t>
            </a:r>
            <a:endParaRPr sz="15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581289" y="2249947"/>
            <a:ext cx="3899897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0" dirty="0" smtClean="0">
                <a:latin typeface="Arial"/>
                <a:cs typeface="Arial"/>
              </a:rPr>
              <a:t>diâme</a:t>
            </a:r>
            <a:r>
              <a:rPr sz="2000" spc="-14" dirty="0" smtClean="0">
                <a:latin typeface="Arial"/>
                <a:cs typeface="Arial"/>
              </a:rPr>
              <a:t>t</a:t>
            </a:r>
            <a:r>
              <a:rPr sz="2000" spc="4" dirty="0" smtClean="0">
                <a:latin typeface="Arial"/>
                <a:cs typeface="Arial"/>
              </a:rPr>
              <a:t>r</a:t>
            </a:r>
            <a:r>
              <a:rPr sz="2000" spc="0" dirty="0" smtClean="0">
                <a:latin typeface="Arial"/>
                <a:cs typeface="Arial"/>
              </a:rPr>
              <a:t>o</a:t>
            </a:r>
            <a:r>
              <a:rPr sz="2000" spc="-14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de </a:t>
            </a:r>
            <a:r>
              <a:rPr sz="2000" spc="-9" dirty="0" smtClean="0">
                <a:latin typeface="Arial"/>
                <a:cs typeface="Arial"/>
              </a:rPr>
              <a:t>4</a:t>
            </a:r>
            <a:r>
              <a:rPr sz="2000" spc="4" dirty="0" smtClean="0">
                <a:latin typeface="Arial"/>
                <a:cs typeface="Arial"/>
              </a:rPr>
              <a:t>c</a:t>
            </a:r>
            <a:r>
              <a:rPr sz="2000" spc="0" dirty="0" smtClean="0">
                <a:latin typeface="Arial"/>
                <a:cs typeface="Arial"/>
              </a:rPr>
              <a:t>m</a:t>
            </a:r>
            <a:r>
              <a:rPr sz="2000" spc="-19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e</a:t>
            </a:r>
            <a:r>
              <a:rPr sz="2000" spc="-4" dirty="0" smtClean="0">
                <a:latin typeface="Arial"/>
                <a:cs typeface="Arial"/>
              </a:rPr>
              <a:t>s</a:t>
            </a:r>
            <a:r>
              <a:rPr sz="2000" spc="4" dirty="0" smtClean="0">
                <a:latin typeface="Arial"/>
                <a:cs typeface="Arial"/>
              </a:rPr>
              <a:t>c</a:t>
            </a:r>
            <a:r>
              <a:rPr sz="2000" spc="-9" dirty="0" smtClean="0">
                <a:latin typeface="Arial"/>
                <a:cs typeface="Arial"/>
              </a:rPr>
              <a:t>o</a:t>
            </a:r>
            <a:r>
              <a:rPr sz="2000" spc="0" dirty="0" smtClean="0">
                <a:latin typeface="Arial"/>
                <a:cs typeface="Arial"/>
              </a:rPr>
              <a:t>a á</a:t>
            </a:r>
            <a:r>
              <a:rPr sz="2000" spc="-9" dirty="0" smtClean="0">
                <a:latin typeface="Arial"/>
                <a:cs typeface="Arial"/>
              </a:rPr>
              <a:t>g</a:t>
            </a:r>
            <a:r>
              <a:rPr sz="2000" spc="0" dirty="0" smtClean="0">
                <a:latin typeface="Arial"/>
                <a:cs typeface="Arial"/>
              </a:rPr>
              <a:t>ua </a:t>
            </a:r>
            <a:r>
              <a:rPr sz="2000" spc="-4" dirty="0" smtClean="0">
                <a:latin typeface="Arial"/>
                <a:cs typeface="Arial"/>
              </a:rPr>
              <a:t>c</a:t>
            </a:r>
            <a:r>
              <a:rPr sz="2000" spc="0" dirty="0" smtClean="0">
                <a:latin typeface="Arial"/>
                <a:cs typeface="Arial"/>
              </a:rPr>
              <a:t>om</a:t>
            </a:r>
            <a:endParaRPr sz="20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473240" y="2249947"/>
            <a:ext cx="571426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0" dirty="0" smtClean="0">
                <a:latin typeface="Arial"/>
                <a:cs typeface="Arial"/>
              </a:rPr>
              <a:t>uma</a:t>
            </a:r>
            <a:endParaRPr sz="20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035557" y="2249947"/>
            <a:ext cx="1293561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-4" dirty="0" smtClean="0">
                <a:latin typeface="Arial"/>
                <a:cs typeface="Arial"/>
              </a:rPr>
              <a:t>v</a:t>
            </a:r>
            <a:r>
              <a:rPr sz="2000" spc="0" dirty="0" smtClean="0">
                <a:latin typeface="Arial"/>
                <a:cs typeface="Arial"/>
              </a:rPr>
              <a:t>elo</a:t>
            </a:r>
            <a:r>
              <a:rPr sz="2000" spc="4" dirty="0" smtClean="0">
                <a:latin typeface="Arial"/>
                <a:cs typeface="Arial"/>
              </a:rPr>
              <a:t>c</a:t>
            </a:r>
            <a:r>
              <a:rPr sz="2000" spc="0" dirty="0" smtClean="0">
                <a:latin typeface="Arial"/>
                <a:cs typeface="Arial"/>
              </a:rPr>
              <a:t>idade</a:t>
            </a:r>
            <a:endParaRPr sz="20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321535" y="2249947"/>
            <a:ext cx="358069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-9" dirty="0" smtClean="0">
                <a:latin typeface="Arial"/>
                <a:cs typeface="Arial"/>
              </a:rPr>
              <a:t>d</a:t>
            </a:r>
            <a:r>
              <a:rPr sz="2000" spc="0" dirty="0" smtClean="0">
                <a:latin typeface="Arial"/>
                <a:cs typeface="Arial"/>
              </a:rPr>
              <a:t>e</a:t>
            </a:r>
            <a:endParaRPr sz="20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673543" y="2249947"/>
            <a:ext cx="1049876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0" dirty="0" smtClean="0">
                <a:latin typeface="Arial"/>
                <a:cs typeface="Arial"/>
              </a:rPr>
              <a:t>0,</a:t>
            </a:r>
            <a:r>
              <a:rPr sz="2000" spc="-9" dirty="0" smtClean="0">
                <a:latin typeface="Arial"/>
                <a:cs typeface="Arial"/>
              </a:rPr>
              <a:t>0</a:t>
            </a:r>
            <a:r>
              <a:rPr sz="2000" spc="0" dirty="0" smtClean="0">
                <a:latin typeface="Arial"/>
                <a:cs typeface="Arial"/>
              </a:rPr>
              <a:t>5m</a:t>
            </a:r>
            <a:r>
              <a:rPr sz="2000" spc="-14" dirty="0" smtClean="0">
                <a:latin typeface="Arial"/>
                <a:cs typeface="Arial"/>
              </a:rPr>
              <a:t>/</a:t>
            </a:r>
            <a:r>
              <a:rPr sz="2000" spc="4" dirty="0" smtClean="0">
                <a:latin typeface="Arial"/>
                <a:cs typeface="Arial"/>
              </a:rPr>
              <a:t>s</a:t>
            </a:r>
            <a:r>
              <a:rPr sz="2000" spc="0" dirty="0" smtClean="0">
                <a:latin typeface="Arial"/>
                <a:cs typeface="Arial"/>
              </a:rPr>
              <a:t>.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10"/>
          <p:cNvSpPr/>
          <p:nvPr/>
        </p:nvSpPr>
        <p:spPr>
          <a:xfrm>
            <a:off x="2970153" y="5742431"/>
            <a:ext cx="1080515" cy="161543"/>
          </a:xfrm>
          <a:custGeom>
            <a:avLst/>
            <a:gdLst/>
            <a:ahLst/>
            <a:cxnLst/>
            <a:rect l="l" t="t" r="r" b="b"/>
            <a:pathLst>
              <a:path w="1080515" h="161543">
                <a:moveTo>
                  <a:pt x="810767" y="106679"/>
                </a:moveTo>
                <a:lnTo>
                  <a:pt x="810767" y="0"/>
                </a:lnTo>
                <a:lnTo>
                  <a:pt x="0" y="0"/>
                </a:lnTo>
                <a:lnTo>
                  <a:pt x="0" y="106679"/>
                </a:lnTo>
                <a:lnTo>
                  <a:pt x="810767" y="106679"/>
                </a:lnTo>
                <a:close/>
              </a:path>
              <a:path w="1080515" h="161543">
                <a:moveTo>
                  <a:pt x="1080515" y="53339"/>
                </a:moveTo>
                <a:lnTo>
                  <a:pt x="810767" y="-54863"/>
                </a:lnTo>
                <a:lnTo>
                  <a:pt x="810767" y="161543"/>
                </a:lnTo>
                <a:lnTo>
                  <a:pt x="1080515" y="53339"/>
                </a:lnTo>
                <a:close/>
              </a:path>
            </a:pathLst>
          </a:custGeom>
          <a:solidFill>
            <a:srgbClr val="FF32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970153" y="5687567"/>
            <a:ext cx="1080515" cy="216407"/>
          </a:xfrm>
          <a:custGeom>
            <a:avLst/>
            <a:gdLst/>
            <a:ahLst/>
            <a:cxnLst/>
            <a:rect l="l" t="t" r="r" b="b"/>
            <a:pathLst>
              <a:path w="1080515" h="216407">
                <a:moveTo>
                  <a:pt x="810767" y="0"/>
                </a:moveTo>
                <a:lnTo>
                  <a:pt x="810767" y="54863"/>
                </a:lnTo>
                <a:lnTo>
                  <a:pt x="0" y="54863"/>
                </a:lnTo>
                <a:lnTo>
                  <a:pt x="0" y="161543"/>
                </a:lnTo>
                <a:lnTo>
                  <a:pt x="810767" y="161543"/>
                </a:lnTo>
                <a:lnTo>
                  <a:pt x="810767" y="216407"/>
                </a:lnTo>
                <a:lnTo>
                  <a:pt x="1080515" y="108203"/>
                </a:lnTo>
                <a:lnTo>
                  <a:pt x="810767" y="0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310017" y="1034143"/>
            <a:ext cx="2519034" cy="4825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779"/>
              </a:lnSpc>
              <a:spcBef>
                <a:spcPts val="189"/>
              </a:spcBef>
            </a:pPr>
            <a:r>
              <a:rPr sz="3600" spc="0" dirty="0" smtClean="0">
                <a:solidFill>
                  <a:srgbClr val="00CC65"/>
                </a:solidFill>
                <a:latin typeface="Arial"/>
                <a:cs typeface="Arial"/>
              </a:rPr>
              <a:t>Exerc</a:t>
            </a:r>
            <a:r>
              <a:rPr sz="3600" spc="-14" dirty="0" smtClean="0">
                <a:solidFill>
                  <a:srgbClr val="00CC65"/>
                </a:solidFill>
                <a:latin typeface="Arial"/>
                <a:cs typeface="Arial"/>
              </a:rPr>
              <a:t>í</a:t>
            </a:r>
            <a:r>
              <a:rPr sz="3600" spc="0" dirty="0" smtClean="0">
                <a:solidFill>
                  <a:srgbClr val="00CC65"/>
                </a:solidFill>
                <a:latin typeface="Arial"/>
                <a:cs typeface="Arial"/>
              </a:rPr>
              <a:t>c</a:t>
            </a:r>
            <a:r>
              <a:rPr sz="3600" spc="-4" dirty="0" smtClean="0">
                <a:solidFill>
                  <a:srgbClr val="00CC65"/>
                </a:solidFill>
                <a:latin typeface="Arial"/>
                <a:cs typeface="Arial"/>
              </a:rPr>
              <a:t>i</a:t>
            </a:r>
            <a:r>
              <a:rPr sz="3600" spc="0" dirty="0" smtClean="0">
                <a:solidFill>
                  <a:srgbClr val="00CC65"/>
                </a:solidFill>
                <a:latin typeface="Arial"/>
                <a:cs typeface="Arial"/>
              </a:rPr>
              <a:t>o </a:t>
            </a:r>
            <a:r>
              <a:rPr sz="3600" spc="154" dirty="0" smtClean="0">
                <a:solidFill>
                  <a:srgbClr val="00CC65"/>
                </a:solidFill>
                <a:latin typeface="Arial"/>
                <a:cs typeface="Arial"/>
              </a:rPr>
              <a:t> </a:t>
            </a:r>
            <a:r>
              <a:rPr sz="3600" spc="0" dirty="0" smtClean="0">
                <a:solidFill>
                  <a:srgbClr val="00CC65"/>
                </a:solidFill>
                <a:latin typeface="Arial"/>
                <a:cs typeface="Arial"/>
              </a:rPr>
              <a:t>1</a:t>
            </a:r>
            <a:endParaRPr sz="36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581289" y="1643395"/>
            <a:ext cx="7980492" cy="52374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indent="0">
              <a:lnSpc>
                <a:spcPts val="1920"/>
              </a:lnSpc>
              <a:spcBef>
                <a:spcPts val="281"/>
              </a:spcBef>
              <a:tabLst>
                <a:tab pos="1028700" algn="l"/>
                <a:tab pos="1498600" algn="l"/>
                <a:tab pos="2806700" algn="l"/>
                <a:tab pos="4318000" algn="l"/>
                <a:tab pos="4927600" algn="l"/>
                <a:tab pos="5473700" algn="l"/>
                <a:tab pos="6146800" algn="l"/>
                <a:tab pos="7442200" algn="l"/>
              </a:tabLst>
            </a:pPr>
            <a:r>
              <a:rPr sz="2000" spc="0" dirty="0" smtClean="0">
                <a:latin typeface="Arial"/>
                <a:cs typeface="Arial"/>
              </a:rPr>
              <a:t>1)</a:t>
            </a:r>
            <a:r>
              <a:rPr sz="2000" spc="336" dirty="0" smtClean="0">
                <a:latin typeface="Arial"/>
                <a:cs typeface="Arial"/>
              </a:rPr>
              <a:t> </a:t>
            </a:r>
            <a:r>
              <a:rPr sz="2000" spc="-9" dirty="0" smtClean="0">
                <a:latin typeface="Arial"/>
                <a:cs typeface="Arial"/>
              </a:rPr>
              <a:t>C</a:t>
            </a:r>
            <a:r>
              <a:rPr sz="2000" spc="0" dirty="0" smtClean="0">
                <a:latin typeface="Arial"/>
                <a:cs typeface="Arial"/>
              </a:rPr>
              <a:t>al</a:t>
            </a:r>
            <a:r>
              <a:rPr sz="2000" spc="4" dirty="0" smtClean="0">
                <a:latin typeface="Arial"/>
                <a:cs typeface="Arial"/>
              </a:rPr>
              <a:t>c</a:t>
            </a:r>
            <a:r>
              <a:rPr sz="2000" spc="0" dirty="0" smtClean="0">
                <a:latin typeface="Arial"/>
                <a:cs typeface="Arial"/>
              </a:rPr>
              <a:t>ul</a:t>
            </a:r>
            <a:r>
              <a:rPr sz="2000" spc="-9" dirty="0" smtClean="0">
                <a:latin typeface="Arial"/>
                <a:cs typeface="Arial"/>
              </a:rPr>
              <a:t>a</a:t>
            </a:r>
            <a:r>
              <a:rPr sz="2000" spc="0" dirty="0" smtClean="0">
                <a:latin typeface="Arial"/>
                <a:cs typeface="Arial"/>
              </a:rPr>
              <a:t>r</a:t>
            </a:r>
            <a:r>
              <a:rPr sz="2000" spc="336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o</a:t>
            </a:r>
            <a:r>
              <a:rPr sz="2000" spc="320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núm</a:t>
            </a:r>
            <a:r>
              <a:rPr sz="2000" spc="-9" dirty="0" smtClean="0">
                <a:latin typeface="Arial"/>
                <a:cs typeface="Arial"/>
              </a:rPr>
              <a:t>e</a:t>
            </a:r>
            <a:r>
              <a:rPr sz="2000" spc="4" dirty="0" smtClean="0">
                <a:latin typeface="Arial"/>
                <a:cs typeface="Arial"/>
              </a:rPr>
              <a:t>r</a:t>
            </a:r>
            <a:r>
              <a:rPr sz="2000" spc="0" dirty="0" smtClean="0">
                <a:latin typeface="Arial"/>
                <a:cs typeface="Arial"/>
              </a:rPr>
              <a:t>o</a:t>
            </a:r>
            <a:r>
              <a:rPr sz="2000" spc="320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de</a:t>
            </a:r>
            <a:r>
              <a:rPr sz="2000" spc="320" dirty="0" smtClean="0">
                <a:latin typeface="Arial"/>
                <a:cs typeface="Arial"/>
              </a:rPr>
              <a:t> </a:t>
            </a:r>
            <a:r>
              <a:rPr sz="2000" spc="4" dirty="0" smtClean="0">
                <a:latin typeface="Arial"/>
                <a:cs typeface="Arial"/>
              </a:rPr>
              <a:t>R</a:t>
            </a:r>
            <a:r>
              <a:rPr sz="2000" spc="0" dirty="0" smtClean="0">
                <a:latin typeface="Arial"/>
                <a:cs typeface="Arial"/>
              </a:rPr>
              <a:t>e</a:t>
            </a:r>
            <a:r>
              <a:rPr sz="2000" spc="-4" dirty="0" smtClean="0">
                <a:latin typeface="Arial"/>
                <a:cs typeface="Arial"/>
              </a:rPr>
              <a:t>y</a:t>
            </a:r>
            <a:r>
              <a:rPr sz="2000" spc="0" dirty="0" smtClean="0">
                <a:latin typeface="Arial"/>
                <a:cs typeface="Arial"/>
              </a:rPr>
              <a:t>nolds</a:t>
            </a:r>
            <a:r>
              <a:rPr sz="2000" spc="325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e</a:t>
            </a:r>
            <a:r>
              <a:rPr sz="2000" spc="330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iden</a:t>
            </a:r>
            <a:r>
              <a:rPr sz="2000" spc="-4" dirty="0" smtClean="0">
                <a:latin typeface="Arial"/>
                <a:cs typeface="Arial"/>
              </a:rPr>
              <a:t>t</a:t>
            </a:r>
            <a:r>
              <a:rPr sz="2000" spc="0" dirty="0" smtClean="0">
                <a:latin typeface="Arial"/>
                <a:cs typeface="Arial"/>
              </a:rPr>
              <a:t>i</a:t>
            </a:r>
            <a:r>
              <a:rPr sz="2000" spc="-4" dirty="0" smtClean="0">
                <a:latin typeface="Arial"/>
                <a:cs typeface="Arial"/>
              </a:rPr>
              <a:t>f</a:t>
            </a:r>
            <a:r>
              <a:rPr sz="2000" spc="0" dirty="0" smtClean="0">
                <a:latin typeface="Arial"/>
                <a:cs typeface="Arial"/>
              </a:rPr>
              <a:t>i</a:t>
            </a:r>
            <a:r>
              <a:rPr sz="2000" spc="4" dirty="0" smtClean="0">
                <a:latin typeface="Arial"/>
                <a:cs typeface="Arial"/>
              </a:rPr>
              <a:t>c</a:t>
            </a:r>
            <a:r>
              <a:rPr sz="2000" spc="-9" dirty="0" smtClean="0">
                <a:latin typeface="Arial"/>
                <a:cs typeface="Arial"/>
              </a:rPr>
              <a:t>a</a:t>
            </a:r>
            <a:r>
              <a:rPr sz="2000" spc="0" dirty="0" smtClean="0">
                <a:latin typeface="Arial"/>
                <a:cs typeface="Arial"/>
              </a:rPr>
              <a:t>r</a:t>
            </a:r>
            <a:r>
              <a:rPr sz="2000" spc="325" dirty="0" smtClean="0">
                <a:latin typeface="Arial"/>
                <a:cs typeface="Arial"/>
              </a:rPr>
              <a:t> </a:t>
            </a:r>
            <a:r>
              <a:rPr sz="2000" spc="4" dirty="0" smtClean="0">
                <a:latin typeface="Arial"/>
                <a:cs typeface="Arial"/>
              </a:rPr>
              <a:t>s</a:t>
            </a:r>
            <a:r>
              <a:rPr sz="2000" spc="0" dirty="0" smtClean="0">
                <a:latin typeface="Arial"/>
                <a:cs typeface="Arial"/>
              </a:rPr>
              <a:t>e</a:t>
            </a:r>
            <a:r>
              <a:rPr sz="2000" spc="320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o</a:t>
            </a:r>
            <a:r>
              <a:rPr sz="2000" spc="350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e</a:t>
            </a:r>
            <a:r>
              <a:rPr sz="2000" spc="-4" dirty="0" smtClean="0">
                <a:latin typeface="Arial"/>
                <a:cs typeface="Arial"/>
              </a:rPr>
              <a:t>s</a:t>
            </a:r>
            <a:r>
              <a:rPr sz="2000" spc="4" dirty="0" smtClean="0">
                <a:latin typeface="Arial"/>
                <a:cs typeface="Arial"/>
              </a:rPr>
              <a:t>c</a:t>
            </a:r>
            <a:r>
              <a:rPr sz="2000" spc="-9" dirty="0" smtClean="0">
                <a:latin typeface="Arial"/>
                <a:cs typeface="Arial"/>
              </a:rPr>
              <a:t>o</a:t>
            </a:r>
            <a:r>
              <a:rPr sz="2000" spc="0" dirty="0" smtClean="0">
                <a:latin typeface="Arial"/>
                <a:cs typeface="Arial"/>
              </a:rPr>
              <a:t>am</a:t>
            </a:r>
            <a:r>
              <a:rPr sz="2000" spc="-9" dirty="0" smtClean="0">
                <a:latin typeface="Arial"/>
                <a:cs typeface="Arial"/>
              </a:rPr>
              <a:t>e</a:t>
            </a:r>
            <a:r>
              <a:rPr sz="2000" spc="0" dirty="0" smtClean="0">
                <a:latin typeface="Arial"/>
                <a:cs typeface="Arial"/>
              </a:rPr>
              <a:t>n</a:t>
            </a:r>
            <a:r>
              <a:rPr sz="2000" spc="-14" dirty="0" smtClean="0">
                <a:latin typeface="Arial"/>
                <a:cs typeface="Arial"/>
              </a:rPr>
              <a:t>t</a:t>
            </a:r>
            <a:r>
              <a:rPr sz="2000" spc="0" dirty="0" smtClean="0">
                <a:latin typeface="Arial"/>
                <a:cs typeface="Arial"/>
              </a:rPr>
              <a:t>o</a:t>
            </a:r>
            <a:r>
              <a:rPr sz="2000" spc="345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é laminar	ou	</a:t>
            </a:r>
            <a:r>
              <a:rPr sz="2000" spc="-14" dirty="0" smtClean="0">
                <a:latin typeface="Arial"/>
                <a:cs typeface="Arial"/>
              </a:rPr>
              <a:t>t</a:t>
            </a:r>
            <a:r>
              <a:rPr sz="2000" spc="0" dirty="0" smtClean="0">
                <a:latin typeface="Arial"/>
                <a:cs typeface="Arial"/>
              </a:rPr>
              <a:t>u</a:t>
            </a:r>
            <a:r>
              <a:rPr sz="2000" spc="4" dirty="0" smtClean="0">
                <a:latin typeface="Arial"/>
                <a:cs typeface="Arial"/>
              </a:rPr>
              <a:t>r</a:t>
            </a:r>
            <a:r>
              <a:rPr sz="2000" spc="-9" dirty="0" smtClean="0">
                <a:latin typeface="Arial"/>
                <a:cs typeface="Arial"/>
              </a:rPr>
              <a:t>b</a:t>
            </a:r>
            <a:r>
              <a:rPr sz="2000" spc="0" dirty="0" smtClean="0">
                <a:latin typeface="Arial"/>
                <a:cs typeface="Arial"/>
              </a:rPr>
              <a:t>ulen</a:t>
            </a:r>
            <a:r>
              <a:rPr sz="2000" spc="-4" dirty="0" smtClean="0">
                <a:latin typeface="Arial"/>
                <a:cs typeface="Arial"/>
              </a:rPr>
              <a:t>t</a:t>
            </a:r>
            <a:r>
              <a:rPr sz="2000" spc="0" dirty="0" smtClean="0">
                <a:latin typeface="Arial"/>
                <a:cs typeface="Arial"/>
              </a:rPr>
              <a:t>o	</a:t>
            </a:r>
            <a:r>
              <a:rPr sz="2000" spc="4" dirty="0" smtClean="0">
                <a:latin typeface="Arial"/>
                <a:cs typeface="Arial"/>
              </a:rPr>
              <a:t>s</a:t>
            </a:r>
            <a:r>
              <a:rPr sz="2000" spc="-9" dirty="0" smtClean="0">
                <a:latin typeface="Arial"/>
                <a:cs typeface="Arial"/>
              </a:rPr>
              <a:t>a</a:t>
            </a:r>
            <a:r>
              <a:rPr sz="2000" spc="0" dirty="0" smtClean="0">
                <a:latin typeface="Arial"/>
                <a:cs typeface="Arial"/>
              </a:rPr>
              <a:t>bend</a:t>
            </a:r>
            <a:r>
              <a:rPr sz="2000" spc="-9" dirty="0" smtClean="0">
                <a:latin typeface="Arial"/>
                <a:cs typeface="Arial"/>
              </a:rPr>
              <a:t>o-</a:t>
            </a:r>
            <a:r>
              <a:rPr sz="2000" spc="4" dirty="0" smtClean="0">
                <a:latin typeface="Arial"/>
                <a:cs typeface="Arial"/>
              </a:rPr>
              <a:t>s</a:t>
            </a:r>
            <a:r>
              <a:rPr sz="2000" spc="0" dirty="0" smtClean="0">
                <a:latin typeface="Arial"/>
                <a:cs typeface="Arial"/>
              </a:rPr>
              <a:t>e	q</a:t>
            </a:r>
            <a:r>
              <a:rPr sz="2000" spc="-9" dirty="0" smtClean="0">
                <a:latin typeface="Arial"/>
                <a:cs typeface="Arial"/>
              </a:rPr>
              <a:t>u</a:t>
            </a:r>
            <a:r>
              <a:rPr sz="2000" spc="0" dirty="0" smtClean="0">
                <a:latin typeface="Arial"/>
                <a:cs typeface="Arial"/>
              </a:rPr>
              <a:t>e	em	uma	</a:t>
            </a:r>
            <a:r>
              <a:rPr sz="2000" spc="-4" dirty="0" smtClean="0">
                <a:latin typeface="Arial"/>
                <a:cs typeface="Arial"/>
              </a:rPr>
              <a:t>t</a:t>
            </a:r>
            <a:r>
              <a:rPr sz="2000" spc="0" dirty="0" smtClean="0">
                <a:latin typeface="Arial"/>
                <a:cs typeface="Arial"/>
              </a:rPr>
              <a:t>ubul</a:t>
            </a:r>
            <a:r>
              <a:rPr sz="2000" spc="-9" dirty="0" smtClean="0">
                <a:latin typeface="Arial"/>
                <a:cs typeface="Arial"/>
              </a:rPr>
              <a:t>a</a:t>
            </a:r>
            <a:r>
              <a:rPr sz="2000" spc="9" dirty="0" smtClean="0">
                <a:latin typeface="Arial"/>
                <a:cs typeface="Arial"/>
              </a:rPr>
              <a:t>ç</a:t>
            </a:r>
            <a:r>
              <a:rPr sz="2000" spc="0" dirty="0" smtClean="0">
                <a:latin typeface="Arial"/>
                <a:cs typeface="Arial"/>
              </a:rPr>
              <a:t>ão	</a:t>
            </a:r>
            <a:r>
              <a:rPr sz="2000" spc="4" dirty="0" smtClean="0">
                <a:latin typeface="Arial"/>
                <a:cs typeface="Arial"/>
              </a:rPr>
              <a:t>c</a:t>
            </a:r>
            <a:r>
              <a:rPr sz="2000" spc="-9" dirty="0" smtClean="0">
                <a:latin typeface="Arial"/>
                <a:cs typeface="Arial"/>
              </a:rPr>
              <a:t>o</a:t>
            </a:r>
            <a:r>
              <a:rPr sz="2000" spc="0" dirty="0" smtClean="0">
                <a:latin typeface="Arial"/>
                <a:cs typeface="Arial"/>
              </a:rPr>
              <a:t>m</a:t>
            </a:r>
            <a:endParaRPr sz="20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238384" y="1695333"/>
            <a:ext cx="208978" cy="2158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635"/>
              </a:lnSpc>
              <a:spcBef>
                <a:spcPts val="81"/>
              </a:spcBef>
            </a:pPr>
            <a:r>
              <a:rPr sz="1500" spc="208" dirty="0" smtClean="0">
                <a:solidFill>
                  <a:srgbClr val="65FF32"/>
                </a:solidFill>
                <a:latin typeface="Arial"/>
                <a:cs typeface="Arial"/>
              </a:rPr>
              <a:t>□</a:t>
            </a:r>
            <a:endParaRPr sz="15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581289" y="2249947"/>
            <a:ext cx="3899897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0" dirty="0" smtClean="0">
                <a:latin typeface="Arial"/>
                <a:cs typeface="Arial"/>
              </a:rPr>
              <a:t>diâme</a:t>
            </a:r>
            <a:r>
              <a:rPr sz="2000" spc="-14" dirty="0" smtClean="0">
                <a:latin typeface="Arial"/>
                <a:cs typeface="Arial"/>
              </a:rPr>
              <a:t>t</a:t>
            </a:r>
            <a:r>
              <a:rPr sz="2000" spc="4" dirty="0" smtClean="0">
                <a:latin typeface="Arial"/>
                <a:cs typeface="Arial"/>
              </a:rPr>
              <a:t>r</a:t>
            </a:r>
            <a:r>
              <a:rPr sz="2000" spc="0" dirty="0" smtClean="0">
                <a:latin typeface="Arial"/>
                <a:cs typeface="Arial"/>
              </a:rPr>
              <a:t>o</a:t>
            </a:r>
            <a:r>
              <a:rPr sz="2000" spc="-14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de </a:t>
            </a:r>
            <a:r>
              <a:rPr sz="2000" spc="-9" dirty="0" smtClean="0">
                <a:latin typeface="Arial"/>
                <a:cs typeface="Arial"/>
              </a:rPr>
              <a:t>4</a:t>
            </a:r>
            <a:r>
              <a:rPr sz="2000" spc="4" dirty="0" smtClean="0">
                <a:latin typeface="Arial"/>
                <a:cs typeface="Arial"/>
              </a:rPr>
              <a:t>c</a:t>
            </a:r>
            <a:r>
              <a:rPr sz="2000" spc="0" dirty="0" smtClean="0">
                <a:latin typeface="Arial"/>
                <a:cs typeface="Arial"/>
              </a:rPr>
              <a:t>m</a:t>
            </a:r>
            <a:r>
              <a:rPr sz="2000" spc="-19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e</a:t>
            </a:r>
            <a:r>
              <a:rPr sz="2000" spc="-4" dirty="0" smtClean="0">
                <a:latin typeface="Arial"/>
                <a:cs typeface="Arial"/>
              </a:rPr>
              <a:t>s</a:t>
            </a:r>
            <a:r>
              <a:rPr sz="2000" spc="4" dirty="0" smtClean="0">
                <a:latin typeface="Arial"/>
                <a:cs typeface="Arial"/>
              </a:rPr>
              <a:t>c</a:t>
            </a:r>
            <a:r>
              <a:rPr sz="2000" spc="-9" dirty="0" smtClean="0">
                <a:latin typeface="Arial"/>
                <a:cs typeface="Arial"/>
              </a:rPr>
              <a:t>o</a:t>
            </a:r>
            <a:r>
              <a:rPr sz="2000" spc="0" dirty="0" smtClean="0">
                <a:latin typeface="Arial"/>
                <a:cs typeface="Arial"/>
              </a:rPr>
              <a:t>a á</a:t>
            </a:r>
            <a:r>
              <a:rPr sz="2000" spc="-9" dirty="0" smtClean="0">
                <a:latin typeface="Arial"/>
                <a:cs typeface="Arial"/>
              </a:rPr>
              <a:t>g</a:t>
            </a:r>
            <a:r>
              <a:rPr sz="2000" spc="0" dirty="0" smtClean="0">
                <a:latin typeface="Arial"/>
                <a:cs typeface="Arial"/>
              </a:rPr>
              <a:t>ua </a:t>
            </a:r>
            <a:r>
              <a:rPr sz="2000" spc="-4" dirty="0" smtClean="0">
                <a:latin typeface="Arial"/>
                <a:cs typeface="Arial"/>
              </a:rPr>
              <a:t>c</a:t>
            </a:r>
            <a:r>
              <a:rPr sz="2000" spc="0" dirty="0" smtClean="0">
                <a:latin typeface="Arial"/>
                <a:cs typeface="Arial"/>
              </a:rPr>
              <a:t>om</a:t>
            </a:r>
            <a:endParaRPr sz="20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473240" y="2249947"/>
            <a:ext cx="571426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0" dirty="0" smtClean="0">
                <a:latin typeface="Arial"/>
                <a:cs typeface="Arial"/>
              </a:rPr>
              <a:t>uma</a:t>
            </a:r>
            <a:endParaRPr sz="20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035557" y="2249947"/>
            <a:ext cx="1293561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-4" dirty="0" smtClean="0">
                <a:latin typeface="Arial"/>
                <a:cs typeface="Arial"/>
              </a:rPr>
              <a:t>v</a:t>
            </a:r>
            <a:r>
              <a:rPr sz="2000" spc="0" dirty="0" smtClean="0">
                <a:latin typeface="Arial"/>
                <a:cs typeface="Arial"/>
              </a:rPr>
              <a:t>elo</a:t>
            </a:r>
            <a:r>
              <a:rPr sz="2000" spc="4" dirty="0" smtClean="0">
                <a:latin typeface="Arial"/>
                <a:cs typeface="Arial"/>
              </a:rPr>
              <a:t>c</a:t>
            </a:r>
            <a:r>
              <a:rPr sz="2000" spc="0" dirty="0" smtClean="0">
                <a:latin typeface="Arial"/>
                <a:cs typeface="Arial"/>
              </a:rPr>
              <a:t>idade</a:t>
            </a:r>
            <a:endParaRPr sz="20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321535" y="2249947"/>
            <a:ext cx="358069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-9" dirty="0" smtClean="0">
                <a:latin typeface="Arial"/>
                <a:cs typeface="Arial"/>
              </a:rPr>
              <a:t>d</a:t>
            </a:r>
            <a:r>
              <a:rPr sz="2000" spc="0" dirty="0" smtClean="0">
                <a:latin typeface="Arial"/>
                <a:cs typeface="Arial"/>
              </a:rPr>
              <a:t>e</a:t>
            </a:r>
            <a:endParaRPr sz="20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673543" y="2249947"/>
            <a:ext cx="1049876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0" dirty="0" smtClean="0">
                <a:latin typeface="Arial"/>
                <a:cs typeface="Arial"/>
              </a:rPr>
              <a:t>0,</a:t>
            </a:r>
            <a:r>
              <a:rPr sz="2000" spc="-9" dirty="0" smtClean="0">
                <a:latin typeface="Arial"/>
                <a:cs typeface="Arial"/>
              </a:rPr>
              <a:t>0</a:t>
            </a:r>
            <a:r>
              <a:rPr sz="2000" spc="0" dirty="0" smtClean="0">
                <a:latin typeface="Arial"/>
                <a:cs typeface="Arial"/>
              </a:rPr>
              <a:t>5m</a:t>
            </a:r>
            <a:r>
              <a:rPr sz="2000" spc="-14" dirty="0" smtClean="0">
                <a:latin typeface="Arial"/>
                <a:cs typeface="Arial"/>
              </a:rPr>
              <a:t>/</a:t>
            </a:r>
            <a:r>
              <a:rPr sz="2000" spc="4" dirty="0" smtClean="0">
                <a:latin typeface="Arial"/>
                <a:cs typeface="Arial"/>
              </a:rPr>
              <a:t>s</a:t>
            </a:r>
            <a:r>
              <a:rPr sz="2000" spc="0" dirty="0" smtClean="0">
                <a:latin typeface="Arial"/>
                <a:cs typeface="Arial"/>
              </a:rPr>
              <a:t>.</a:t>
            </a:r>
            <a:endParaRPr sz="20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680348" y="2769288"/>
            <a:ext cx="3271772" cy="11181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34289">
              <a:lnSpc>
                <a:spcPts val="1939"/>
              </a:lnSpc>
              <a:spcBef>
                <a:spcPts val="97"/>
              </a:spcBef>
            </a:pPr>
            <a:r>
              <a:rPr sz="1800" spc="0" dirty="0" smtClean="0">
                <a:latin typeface="Arial"/>
                <a:cs typeface="Arial"/>
              </a:rPr>
              <a:t>S</a:t>
            </a:r>
            <a:r>
              <a:rPr sz="1800" spc="-4" dirty="0" smtClean="0">
                <a:latin typeface="Arial"/>
                <a:cs typeface="Arial"/>
              </a:rPr>
              <a:t>olu</a:t>
            </a:r>
            <a:r>
              <a:rPr sz="1800" spc="0" dirty="0" smtClean="0">
                <a:latin typeface="Arial"/>
                <a:cs typeface="Arial"/>
              </a:rPr>
              <a:t>ç</a:t>
            </a:r>
            <a:r>
              <a:rPr sz="1800" spc="4" dirty="0" smtClean="0">
                <a:latin typeface="Arial"/>
                <a:cs typeface="Arial"/>
              </a:rPr>
              <a:t>ã</a:t>
            </a:r>
            <a:r>
              <a:rPr sz="1800" spc="0" dirty="0" smtClean="0">
                <a:latin typeface="Arial"/>
                <a:cs typeface="Arial"/>
              </a:rPr>
              <a:t>o </a:t>
            </a:r>
            <a:r>
              <a:rPr sz="1800" spc="-4" dirty="0" smtClean="0">
                <a:latin typeface="Arial"/>
                <a:cs typeface="Arial"/>
              </a:rPr>
              <a:t>d</a:t>
            </a:r>
            <a:r>
              <a:rPr sz="1800" spc="0" dirty="0" smtClean="0">
                <a:latin typeface="Arial"/>
                <a:cs typeface="Arial"/>
              </a:rPr>
              <a:t>o </a:t>
            </a:r>
            <a:r>
              <a:rPr sz="1800" spc="9" dirty="0" smtClean="0">
                <a:latin typeface="Arial"/>
                <a:cs typeface="Arial"/>
              </a:rPr>
              <a:t>E</a:t>
            </a:r>
            <a:r>
              <a:rPr sz="1800" spc="0" dirty="0" smtClean="0">
                <a:latin typeface="Arial"/>
                <a:cs typeface="Arial"/>
              </a:rPr>
              <a:t>x</a:t>
            </a:r>
            <a:r>
              <a:rPr sz="1800" spc="-4" dirty="0" smtClean="0">
                <a:latin typeface="Arial"/>
                <a:cs typeface="Arial"/>
              </a:rPr>
              <a:t>e</a:t>
            </a:r>
            <a:r>
              <a:rPr sz="1800" spc="0" dirty="0" smtClean="0">
                <a:latin typeface="Arial"/>
                <a:cs typeface="Arial"/>
              </a:rPr>
              <a:t>rc</a:t>
            </a:r>
            <a:r>
              <a:rPr sz="1800" spc="4" dirty="0" smtClean="0">
                <a:latin typeface="Arial"/>
                <a:cs typeface="Arial"/>
              </a:rPr>
              <a:t>í</a:t>
            </a:r>
            <a:r>
              <a:rPr sz="1800" spc="0" dirty="0" smtClean="0">
                <a:latin typeface="Arial"/>
                <a:cs typeface="Arial"/>
              </a:rPr>
              <a:t>c</a:t>
            </a:r>
            <a:r>
              <a:rPr sz="1800" spc="-4" dirty="0" smtClean="0">
                <a:latin typeface="Arial"/>
                <a:cs typeface="Arial"/>
              </a:rPr>
              <a:t>io</a:t>
            </a:r>
            <a:r>
              <a:rPr sz="1800" spc="0" dirty="0" smtClean="0">
                <a:latin typeface="Arial"/>
                <a:cs typeface="Arial"/>
              </a:rPr>
              <a:t>: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95825"/>
              </a:lnSpc>
              <a:spcBef>
                <a:spcPts val="1229"/>
              </a:spcBef>
            </a:pPr>
            <a:r>
              <a:rPr sz="1800" spc="0" dirty="0" smtClean="0">
                <a:latin typeface="Arial"/>
                <a:cs typeface="Arial"/>
              </a:rPr>
              <a:t>V</a:t>
            </a:r>
            <a:r>
              <a:rPr sz="1800" spc="-4" dirty="0" smtClean="0">
                <a:latin typeface="Arial"/>
                <a:cs typeface="Arial"/>
              </a:rPr>
              <a:t>i</a:t>
            </a:r>
            <a:r>
              <a:rPr sz="1800" spc="0" dirty="0" smtClean="0">
                <a:latin typeface="Arial"/>
                <a:cs typeface="Arial"/>
              </a:rPr>
              <a:t>sc</a:t>
            </a:r>
            <a:r>
              <a:rPr sz="1800" spc="-4" dirty="0" smtClean="0">
                <a:latin typeface="Arial"/>
                <a:cs typeface="Arial"/>
              </a:rPr>
              <a:t>o</a:t>
            </a:r>
            <a:r>
              <a:rPr sz="1800" spc="0" dirty="0" smtClean="0">
                <a:latin typeface="Arial"/>
                <a:cs typeface="Arial"/>
              </a:rPr>
              <a:t>s</a:t>
            </a:r>
            <a:r>
              <a:rPr sz="1800" spc="-4" dirty="0" smtClean="0">
                <a:latin typeface="Arial"/>
                <a:cs typeface="Arial"/>
              </a:rPr>
              <a:t>i</a:t>
            </a:r>
            <a:r>
              <a:rPr sz="1800" spc="4" dirty="0" smtClean="0">
                <a:latin typeface="Arial"/>
                <a:cs typeface="Arial"/>
              </a:rPr>
              <a:t>d</a:t>
            </a:r>
            <a:r>
              <a:rPr sz="1800" spc="-4" dirty="0" smtClean="0">
                <a:latin typeface="Arial"/>
                <a:cs typeface="Arial"/>
              </a:rPr>
              <a:t>ad</a:t>
            </a:r>
            <a:r>
              <a:rPr sz="1800" spc="0" dirty="0" smtClean="0">
                <a:latin typeface="Arial"/>
                <a:cs typeface="Arial"/>
              </a:rPr>
              <a:t>e </a:t>
            </a:r>
            <a:r>
              <a:rPr sz="1800" spc="4" dirty="0" smtClean="0">
                <a:latin typeface="Arial"/>
                <a:cs typeface="Arial"/>
              </a:rPr>
              <a:t>D</a:t>
            </a:r>
            <a:r>
              <a:rPr sz="1800" spc="9" dirty="0" smtClean="0">
                <a:latin typeface="Arial"/>
                <a:cs typeface="Arial"/>
              </a:rPr>
              <a:t>i</a:t>
            </a:r>
            <a:r>
              <a:rPr sz="1800" spc="-4" dirty="0" smtClean="0">
                <a:latin typeface="Arial"/>
                <a:cs typeface="Arial"/>
              </a:rPr>
              <a:t>nâ</a:t>
            </a:r>
            <a:r>
              <a:rPr sz="1800" spc="0" dirty="0" smtClean="0">
                <a:latin typeface="Arial"/>
                <a:cs typeface="Arial"/>
              </a:rPr>
              <a:t>m</a:t>
            </a:r>
            <a:r>
              <a:rPr sz="1800" spc="-4" dirty="0" smtClean="0">
                <a:latin typeface="Arial"/>
                <a:cs typeface="Arial"/>
              </a:rPr>
              <a:t>i</a:t>
            </a:r>
            <a:r>
              <a:rPr sz="1800" spc="0" dirty="0" smtClean="0">
                <a:latin typeface="Arial"/>
                <a:cs typeface="Arial"/>
              </a:rPr>
              <a:t>ca </a:t>
            </a:r>
            <a:r>
              <a:rPr sz="1800" spc="4" dirty="0" smtClean="0">
                <a:latin typeface="Arial"/>
                <a:cs typeface="Arial"/>
              </a:rPr>
              <a:t>d</a:t>
            </a:r>
            <a:r>
              <a:rPr sz="1800" spc="0" dirty="0" smtClean="0">
                <a:latin typeface="Arial"/>
                <a:cs typeface="Arial"/>
              </a:rPr>
              <a:t>a </a:t>
            </a:r>
            <a:r>
              <a:rPr sz="1800" spc="-4" dirty="0" smtClean="0">
                <a:latin typeface="Arial"/>
                <a:cs typeface="Arial"/>
              </a:rPr>
              <a:t>ág</a:t>
            </a:r>
            <a:r>
              <a:rPr sz="1800" spc="4" dirty="0" smtClean="0">
                <a:latin typeface="Arial"/>
                <a:cs typeface="Arial"/>
              </a:rPr>
              <a:t>u</a:t>
            </a:r>
            <a:r>
              <a:rPr sz="1800" spc="-4" dirty="0" smtClean="0">
                <a:latin typeface="Arial"/>
                <a:cs typeface="Arial"/>
              </a:rPr>
              <a:t>a</a:t>
            </a:r>
            <a:r>
              <a:rPr sz="1800" spc="0" dirty="0" smtClean="0">
                <a:latin typeface="Arial"/>
                <a:cs typeface="Arial"/>
              </a:rPr>
              <a:t>:</a:t>
            </a:r>
            <a:endParaRPr sz="1800">
              <a:latin typeface="Arial"/>
              <a:cs typeface="Arial"/>
            </a:endParaRPr>
          </a:p>
          <a:p>
            <a:pPr marL="85851" marR="34289">
              <a:lnSpc>
                <a:spcPts val="3290"/>
              </a:lnSpc>
              <a:spcBef>
                <a:spcPts val="339"/>
              </a:spcBef>
            </a:pPr>
            <a:r>
              <a:rPr sz="2850" spc="-154" baseline="-3618" dirty="0" smtClean="0">
                <a:latin typeface="Meiryo"/>
                <a:cs typeface="Meiryo"/>
              </a:rPr>
              <a:t>µ</a:t>
            </a:r>
            <a:r>
              <a:rPr sz="2850" spc="-134" baseline="-3618" dirty="0" smtClean="0">
                <a:latin typeface="Meiryo"/>
                <a:cs typeface="Meiryo"/>
              </a:rPr>
              <a:t> </a:t>
            </a:r>
            <a:r>
              <a:rPr sz="2700" spc="0" baseline="-6441" dirty="0" smtClean="0">
                <a:latin typeface="Arial"/>
                <a:cs typeface="Arial"/>
              </a:rPr>
              <a:t>= </a:t>
            </a:r>
            <a:r>
              <a:rPr sz="2700" spc="-4" baseline="-6441" dirty="0" smtClean="0">
                <a:latin typeface="Arial"/>
                <a:cs typeface="Arial"/>
              </a:rPr>
              <a:t>1</a:t>
            </a:r>
            <a:r>
              <a:rPr sz="2700" spc="4" baseline="-6441" dirty="0" smtClean="0">
                <a:latin typeface="Arial"/>
                <a:cs typeface="Arial"/>
              </a:rPr>
              <a:t>,</a:t>
            </a:r>
            <a:r>
              <a:rPr sz="2700" spc="-4" baseline="-6441" dirty="0" smtClean="0">
                <a:latin typeface="Arial"/>
                <a:cs typeface="Arial"/>
              </a:rPr>
              <a:t>003</a:t>
            </a:r>
            <a:r>
              <a:rPr sz="2700" spc="0" baseline="-6441" dirty="0" smtClean="0">
                <a:latin typeface="Arial"/>
                <a:cs typeface="Arial"/>
              </a:rPr>
              <a:t>0</a:t>
            </a:r>
            <a:r>
              <a:rPr sz="2700" spc="-4" baseline="-6441" dirty="0" smtClean="0">
                <a:latin typeface="Arial"/>
                <a:cs typeface="Arial"/>
              </a:rPr>
              <a:t> </a:t>
            </a:r>
            <a:r>
              <a:rPr sz="2700" spc="0" baseline="-6441" dirty="0" smtClean="0">
                <a:latin typeface="Arial"/>
                <a:cs typeface="Arial"/>
              </a:rPr>
              <a:t>×</a:t>
            </a:r>
            <a:r>
              <a:rPr sz="2700" spc="9" baseline="-6441" dirty="0" smtClean="0">
                <a:latin typeface="Arial"/>
                <a:cs typeface="Arial"/>
              </a:rPr>
              <a:t> </a:t>
            </a:r>
            <a:r>
              <a:rPr sz="2700" spc="-4" baseline="-6441" dirty="0" smtClean="0">
                <a:latin typeface="Arial"/>
                <a:cs typeface="Arial"/>
              </a:rPr>
              <a:t>10</a:t>
            </a:r>
            <a:r>
              <a:rPr sz="1800" spc="-4" baseline="14493" dirty="0" smtClean="0">
                <a:latin typeface="Arial"/>
                <a:cs typeface="Arial"/>
              </a:rPr>
              <a:t>−</a:t>
            </a:r>
            <a:r>
              <a:rPr sz="1800" spc="0" baseline="14493" dirty="0" smtClean="0">
                <a:latin typeface="Arial"/>
                <a:cs typeface="Arial"/>
              </a:rPr>
              <a:t>3</a:t>
            </a:r>
            <a:r>
              <a:rPr sz="1800" spc="4" baseline="14493" dirty="0" smtClean="0">
                <a:latin typeface="Arial"/>
                <a:cs typeface="Arial"/>
              </a:rPr>
              <a:t> </a:t>
            </a:r>
            <a:r>
              <a:rPr sz="2700" spc="-4" baseline="-6441" dirty="0" smtClean="0">
                <a:latin typeface="Arial"/>
                <a:cs typeface="Arial"/>
              </a:rPr>
              <a:t>N</a:t>
            </a:r>
            <a:r>
              <a:rPr sz="2700" spc="0" baseline="-6441" dirty="0" smtClean="0">
                <a:latin typeface="Arial"/>
                <a:cs typeface="Arial"/>
              </a:rPr>
              <a:t>s</a:t>
            </a:r>
            <a:r>
              <a:rPr sz="2700" spc="4" baseline="-6441" dirty="0" smtClean="0">
                <a:latin typeface="Arial"/>
                <a:cs typeface="Arial"/>
              </a:rPr>
              <a:t>/</a:t>
            </a:r>
            <a:r>
              <a:rPr sz="2700" spc="0" baseline="-6441" dirty="0" smtClean="0">
                <a:latin typeface="Arial"/>
                <a:cs typeface="Arial"/>
              </a:rPr>
              <a:t>m²</a:t>
            </a:r>
            <a:endParaRPr sz="18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215272" y="4071946"/>
            <a:ext cx="758984" cy="27333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1950" u="sng" spc="-177" dirty="0" smtClean="0">
                <a:latin typeface="Meiryo"/>
                <a:cs typeface="Meiryo"/>
              </a:rPr>
              <a:t>ρ</a:t>
            </a:r>
            <a:r>
              <a:rPr sz="1950" u="sng" spc="-247" dirty="0" smtClean="0">
                <a:latin typeface="Meiryo"/>
                <a:cs typeface="Meiryo"/>
              </a:rPr>
              <a:t> </a:t>
            </a:r>
            <a:r>
              <a:rPr sz="1800" u="sng" spc="-169" dirty="0" smtClean="0">
                <a:latin typeface="Meiryo"/>
                <a:cs typeface="Meiryo"/>
              </a:rPr>
              <a:t>⋅</a:t>
            </a:r>
            <a:r>
              <a:rPr sz="1800" u="sng" spc="-350" dirty="0" smtClean="0">
                <a:latin typeface="Meiryo"/>
                <a:cs typeface="Meiryo"/>
              </a:rPr>
              <a:t> </a:t>
            </a:r>
            <a:r>
              <a:rPr sz="2700" u="sng" spc="-89" baseline="1610" dirty="0" smtClean="0">
                <a:latin typeface="Times New Roman"/>
                <a:cs typeface="Times New Roman"/>
              </a:rPr>
              <a:t>v</a:t>
            </a:r>
            <a:r>
              <a:rPr sz="2700" u="sng" spc="-951" baseline="1610" dirty="0" smtClean="0">
                <a:latin typeface="Times New Roman"/>
                <a:cs typeface="Times New Roman"/>
              </a:rPr>
              <a:t> </a:t>
            </a:r>
            <a:r>
              <a:rPr sz="1800" u="sng" spc="-169" dirty="0" smtClean="0">
                <a:latin typeface="Meiryo"/>
                <a:cs typeface="Meiryo"/>
              </a:rPr>
              <a:t>⋅</a:t>
            </a:r>
            <a:r>
              <a:rPr sz="1800" u="sng" spc="-280" dirty="0" smtClean="0">
                <a:latin typeface="Meiryo"/>
                <a:cs typeface="Meiryo"/>
              </a:rPr>
              <a:t> </a:t>
            </a:r>
            <a:r>
              <a:rPr sz="2700" u="sng" spc="25" baseline="1610" dirty="0" smtClean="0">
                <a:latin typeface="Times New Roman"/>
                <a:cs typeface="Times New Roman"/>
              </a:rPr>
              <a:t>D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704734" y="4232876"/>
            <a:ext cx="215690" cy="25870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970"/>
              </a:lnSpc>
              <a:spcBef>
                <a:spcPts val="98"/>
              </a:spcBef>
            </a:pPr>
            <a:r>
              <a:rPr sz="1800" spc="0" dirty="0" smtClean="0">
                <a:latin typeface="Times New Roman"/>
                <a:cs typeface="Times New Roman"/>
              </a:rPr>
              <a:t>R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000388" y="4229149"/>
            <a:ext cx="201214" cy="25870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035"/>
              </a:lnSpc>
              <a:spcBef>
                <a:spcPts val="101"/>
              </a:spcBef>
            </a:pPr>
            <a:r>
              <a:rPr sz="1800" spc="-448" dirty="0" smtClean="0">
                <a:latin typeface="Meiryo"/>
                <a:cs typeface="Meiryo"/>
              </a:rPr>
              <a:t>=</a:t>
            </a:r>
            <a:endParaRPr sz="1800">
              <a:latin typeface="Meiryo"/>
              <a:cs typeface="Meiryo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846465" y="4370538"/>
            <a:ext cx="118953" cy="16149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190"/>
              </a:lnSpc>
              <a:spcBef>
                <a:spcPts val="59"/>
              </a:spcBef>
            </a:pPr>
            <a:r>
              <a:rPr sz="1050" spc="9" dirty="0" smtClean="0">
                <a:latin typeface="Times New Roman"/>
                <a:cs typeface="Times New Roman"/>
              </a:rPr>
              <a:t>e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481972" y="4401130"/>
            <a:ext cx="209590" cy="27199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40"/>
              </a:lnSpc>
              <a:spcBef>
                <a:spcPts val="107"/>
              </a:spcBef>
            </a:pPr>
            <a:r>
              <a:rPr sz="1950" spc="0" dirty="0" smtClean="0">
                <a:latin typeface="Meiryo"/>
                <a:cs typeface="Meiryo"/>
              </a:rPr>
              <a:t>µ</a:t>
            </a:r>
            <a:endParaRPr sz="1950">
              <a:latin typeface="Meiryo"/>
              <a:cs typeface="Meiryo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001912" y="4803697"/>
            <a:ext cx="1797616" cy="40501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190"/>
              </a:lnSpc>
              <a:spcBef>
                <a:spcPts val="159"/>
              </a:spcBef>
            </a:pPr>
            <a:r>
              <a:rPr sz="2700" spc="-448" baseline="-3819" dirty="0" smtClean="0">
                <a:latin typeface="Meiryo"/>
                <a:cs typeface="Meiryo"/>
              </a:rPr>
              <a:t>=</a:t>
            </a:r>
            <a:r>
              <a:rPr sz="2700" spc="0" baseline="-3819" dirty="0" smtClean="0">
                <a:latin typeface="Meiryo"/>
                <a:cs typeface="Meiryo"/>
              </a:rPr>
              <a:t> </a:t>
            </a:r>
            <a:r>
              <a:rPr sz="2700" u="sng" spc="17" baseline="30598" dirty="0" smtClean="0">
                <a:latin typeface="Times New Roman"/>
                <a:cs typeface="Times New Roman"/>
              </a:rPr>
              <a:t>1000</a:t>
            </a:r>
            <a:r>
              <a:rPr sz="2700" u="sng" spc="-650" baseline="30598" dirty="0" smtClean="0">
                <a:latin typeface="Times New Roman"/>
                <a:cs typeface="Times New Roman"/>
              </a:rPr>
              <a:t> </a:t>
            </a:r>
            <a:r>
              <a:rPr sz="2700" u="sng" spc="-169" baseline="18141" dirty="0" smtClean="0">
                <a:latin typeface="Meiryo"/>
                <a:cs typeface="Meiryo"/>
              </a:rPr>
              <a:t>⋅</a:t>
            </a:r>
            <a:r>
              <a:rPr sz="2700" u="sng" spc="-365" baseline="18141" dirty="0" smtClean="0">
                <a:latin typeface="Meiryo"/>
                <a:cs typeface="Meiryo"/>
              </a:rPr>
              <a:t> </a:t>
            </a:r>
            <a:r>
              <a:rPr sz="2700" u="sng" spc="-11" baseline="30598" dirty="0" smtClean="0">
                <a:latin typeface="Times New Roman"/>
                <a:cs typeface="Times New Roman"/>
              </a:rPr>
              <a:t>0</a:t>
            </a:r>
            <a:r>
              <a:rPr sz="2700" u="sng" spc="18" baseline="30598" dirty="0" smtClean="0">
                <a:latin typeface="Times New Roman"/>
                <a:cs typeface="Times New Roman"/>
              </a:rPr>
              <a:t>,</a:t>
            </a:r>
            <a:r>
              <a:rPr sz="2700" u="sng" spc="17" baseline="30598" dirty="0" smtClean="0">
                <a:latin typeface="Times New Roman"/>
                <a:cs typeface="Times New Roman"/>
              </a:rPr>
              <a:t>05</a:t>
            </a:r>
            <a:r>
              <a:rPr sz="2700" u="sng" spc="-685" baseline="30598" dirty="0" smtClean="0">
                <a:latin typeface="Times New Roman"/>
                <a:cs typeface="Times New Roman"/>
              </a:rPr>
              <a:t> </a:t>
            </a:r>
            <a:r>
              <a:rPr sz="2700" u="sng" spc="-169" baseline="18141" dirty="0" smtClean="0">
                <a:latin typeface="Meiryo"/>
                <a:cs typeface="Meiryo"/>
              </a:rPr>
              <a:t>⋅</a:t>
            </a:r>
            <a:r>
              <a:rPr sz="2700" u="sng" spc="-350" baseline="18141" dirty="0" smtClean="0">
                <a:latin typeface="Meiryo"/>
                <a:cs typeface="Meiryo"/>
              </a:rPr>
              <a:t> </a:t>
            </a:r>
            <a:r>
              <a:rPr sz="2700" u="sng" spc="-11" baseline="30598" dirty="0" smtClean="0">
                <a:latin typeface="Times New Roman"/>
                <a:cs typeface="Times New Roman"/>
              </a:rPr>
              <a:t>0</a:t>
            </a:r>
            <a:r>
              <a:rPr sz="2700" u="sng" spc="4" baseline="30598" dirty="0" smtClean="0">
                <a:latin typeface="Times New Roman"/>
                <a:cs typeface="Times New Roman"/>
              </a:rPr>
              <a:t>,</a:t>
            </a:r>
            <a:r>
              <a:rPr sz="2700" u="sng" spc="17" baseline="30598" dirty="0" smtClean="0">
                <a:latin typeface="Times New Roman"/>
                <a:cs typeface="Times New Roman"/>
              </a:rPr>
              <a:t>04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704732" y="4953728"/>
            <a:ext cx="215690" cy="25870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970"/>
              </a:lnSpc>
              <a:spcBef>
                <a:spcPts val="98"/>
              </a:spcBef>
            </a:pPr>
            <a:r>
              <a:rPr sz="1800" spc="0" dirty="0" smtClean="0">
                <a:latin typeface="Times New Roman"/>
                <a:cs typeface="Times New Roman"/>
              </a:rPr>
              <a:t>R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847988" y="5091390"/>
            <a:ext cx="118953" cy="16149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190"/>
              </a:lnSpc>
              <a:spcBef>
                <a:spcPts val="59"/>
              </a:spcBef>
            </a:pPr>
            <a:r>
              <a:rPr sz="1050" spc="9" dirty="0" smtClean="0">
                <a:latin typeface="Times New Roman"/>
                <a:cs typeface="Times New Roman"/>
              </a:rPr>
              <a:t>e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2433206" y="5112076"/>
            <a:ext cx="1070614" cy="28781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265"/>
              </a:lnSpc>
              <a:spcBef>
                <a:spcPts val="113"/>
              </a:spcBef>
            </a:pPr>
            <a:r>
              <a:rPr sz="1800" spc="-175" dirty="0" smtClean="0">
                <a:latin typeface="Times New Roman"/>
                <a:cs typeface="Times New Roman"/>
              </a:rPr>
              <a:t>1</a:t>
            </a:r>
            <a:r>
              <a:rPr sz="1800" spc="-4" dirty="0" smtClean="0">
                <a:latin typeface="Times New Roman"/>
                <a:cs typeface="Times New Roman"/>
              </a:rPr>
              <a:t>,</a:t>
            </a:r>
            <a:r>
              <a:rPr sz="1800" spc="0" dirty="0" smtClean="0">
                <a:latin typeface="Times New Roman"/>
                <a:cs typeface="Times New Roman"/>
              </a:rPr>
              <a:t>003</a:t>
            </a:r>
            <a:r>
              <a:rPr sz="1800" spc="-163" dirty="0" smtClean="0">
                <a:latin typeface="Times New Roman"/>
                <a:cs typeface="Times New Roman"/>
              </a:rPr>
              <a:t> </a:t>
            </a:r>
            <a:r>
              <a:rPr sz="1800" spc="-89" dirty="0" smtClean="0">
                <a:latin typeface="Meiryo"/>
                <a:cs typeface="Meiryo"/>
              </a:rPr>
              <a:t>⋅</a:t>
            </a:r>
            <a:r>
              <a:rPr sz="1800" spc="17" dirty="0" smtClean="0">
                <a:latin typeface="Times New Roman"/>
                <a:cs typeface="Times New Roman"/>
              </a:rPr>
              <a:t>10</a:t>
            </a:r>
            <a:r>
              <a:rPr sz="1800" spc="-319" dirty="0" smtClean="0">
                <a:latin typeface="Times New Roman"/>
                <a:cs typeface="Times New Roman"/>
              </a:rPr>
              <a:t> </a:t>
            </a:r>
            <a:r>
              <a:rPr sz="1575" spc="-236" baseline="27826" dirty="0" smtClean="0">
                <a:latin typeface="Meiryo"/>
                <a:cs typeface="Meiryo"/>
              </a:rPr>
              <a:t>−</a:t>
            </a:r>
            <a:r>
              <a:rPr sz="1575" spc="10" baseline="46932" dirty="0" smtClean="0">
                <a:latin typeface="Times New Roman"/>
                <a:cs typeface="Times New Roman"/>
              </a:rPr>
              <a:t>3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4417452" y="5649647"/>
            <a:ext cx="2228546" cy="2539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939"/>
              </a:lnSpc>
              <a:spcBef>
                <a:spcPts val="97"/>
              </a:spcBef>
            </a:pPr>
            <a:r>
              <a:rPr sz="1800" spc="0" dirty="0" smtClean="0">
                <a:latin typeface="Arial"/>
                <a:cs typeface="Arial"/>
              </a:rPr>
              <a:t>Esc</a:t>
            </a:r>
            <a:r>
              <a:rPr sz="1800" spc="-4" dirty="0" smtClean="0">
                <a:latin typeface="Arial"/>
                <a:cs typeface="Arial"/>
              </a:rPr>
              <a:t>oa</a:t>
            </a:r>
            <a:r>
              <a:rPr sz="1800" spc="0" dirty="0" smtClean="0">
                <a:latin typeface="Arial"/>
                <a:cs typeface="Arial"/>
              </a:rPr>
              <a:t>m</a:t>
            </a:r>
            <a:r>
              <a:rPr sz="1800" spc="-4" dirty="0" smtClean="0">
                <a:latin typeface="Arial"/>
                <a:cs typeface="Arial"/>
              </a:rPr>
              <a:t>en</a:t>
            </a:r>
            <a:r>
              <a:rPr sz="1800" spc="4" dirty="0" smtClean="0">
                <a:latin typeface="Arial"/>
                <a:cs typeface="Arial"/>
              </a:rPr>
              <a:t>t</a:t>
            </a:r>
            <a:r>
              <a:rPr sz="1800" spc="0" dirty="0" smtClean="0">
                <a:latin typeface="Arial"/>
                <a:cs typeface="Arial"/>
              </a:rPr>
              <a:t>o</a:t>
            </a:r>
            <a:r>
              <a:rPr sz="1800" spc="-4" dirty="0" smtClean="0">
                <a:latin typeface="Arial"/>
                <a:cs typeface="Arial"/>
              </a:rPr>
              <a:t> </a:t>
            </a:r>
            <a:r>
              <a:rPr sz="1800" spc="4" dirty="0" smtClean="0">
                <a:latin typeface="Arial"/>
                <a:cs typeface="Arial"/>
              </a:rPr>
              <a:t>L</a:t>
            </a:r>
            <a:r>
              <a:rPr sz="1800" spc="-4" dirty="0" smtClean="0">
                <a:latin typeface="Arial"/>
                <a:cs typeface="Arial"/>
              </a:rPr>
              <a:t>a</a:t>
            </a:r>
            <a:r>
              <a:rPr sz="1800" spc="0" dirty="0" smtClean="0">
                <a:latin typeface="Arial"/>
                <a:cs typeface="Arial"/>
              </a:rPr>
              <a:t>m</a:t>
            </a:r>
            <a:r>
              <a:rPr sz="1800" spc="-4" dirty="0" smtClean="0">
                <a:latin typeface="Arial"/>
                <a:cs typeface="Arial"/>
              </a:rPr>
              <a:t>ina</a:t>
            </a:r>
            <a:r>
              <a:rPr sz="1800" spc="0" dirty="0" smtClean="0">
                <a:latin typeface="Arial"/>
                <a:cs typeface="Arial"/>
              </a:rPr>
              <a:t>r</a:t>
            </a:r>
            <a:endParaRPr sz="180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704732" y="5682722"/>
            <a:ext cx="276456" cy="29711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250"/>
              </a:lnSpc>
              <a:spcBef>
                <a:spcPts val="112"/>
              </a:spcBef>
            </a:pPr>
            <a:r>
              <a:rPr sz="2700" spc="-39" baseline="8052" dirty="0" smtClean="0">
                <a:latin typeface="Times New Roman"/>
                <a:cs typeface="Times New Roman"/>
              </a:rPr>
              <a:t>R</a:t>
            </a:r>
            <a:r>
              <a:rPr sz="1575" spc="0" baseline="-13803" dirty="0" smtClean="0">
                <a:latin typeface="Times New Roman"/>
                <a:cs typeface="Times New Roman"/>
              </a:rPr>
              <a:t>e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991244" y="5679123"/>
            <a:ext cx="702187" cy="26165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060"/>
              </a:lnSpc>
              <a:spcBef>
                <a:spcPts val="103"/>
              </a:spcBef>
            </a:pPr>
            <a:r>
              <a:rPr sz="1800" spc="-448" dirty="0" smtClean="0">
                <a:latin typeface="Meiryo"/>
                <a:cs typeface="Meiryo"/>
              </a:rPr>
              <a:t>=</a:t>
            </a:r>
            <a:r>
              <a:rPr sz="1800" spc="-334" dirty="0" smtClean="0">
                <a:latin typeface="Meiryo"/>
                <a:cs typeface="Meiryo"/>
              </a:rPr>
              <a:t> </a:t>
            </a:r>
            <a:r>
              <a:rPr sz="2700" spc="8" baseline="1610" dirty="0" smtClean="0">
                <a:latin typeface="Times New Roman"/>
                <a:cs typeface="Times New Roman"/>
              </a:rPr>
              <a:t>1994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2356091" y="4147310"/>
            <a:ext cx="53237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10"/>
          <p:cNvSpPr/>
          <p:nvPr/>
        </p:nvSpPr>
        <p:spPr>
          <a:xfrm>
            <a:off x="5475613" y="2452124"/>
            <a:ext cx="94484" cy="0"/>
          </a:xfrm>
          <a:custGeom>
            <a:avLst/>
            <a:gdLst/>
            <a:ahLst/>
            <a:cxnLst/>
            <a:rect l="l" t="t" r="r" b="b"/>
            <a:pathLst>
              <a:path w="94484">
                <a:moveTo>
                  <a:pt x="0" y="0"/>
                </a:moveTo>
                <a:lnTo>
                  <a:pt x="94484" y="0"/>
                </a:lnTo>
              </a:path>
            </a:pathLst>
          </a:custGeom>
          <a:ln w="8851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310017" y="1034143"/>
            <a:ext cx="2138517" cy="4825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779"/>
              </a:lnSpc>
              <a:spcBef>
                <a:spcPts val="189"/>
              </a:spcBef>
            </a:pPr>
            <a:r>
              <a:rPr sz="3600" dirty="0" smtClean="0">
                <a:solidFill>
                  <a:srgbClr val="00CC65"/>
                </a:solidFill>
                <a:latin typeface="Arial"/>
                <a:cs typeface="Arial"/>
              </a:rPr>
              <a:t>E</a:t>
            </a:r>
            <a:r>
              <a:rPr sz="3600" spc="197" dirty="0" smtClean="0">
                <a:solidFill>
                  <a:srgbClr val="00CC65"/>
                </a:solidFill>
                <a:latin typeface="Arial"/>
                <a:cs typeface="Arial"/>
              </a:rPr>
              <a:t>xe</a:t>
            </a:r>
            <a:r>
              <a:rPr sz="3600" spc="191" dirty="0" smtClean="0">
                <a:solidFill>
                  <a:srgbClr val="00CC65"/>
                </a:solidFill>
                <a:latin typeface="Arial"/>
                <a:cs typeface="Arial"/>
              </a:rPr>
              <a:t>r</a:t>
            </a:r>
            <a:r>
              <a:rPr sz="3600" spc="197" dirty="0" smtClean="0">
                <a:solidFill>
                  <a:srgbClr val="00CC65"/>
                </a:solidFill>
                <a:latin typeface="Arial"/>
                <a:cs typeface="Arial"/>
              </a:rPr>
              <a:t>c</a:t>
            </a:r>
            <a:r>
              <a:rPr sz="3600" spc="-24" dirty="0" smtClean="0">
                <a:solidFill>
                  <a:srgbClr val="00CC65"/>
                </a:solidFill>
                <a:latin typeface="Arial"/>
                <a:cs typeface="Arial"/>
              </a:rPr>
              <a:t>í</a:t>
            </a:r>
            <a:r>
              <a:rPr sz="3600" spc="197" dirty="0" smtClean="0">
                <a:solidFill>
                  <a:srgbClr val="00CC65"/>
                </a:solidFill>
                <a:latin typeface="Arial"/>
                <a:cs typeface="Arial"/>
              </a:rPr>
              <a:t>c</a:t>
            </a:r>
            <a:r>
              <a:rPr sz="3600" spc="194" dirty="0" smtClean="0">
                <a:solidFill>
                  <a:srgbClr val="00CC65"/>
                </a:solidFill>
                <a:latin typeface="Arial"/>
                <a:cs typeface="Arial"/>
              </a:rPr>
              <a:t>i</a:t>
            </a:r>
            <a:r>
              <a:rPr sz="3600" spc="180" dirty="0" smtClean="0">
                <a:solidFill>
                  <a:srgbClr val="00CC65"/>
                </a:solidFill>
                <a:latin typeface="Arial"/>
                <a:cs typeface="Arial"/>
              </a:rPr>
              <a:t>o</a:t>
            </a:r>
            <a:endParaRPr sz="36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467956" y="1034143"/>
            <a:ext cx="361095" cy="4825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779"/>
              </a:lnSpc>
              <a:spcBef>
                <a:spcPts val="189"/>
              </a:spcBef>
            </a:pPr>
            <a:r>
              <a:rPr sz="3600" spc="0" dirty="0" smtClean="0">
                <a:solidFill>
                  <a:srgbClr val="00CC65"/>
                </a:solidFill>
                <a:latin typeface="Arial"/>
                <a:cs typeface="Arial"/>
              </a:rPr>
              <a:t>2</a:t>
            </a:r>
            <a:endParaRPr sz="36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581289" y="1643395"/>
            <a:ext cx="1817938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0" dirty="0" smtClean="0">
                <a:latin typeface="Arial"/>
                <a:cs typeface="Arial"/>
              </a:rPr>
              <a:t>2)</a:t>
            </a:r>
            <a:r>
              <a:rPr sz="2000" spc="239" dirty="0" smtClean="0">
                <a:latin typeface="Arial"/>
                <a:cs typeface="Arial"/>
              </a:rPr>
              <a:t> </a:t>
            </a:r>
            <a:r>
              <a:rPr sz="2000" spc="4" dirty="0" smtClean="0">
                <a:latin typeface="Arial"/>
                <a:cs typeface="Arial"/>
              </a:rPr>
              <a:t>D</a:t>
            </a:r>
            <a:r>
              <a:rPr sz="2000" spc="0" dirty="0" smtClean="0">
                <a:latin typeface="Arial"/>
                <a:cs typeface="Arial"/>
              </a:rPr>
              <a:t>e</a:t>
            </a:r>
            <a:r>
              <a:rPr sz="2000" spc="-4" dirty="0" smtClean="0">
                <a:latin typeface="Arial"/>
                <a:cs typeface="Arial"/>
              </a:rPr>
              <a:t>t</a:t>
            </a:r>
            <a:r>
              <a:rPr sz="2000" spc="-9" dirty="0" smtClean="0">
                <a:latin typeface="Arial"/>
                <a:cs typeface="Arial"/>
              </a:rPr>
              <a:t>er</a:t>
            </a:r>
            <a:r>
              <a:rPr sz="2000" spc="0" dirty="0" smtClean="0">
                <a:latin typeface="Arial"/>
                <a:cs typeface="Arial"/>
              </a:rPr>
              <a:t>mine</a:t>
            </a:r>
            <a:r>
              <a:rPr sz="2000" spc="234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o</a:t>
            </a:r>
            <a:endParaRPr sz="20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425170" y="1643395"/>
            <a:ext cx="6143273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-9" dirty="0" smtClean="0">
                <a:latin typeface="Arial"/>
                <a:cs typeface="Arial"/>
              </a:rPr>
              <a:t>n</a:t>
            </a:r>
            <a:r>
              <a:rPr sz="2000" spc="0" dirty="0" smtClean="0">
                <a:latin typeface="Arial"/>
                <a:cs typeface="Arial"/>
              </a:rPr>
              <a:t>úm</a:t>
            </a:r>
            <a:r>
              <a:rPr sz="2000" spc="-9" dirty="0" smtClean="0">
                <a:latin typeface="Arial"/>
                <a:cs typeface="Arial"/>
              </a:rPr>
              <a:t>e</a:t>
            </a:r>
            <a:r>
              <a:rPr sz="2000" spc="4" dirty="0" smtClean="0">
                <a:latin typeface="Arial"/>
                <a:cs typeface="Arial"/>
              </a:rPr>
              <a:t>r</a:t>
            </a:r>
            <a:r>
              <a:rPr sz="2000" spc="0" dirty="0" smtClean="0">
                <a:latin typeface="Arial"/>
                <a:cs typeface="Arial"/>
              </a:rPr>
              <a:t>o</a:t>
            </a:r>
            <a:r>
              <a:rPr sz="2000" spc="234" dirty="0" smtClean="0">
                <a:latin typeface="Arial"/>
                <a:cs typeface="Arial"/>
              </a:rPr>
              <a:t> </a:t>
            </a:r>
            <a:r>
              <a:rPr sz="2000" spc="-9" dirty="0" smtClean="0">
                <a:latin typeface="Arial"/>
                <a:cs typeface="Arial"/>
              </a:rPr>
              <a:t>d</a:t>
            </a:r>
            <a:r>
              <a:rPr sz="2000" spc="0" dirty="0" smtClean="0">
                <a:latin typeface="Arial"/>
                <a:cs typeface="Arial"/>
              </a:rPr>
              <a:t>e</a:t>
            </a:r>
            <a:r>
              <a:rPr sz="2000" spc="250" dirty="0" smtClean="0">
                <a:latin typeface="Arial"/>
                <a:cs typeface="Arial"/>
              </a:rPr>
              <a:t> </a:t>
            </a:r>
            <a:r>
              <a:rPr sz="2000" spc="4" dirty="0" smtClean="0">
                <a:latin typeface="Arial"/>
                <a:cs typeface="Arial"/>
              </a:rPr>
              <a:t>R</a:t>
            </a:r>
            <a:r>
              <a:rPr sz="2000" spc="0" dirty="0" smtClean="0">
                <a:latin typeface="Arial"/>
                <a:cs typeface="Arial"/>
              </a:rPr>
              <a:t>e</a:t>
            </a:r>
            <a:r>
              <a:rPr sz="2000" spc="-4" dirty="0" smtClean="0">
                <a:latin typeface="Arial"/>
                <a:cs typeface="Arial"/>
              </a:rPr>
              <a:t>y</a:t>
            </a:r>
            <a:r>
              <a:rPr sz="2000" spc="0" dirty="0" smtClean="0">
                <a:latin typeface="Arial"/>
                <a:cs typeface="Arial"/>
              </a:rPr>
              <a:t>nol</a:t>
            </a:r>
            <a:r>
              <a:rPr sz="2000" spc="-9" dirty="0" smtClean="0">
                <a:latin typeface="Arial"/>
                <a:cs typeface="Arial"/>
              </a:rPr>
              <a:t>d</a:t>
            </a:r>
            <a:r>
              <a:rPr sz="2000" spc="0" dirty="0" smtClean="0">
                <a:latin typeface="Arial"/>
                <a:cs typeface="Arial"/>
              </a:rPr>
              <a:t>s</a:t>
            </a:r>
            <a:r>
              <a:rPr sz="2000" spc="254" dirty="0" smtClean="0">
                <a:latin typeface="Arial"/>
                <a:cs typeface="Arial"/>
              </a:rPr>
              <a:t> </a:t>
            </a:r>
            <a:r>
              <a:rPr sz="2000" spc="-9" dirty="0" smtClean="0">
                <a:latin typeface="Arial"/>
                <a:cs typeface="Arial"/>
              </a:rPr>
              <a:t>p</a:t>
            </a:r>
            <a:r>
              <a:rPr sz="2000" spc="0" dirty="0" smtClean="0">
                <a:latin typeface="Arial"/>
                <a:cs typeface="Arial"/>
              </a:rPr>
              <a:t>a</a:t>
            </a:r>
            <a:r>
              <a:rPr sz="2000" spc="4" dirty="0" smtClean="0">
                <a:latin typeface="Arial"/>
                <a:cs typeface="Arial"/>
              </a:rPr>
              <a:t>r</a:t>
            </a:r>
            <a:r>
              <a:rPr sz="2000" spc="0" dirty="0" smtClean="0">
                <a:latin typeface="Arial"/>
                <a:cs typeface="Arial"/>
              </a:rPr>
              <a:t>a</a:t>
            </a:r>
            <a:r>
              <a:rPr sz="2000" spc="234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u</a:t>
            </a:r>
            <a:r>
              <a:rPr sz="2000" spc="-14" dirty="0" smtClean="0">
                <a:latin typeface="Arial"/>
                <a:cs typeface="Arial"/>
              </a:rPr>
              <a:t>m</a:t>
            </a:r>
            <a:r>
              <a:rPr sz="2000" spc="0" dirty="0" smtClean="0">
                <a:latin typeface="Arial"/>
                <a:cs typeface="Arial"/>
              </a:rPr>
              <a:t>a</a:t>
            </a:r>
            <a:r>
              <a:rPr sz="2000" spc="250" dirty="0" smtClean="0">
                <a:latin typeface="Arial"/>
                <a:cs typeface="Arial"/>
              </a:rPr>
              <a:t> </a:t>
            </a:r>
            <a:r>
              <a:rPr sz="2000" spc="-9" dirty="0" smtClean="0">
                <a:latin typeface="Arial"/>
                <a:cs typeface="Arial"/>
              </a:rPr>
              <a:t>a</a:t>
            </a:r>
            <a:r>
              <a:rPr sz="2000" spc="0" dirty="0" smtClean="0">
                <a:latin typeface="Arial"/>
                <a:cs typeface="Arial"/>
              </a:rPr>
              <a:t>e</a:t>
            </a:r>
            <a:r>
              <a:rPr sz="2000" spc="-9" dirty="0" smtClean="0">
                <a:latin typeface="Arial"/>
                <a:cs typeface="Arial"/>
              </a:rPr>
              <a:t>r</a:t>
            </a:r>
            <a:r>
              <a:rPr sz="2000" spc="0" dirty="0" smtClean="0">
                <a:latin typeface="Arial"/>
                <a:cs typeface="Arial"/>
              </a:rPr>
              <a:t>ona</a:t>
            </a:r>
            <a:r>
              <a:rPr sz="2000" spc="-4" dirty="0" smtClean="0">
                <a:latin typeface="Arial"/>
                <a:cs typeface="Arial"/>
              </a:rPr>
              <a:t>v</a:t>
            </a:r>
            <a:r>
              <a:rPr sz="2000" spc="0" dirty="0" smtClean="0">
                <a:latin typeface="Arial"/>
                <a:cs typeface="Arial"/>
              </a:rPr>
              <a:t>e</a:t>
            </a:r>
            <a:r>
              <a:rPr sz="2000" spc="269" dirty="0" smtClean="0">
                <a:latin typeface="Arial"/>
                <a:cs typeface="Arial"/>
              </a:rPr>
              <a:t> </a:t>
            </a:r>
            <a:r>
              <a:rPr sz="2000" spc="-9" dirty="0" smtClean="0">
                <a:latin typeface="Arial"/>
                <a:cs typeface="Arial"/>
              </a:rPr>
              <a:t>e</a:t>
            </a:r>
            <a:r>
              <a:rPr sz="2000" spc="0" dirty="0" smtClean="0">
                <a:latin typeface="Arial"/>
                <a:cs typeface="Arial"/>
              </a:rPr>
              <a:t>m</a:t>
            </a:r>
            <a:r>
              <a:rPr sz="2000" spc="259" dirty="0" smtClean="0">
                <a:latin typeface="Arial"/>
                <a:cs typeface="Arial"/>
              </a:rPr>
              <a:t> </a:t>
            </a:r>
            <a:r>
              <a:rPr sz="2000" spc="-9" dirty="0" smtClean="0">
                <a:latin typeface="Arial"/>
                <a:cs typeface="Arial"/>
              </a:rPr>
              <a:t>e</a:t>
            </a:r>
            <a:r>
              <a:rPr sz="2000" spc="-4" dirty="0" smtClean="0">
                <a:latin typeface="Arial"/>
                <a:cs typeface="Arial"/>
              </a:rPr>
              <a:t>s</a:t>
            </a:r>
            <a:r>
              <a:rPr sz="2000" spc="4" dirty="0" smtClean="0">
                <a:latin typeface="Arial"/>
                <a:cs typeface="Arial"/>
              </a:rPr>
              <a:t>c</a:t>
            </a:r>
            <a:r>
              <a:rPr sz="2000" spc="0" dirty="0" smtClean="0">
                <a:latin typeface="Arial"/>
                <a:cs typeface="Arial"/>
              </a:rPr>
              <a:t>ala</a:t>
            </a:r>
            <a:endParaRPr sz="20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238384" y="1695333"/>
            <a:ext cx="208978" cy="2158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635"/>
              </a:lnSpc>
              <a:spcBef>
                <a:spcPts val="81"/>
              </a:spcBef>
            </a:pPr>
            <a:r>
              <a:rPr sz="1500" spc="208" dirty="0" smtClean="0">
                <a:solidFill>
                  <a:srgbClr val="65FF32"/>
                </a:solidFill>
                <a:latin typeface="Arial"/>
                <a:cs typeface="Arial"/>
              </a:rPr>
              <a:t>□</a:t>
            </a:r>
            <a:endParaRPr sz="15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581289" y="1887235"/>
            <a:ext cx="7985172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4" dirty="0" smtClean="0">
                <a:latin typeface="Arial"/>
                <a:cs typeface="Arial"/>
              </a:rPr>
              <a:t>r</a:t>
            </a:r>
            <a:r>
              <a:rPr sz="2000" spc="0" dirty="0" smtClean="0">
                <a:latin typeface="Arial"/>
                <a:cs typeface="Arial"/>
              </a:rPr>
              <a:t>e</a:t>
            </a:r>
            <a:r>
              <a:rPr sz="2000" spc="-9" dirty="0" smtClean="0">
                <a:latin typeface="Arial"/>
                <a:cs typeface="Arial"/>
              </a:rPr>
              <a:t>d</a:t>
            </a:r>
            <a:r>
              <a:rPr sz="2000" spc="0" dirty="0" smtClean="0">
                <a:latin typeface="Arial"/>
                <a:cs typeface="Arial"/>
              </a:rPr>
              <a:t>u</a:t>
            </a:r>
            <a:r>
              <a:rPr sz="2000" spc="4" dirty="0" smtClean="0">
                <a:latin typeface="Arial"/>
                <a:cs typeface="Arial"/>
              </a:rPr>
              <a:t>z</a:t>
            </a:r>
            <a:r>
              <a:rPr sz="2000" spc="0" dirty="0" smtClean="0">
                <a:latin typeface="Arial"/>
                <a:cs typeface="Arial"/>
              </a:rPr>
              <a:t>ida</a:t>
            </a:r>
            <a:r>
              <a:rPr sz="2000" spc="44" dirty="0" smtClean="0">
                <a:latin typeface="Arial"/>
                <a:cs typeface="Arial"/>
              </a:rPr>
              <a:t> </a:t>
            </a:r>
            <a:r>
              <a:rPr sz="2000" spc="4" dirty="0" smtClean="0">
                <a:latin typeface="Arial"/>
                <a:cs typeface="Arial"/>
              </a:rPr>
              <a:t>s</a:t>
            </a:r>
            <a:r>
              <a:rPr sz="2000" spc="-9" dirty="0" smtClean="0">
                <a:latin typeface="Arial"/>
                <a:cs typeface="Arial"/>
              </a:rPr>
              <a:t>ab</a:t>
            </a:r>
            <a:r>
              <a:rPr sz="2000" spc="0" dirty="0" smtClean="0">
                <a:latin typeface="Arial"/>
                <a:cs typeface="Arial"/>
              </a:rPr>
              <a:t>end</a:t>
            </a:r>
            <a:r>
              <a:rPr sz="2000" spc="-9" dirty="0" smtClean="0">
                <a:latin typeface="Arial"/>
                <a:cs typeface="Arial"/>
              </a:rPr>
              <a:t>o-</a:t>
            </a:r>
            <a:r>
              <a:rPr sz="2000" spc="4" dirty="0" smtClean="0">
                <a:latin typeface="Arial"/>
                <a:cs typeface="Arial"/>
              </a:rPr>
              <a:t>s</a:t>
            </a:r>
            <a:r>
              <a:rPr sz="2000" spc="0" dirty="0" smtClean="0">
                <a:latin typeface="Arial"/>
                <a:cs typeface="Arial"/>
              </a:rPr>
              <a:t>e</a:t>
            </a:r>
            <a:r>
              <a:rPr sz="2000" spc="54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q</a:t>
            </a:r>
            <a:r>
              <a:rPr sz="2000" spc="-9" dirty="0" smtClean="0">
                <a:latin typeface="Arial"/>
                <a:cs typeface="Arial"/>
              </a:rPr>
              <a:t>u</a:t>
            </a:r>
            <a:r>
              <a:rPr sz="2000" spc="0" dirty="0" smtClean="0">
                <a:latin typeface="Arial"/>
                <a:cs typeface="Arial"/>
              </a:rPr>
              <a:t>e</a:t>
            </a:r>
            <a:r>
              <a:rPr sz="2000" spc="44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a</a:t>
            </a:r>
            <a:r>
              <a:rPr sz="2000" spc="54" dirty="0" smtClean="0">
                <a:latin typeface="Arial"/>
                <a:cs typeface="Arial"/>
              </a:rPr>
              <a:t> </a:t>
            </a:r>
            <a:r>
              <a:rPr sz="2000" spc="-4" dirty="0" smtClean="0">
                <a:latin typeface="Arial"/>
                <a:cs typeface="Arial"/>
              </a:rPr>
              <a:t>v</a:t>
            </a:r>
            <a:r>
              <a:rPr sz="2000" spc="0" dirty="0" smtClean="0">
                <a:latin typeface="Arial"/>
                <a:cs typeface="Arial"/>
              </a:rPr>
              <a:t>elo</a:t>
            </a:r>
            <a:r>
              <a:rPr sz="2000" spc="4" dirty="0" smtClean="0">
                <a:latin typeface="Arial"/>
                <a:cs typeface="Arial"/>
              </a:rPr>
              <a:t>c</a:t>
            </a:r>
            <a:r>
              <a:rPr sz="2000" spc="0" dirty="0" smtClean="0">
                <a:latin typeface="Arial"/>
                <a:cs typeface="Arial"/>
              </a:rPr>
              <a:t>idade</a:t>
            </a:r>
            <a:r>
              <a:rPr sz="2000" spc="44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de</a:t>
            </a:r>
            <a:r>
              <a:rPr sz="2000" spc="54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d</a:t>
            </a:r>
            <a:r>
              <a:rPr sz="2000" spc="-9" dirty="0" smtClean="0">
                <a:latin typeface="Arial"/>
                <a:cs typeface="Arial"/>
              </a:rPr>
              <a:t>e</a:t>
            </a:r>
            <a:r>
              <a:rPr sz="2000" spc="4" dirty="0" smtClean="0">
                <a:latin typeface="Arial"/>
                <a:cs typeface="Arial"/>
              </a:rPr>
              <a:t>s</a:t>
            </a:r>
            <a:r>
              <a:rPr sz="2000" spc="0" dirty="0" smtClean="0">
                <a:latin typeface="Arial"/>
                <a:cs typeface="Arial"/>
              </a:rPr>
              <a:t>lo</a:t>
            </a:r>
            <a:r>
              <a:rPr sz="2000" spc="-4" dirty="0" smtClean="0">
                <a:latin typeface="Arial"/>
                <a:cs typeface="Arial"/>
              </a:rPr>
              <a:t>c</a:t>
            </a:r>
            <a:r>
              <a:rPr sz="2000" spc="0" dirty="0" smtClean="0">
                <a:latin typeface="Arial"/>
                <a:cs typeface="Arial"/>
              </a:rPr>
              <a:t>a</a:t>
            </a:r>
            <a:r>
              <a:rPr sz="2000" spc="-14" dirty="0" smtClean="0">
                <a:latin typeface="Arial"/>
                <a:cs typeface="Arial"/>
              </a:rPr>
              <a:t>m</a:t>
            </a:r>
            <a:r>
              <a:rPr sz="2000" spc="0" dirty="0" smtClean="0">
                <a:latin typeface="Arial"/>
                <a:cs typeface="Arial"/>
              </a:rPr>
              <a:t>en</a:t>
            </a:r>
            <a:r>
              <a:rPr sz="2000" spc="4" dirty="0" smtClean="0">
                <a:latin typeface="Arial"/>
                <a:cs typeface="Arial"/>
              </a:rPr>
              <a:t>t</a:t>
            </a:r>
            <a:r>
              <a:rPr sz="2000" spc="0" dirty="0" smtClean="0">
                <a:latin typeface="Arial"/>
                <a:cs typeface="Arial"/>
              </a:rPr>
              <a:t>o</a:t>
            </a:r>
            <a:r>
              <a:rPr sz="2000" spc="54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é</a:t>
            </a:r>
            <a:r>
              <a:rPr sz="2000" spc="44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v</a:t>
            </a:r>
            <a:r>
              <a:rPr sz="2000" spc="49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=</a:t>
            </a:r>
            <a:r>
              <a:rPr sz="2000" spc="59" dirty="0" smtClean="0">
                <a:latin typeface="Arial"/>
                <a:cs typeface="Arial"/>
              </a:rPr>
              <a:t> </a:t>
            </a:r>
            <a:r>
              <a:rPr sz="2000" spc="-9" dirty="0" smtClean="0">
                <a:latin typeface="Arial"/>
                <a:cs typeface="Arial"/>
              </a:rPr>
              <a:t>1</a:t>
            </a:r>
            <a:r>
              <a:rPr sz="2000" spc="0" dirty="0" smtClean="0">
                <a:latin typeface="Arial"/>
                <a:cs typeface="Arial"/>
              </a:rPr>
              <a:t>6</a:t>
            </a:r>
            <a:r>
              <a:rPr sz="2000" spc="44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m</a:t>
            </a:r>
            <a:r>
              <a:rPr sz="2000" spc="-4" dirty="0" smtClean="0">
                <a:latin typeface="Arial"/>
                <a:cs typeface="Arial"/>
              </a:rPr>
              <a:t>/</a:t>
            </a:r>
            <a:r>
              <a:rPr sz="2000" spc="0" dirty="0" smtClean="0">
                <a:latin typeface="Arial"/>
                <a:cs typeface="Arial"/>
              </a:rPr>
              <a:t>s</a:t>
            </a:r>
            <a:endParaRPr sz="20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581284" y="2132599"/>
            <a:ext cx="7985564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0" dirty="0" smtClean="0">
                <a:latin typeface="Arial"/>
                <a:cs typeface="Arial"/>
              </a:rPr>
              <a:t>pa</a:t>
            </a:r>
            <a:r>
              <a:rPr sz="2000" spc="-9" dirty="0" smtClean="0">
                <a:latin typeface="Arial"/>
                <a:cs typeface="Arial"/>
              </a:rPr>
              <a:t>r</a:t>
            </a:r>
            <a:r>
              <a:rPr sz="2000" spc="0" dirty="0" smtClean="0">
                <a:latin typeface="Arial"/>
                <a:cs typeface="Arial"/>
              </a:rPr>
              <a:t>a</a:t>
            </a:r>
            <a:r>
              <a:rPr sz="2000" spc="19" dirty="0" smtClean="0">
                <a:latin typeface="Arial"/>
                <a:cs typeface="Arial"/>
              </a:rPr>
              <a:t> </a:t>
            </a:r>
            <a:r>
              <a:rPr sz="2000" spc="-9" dirty="0" smtClean="0">
                <a:latin typeface="Arial"/>
                <a:cs typeface="Arial"/>
              </a:rPr>
              <a:t>u</a:t>
            </a:r>
            <a:r>
              <a:rPr sz="2000" spc="0" dirty="0" smtClean="0">
                <a:latin typeface="Arial"/>
                <a:cs typeface="Arial"/>
              </a:rPr>
              <a:t>m</a:t>
            </a:r>
            <a:r>
              <a:rPr sz="2000" spc="19" dirty="0" smtClean="0">
                <a:latin typeface="Arial"/>
                <a:cs typeface="Arial"/>
              </a:rPr>
              <a:t> </a:t>
            </a:r>
            <a:r>
              <a:rPr sz="2000" spc="-4" dirty="0" smtClean="0">
                <a:latin typeface="Arial"/>
                <a:cs typeface="Arial"/>
              </a:rPr>
              <a:t>v</a:t>
            </a:r>
            <a:r>
              <a:rPr sz="2000" spc="0" dirty="0" smtClean="0">
                <a:latin typeface="Arial"/>
                <a:cs typeface="Arial"/>
              </a:rPr>
              <a:t>ôo</a:t>
            </a:r>
            <a:r>
              <a:rPr sz="2000" spc="9" dirty="0" smtClean="0">
                <a:latin typeface="Arial"/>
                <a:cs typeface="Arial"/>
              </a:rPr>
              <a:t> </a:t>
            </a:r>
            <a:r>
              <a:rPr sz="2000" spc="4" dirty="0" smtClean="0">
                <a:latin typeface="Arial"/>
                <a:cs typeface="Arial"/>
              </a:rPr>
              <a:t>r</a:t>
            </a:r>
            <a:r>
              <a:rPr sz="2000" spc="0" dirty="0" smtClean="0">
                <a:latin typeface="Arial"/>
                <a:cs typeface="Arial"/>
              </a:rPr>
              <a:t>eali</a:t>
            </a:r>
            <a:r>
              <a:rPr sz="2000" spc="4" dirty="0" smtClean="0">
                <a:latin typeface="Arial"/>
                <a:cs typeface="Arial"/>
              </a:rPr>
              <a:t>z</a:t>
            </a:r>
            <a:r>
              <a:rPr sz="2000" spc="-9" dirty="0" smtClean="0">
                <a:latin typeface="Arial"/>
                <a:cs typeface="Arial"/>
              </a:rPr>
              <a:t>a</a:t>
            </a:r>
            <a:r>
              <a:rPr sz="2000" spc="0" dirty="0" smtClean="0">
                <a:latin typeface="Arial"/>
                <a:cs typeface="Arial"/>
              </a:rPr>
              <a:t>do</a:t>
            </a:r>
            <a:r>
              <a:rPr sz="2000" spc="19" dirty="0" smtClean="0">
                <a:latin typeface="Arial"/>
                <a:cs typeface="Arial"/>
              </a:rPr>
              <a:t> </a:t>
            </a:r>
            <a:r>
              <a:rPr sz="2000" spc="-9" dirty="0" smtClean="0">
                <a:latin typeface="Arial"/>
                <a:cs typeface="Arial"/>
              </a:rPr>
              <a:t>e</a:t>
            </a:r>
            <a:r>
              <a:rPr sz="2000" spc="0" dirty="0" smtClean="0">
                <a:latin typeface="Arial"/>
                <a:cs typeface="Arial"/>
              </a:rPr>
              <a:t>m</a:t>
            </a:r>
            <a:r>
              <a:rPr sz="2000" spc="4" dirty="0" smtClean="0">
                <a:latin typeface="Arial"/>
                <a:cs typeface="Arial"/>
              </a:rPr>
              <a:t> c</a:t>
            </a:r>
            <a:r>
              <a:rPr sz="2000" spc="0" dirty="0" smtClean="0">
                <a:latin typeface="Arial"/>
                <a:cs typeface="Arial"/>
              </a:rPr>
              <a:t>o</a:t>
            </a:r>
            <a:r>
              <a:rPr sz="2000" spc="-9" dirty="0" smtClean="0">
                <a:latin typeface="Arial"/>
                <a:cs typeface="Arial"/>
              </a:rPr>
              <a:t>n</a:t>
            </a:r>
            <a:r>
              <a:rPr sz="2000" spc="0" dirty="0" smtClean="0">
                <a:latin typeface="Arial"/>
                <a:cs typeface="Arial"/>
              </a:rPr>
              <a:t>di</a:t>
            </a:r>
            <a:r>
              <a:rPr sz="2000" spc="4" dirty="0" smtClean="0">
                <a:latin typeface="Arial"/>
                <a:cs typeface="Arial"/>
              </a:rPr>
              <a:t>ç</a:t>
            </a:r>
            <a:r>
              <a:rPr sz="2000" spc="0" dirty="0" smtClean="0">
                <a:latin typeface="Arial"/>
                <a:cs typeface="Arial"/>
              </a:rPr>
              <a:t>õ</a:t>
            </a:r>
            <a:r>
              <a:rPr sz="2000" spc="-9" dirty="0" smtClean="0">
                <a:latin typeface="Arial"/>
                <a:cs typeface="Arial"/>
              </a:rPr>
              <a:t>e</a:t>
            </a:r>
            <a:r>
              <a:rPr sz="2000" spc="0" dirty="0" smtClean="0">
                <a:latin typeface="Arial"/>
                <a:cs typeface="Arial"/>
              </a:rPr>
              <a:t>s</a:t>
            </a:r>
            <a:r>
              <a:rPr sz="2000" spc="25" dirty="0" smtClean="0">
                <a:latin typeface="Arial"/>
                <a:cs typeface="Arial"/>
              </a:rPr>
              <a:t> </a:t>
            </a:r>
            <a:r>
              <a:rPr sz="2000" spc="-9" dirty="0" smtClean="0">
                <a:latin typeface="Arial"/>
                <a:cs typeface="Arial"/>
              </a:rPr>
              <a:t>d</a:t>
            </a:r>
            <a:r>
              <a:rPr sz="2000" spc="0" dirty="0" smtClean="0">
                <a:latin typeface="Arial"/>
                <a:cs typeface="Arial"/>
              </a:rPr>
              <a:t>e</a:t>
            </a:r>
            <a:r>
              <a:rPr sz="2000" spc="9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a</a:t>
            </a:r>
            <a:r>
              <a:rPr sz="2000" spc="-4" dirty="0" smtClean="0">
                <a:latin typeface="Arial"/>
                <a:cs typeface="Arial"/>
              </a:rPr>
              <a:t>t</a:t>
            </a:r>
            <a:r>
              <a:rPr sz="2000" spc="0" dirty="0" smtClean="0">
                <a:latin typeface="Arial"/>
                <a:cs typeface="Arial"/>
              </a:rPr>
              <a:t>m</a:t>
            </a:r>
            <a:r>
              <a:rPr sz="2000" spc="-9" dirty="0" smtClean="0">
                <a:latin typeface="Arial"/>
                <a:cs typeface="Arial"/>
              </a:rPr>
              <a:t>o</a:t>
            </a:r>
            <a:r>
              <a:rPr sz="2000" spc="4" dirty="0" smtClean="0">
                <a:latin typeface="Arial"/>
                <a:cs typeface="Arial"/>
              </a:rPr>
              <a:t>s</a:t>
            </a:r>
            <a:r>
              <a:rPr sz="2000" spc="-4" dirty="0" smtClean="0">
                <a:latin typeface="Arial"/>
                <a:cs typeface="Arial"/>
              </a:rPr>
              <a:t>f</a:t>
            </a:r>
            <a:r>
              <a:rPr sz="2000" spc="-9" dirty="0" smtClean="0">
                <a:latin typeface="Arial"/>
                <a:cs typeface="Arial"/>
              </a:rPr>
              <a:t>er</a:t>
            </a:r>
            <a:r>
              <a:rPr sz="2000" spc="0" dirty="0" smtClean="0">
                <a:latin typeface="Arial"/>
                <a:cs typeface="Arial"/>
              </a:rPr>
              <a:t>a</a:t>
            </a:r>
            <a:r>
              <a:rPr sz="2000" spc="19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p</a:t>
            </a:r>
            <a:r>
              <a:rPr sz="2000" spc="-9" dirty="0" smtClean="0">
                <a:latin typeface="Arial"/>
                <a:cs typeface="Arial"/>
              </a:rPr>
              <a:t>a</a:t>
            </a:r>
            <a:r>
              <a:rPr sz="2000" spc="4" dirty="0" smtClean="0">
                <a:latin typeface="Arial"/>
                <a:cs typeface="Arial"/>
              </a:rPr>
              <a:t>dr</a:t>
            </a:r>
            <a:r>
              <a:rPr sz="2000" spc="-9" dirty="0" smtClean="0">
                <a:latin typeface="Arial"/>
                <a:cs typeface="Arial"/>
              </a:rPr>
              <a:t>ã</a:t>
            </a:r>
            <a:r>
              <a:rPr sz="2000" spc="0" dirty="0" smtClean="0">
                <a:latin typeface="Arial"/>
                <a:cs typeface="Arial"/>
              </a:rPr>
              <a:t>o</a:t>
            </a:r>
            <a:r>
              <a:rPr sz="2000" spc="34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ao</a:t>
            </a:r>
            <a:r>
              <a:rPr sz="2000" spc="19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n</a:t>
            </a:r>
            <a:r>
              <a:rPr sz="2000" spc="-4" dirty="0" smtClean="0">
                <a:latin typeface="Arial"/>
                <a:cs typeface="Arial"/>
              </a:rPr>
              <a:t>ív</a:t>
            </a:r>
            <a:r>
              <a:rPr sz="2000" spc="0" dirty="0" smtClean="0">
                <a:latin typeface="Arial"/>
                <a:cs typeface="Arial"/>
              </a:rPr>
              <a:t>el</a:t>
            </a:r>
            <a:r>
              <a:rPr sz="2000" spc="29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do</a:t>
            </a:r>
            <a:endParaRPr sz="20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581284" y="2363443"/>
            <a:ext cx="3818057" cy="29442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320"/>
              </a:lnSpc>
              <a:spcBef>
                <a:spcPts val="115"/>
              </a:spcBef>
            </a:pPr>
            <a:r>
              <a:rPr sz="2000" spc="0" dirty="0" smtClean="0">
                <a:latin typeface="Arial"/>
                <a:cs typeface="Arial"/>
              </a:rPr>
              <a:t>m</a:t>
            </a:r>
            <a:r>
              <a:rPr sz="2000" spc="-9" dirty="0" smtClean="0">
                <a:latin typeface="Arial"/>
                <a:cs typeface="Arial"/>
              </a:rPr>
              <a:t>a</a:t>
            </a:r>
            <a:r>
              <a:rPr sz="2000" spc="0" dirty="0" smtClean="0">
                <a:latin typeface="Arial"/>
                <a:cs typeface="Arial"/>
              </a:rPr>
              <a:t>r</a:t>
            </a:r>
            <a:r>
              <a:rPr sz="2000" spc="-9" dirty="0" smtClean="0">
                <a:latin typeface="Arial"/>
                <a:cs typeface="Arial"/>
              </a:rPr>
              <a:t> </a:t>
            </a:r>
            <a:r>
              <a:rPr sz="2000" spc="-62" dirty="0" smtClean="0">
                <a:latin typeface="Arial"/>
                <a:cs typeface="Arial"/>
              </a:rPr>
              <a:t>(</a:t>
            </a:r>
            <a:r>
              <a:rPr sz="2100" spc="-127" dirty="0" smtClean="0">
                <a:latin typeface="Meiryo"/>
                <a:cs typeface="Meiryo"/>
              </a:rPr>
              <a:t>ρ</a:t>
            </a:r>
            <a:r>
              <a:rPr sz="2100" spc="-153" dirty="0" smtClean="0">
                <a:latin typeface="Meiryo"/>
                <a:cs typeface="Meiryo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=</a:t>
            </a:r>
            <a:r>
              <a:rPr sz="2000" spc="-9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1</a:t>
            </a:r>
            <a:r>
              <a:rPr sz="2000" spc="-4" dirty="0" smtClean="0">
                <a:latin typeface="Arial"/>
                <a:cs typeface="Arial"/>
              </a:rPr>
              <a:t>,</a:t>
            </a:r>
            <a:r>
              <a:rPr sz="2000" spc="0" dirty="0" smtClean="0">
                <a:latin typeface="Arial"/>
                <a:cs typeface="Arial"/>
              </a:rPr>
              <a:t>2</a:t>
            </a:r>
            <a:r>
              <a:rPr sz="2000" spc="-9" dirty="0" smtClean="0">
                <a:latin typeface="Arial"/>
                <a:cs typeface="Arial"/>
              </a:rPr>
              <a:t>2</a:t>
            </a:r>
            <a:r>
              <a:rPr sz="2000" spc="0" dirty="0" smtClean="0">
                <a:latin typeface="Arial"/>
                <a:cs typeface="Arial"/>
              </a:rPr>
              <a:t>5 </a:t>
            </a:r>
            <a:r>
              <a:rPr sz="2000" spc="4" dirty="0" smtClean="0">
                <a:latin typeface="Arial"/>
                <a:cs typeface="Arial"/>
              </a:rPr>
              <a:t>k</a:t>
            </a:r>
            <a:r>
              <a:rPr sz="2000" spc="-9" dirty="0" smtClean="0">
                <a:latin typeface="Arial"/>
                <a:cs typeface="Arial"/>
              </a:rPr>
              <a:t>g</a:t>
            </a:r>
            <a:r>
              <a:rPr sz="2000" spc="-4" dirty="0" smtClean="0">
                <a:latin typeface="Arial"/>
                <a:cs typeface="Arial"/>
              </a:rPr>
              <a:t>/</a:t>
            </a:r>
            <a:r>
              <a:rPr sz="2000" spc="-14" dirty="0" smtClean="0">
                <a:latin typeface="Arial"/>
                <a:cs typeface="Arial"/>
              </a:rPr>
              <a:t>m</a:t>
            </a:r>
            <a:r>
              <a:rPr sz="2000" spc="-9" dirty="0" smtClean="0">
                <a:latin typeface="Arial"/>
                <a:cs typeface="Arial"/>
              </a:rPr>
              <a:t>³</a:t>
            </a:r>
            <a:r>
              <a:rPr sz="2000" spc="4" dirty="0" smtClean="0">
                <a:latin typeface="Arial"/>
                <a:cs typeface="Arial"/>
              </a:rPr>
              <a:t>)</a:t>
            </a:r>
            <a:r>
              <a:rPr sz="2000" spc="0" dirty="0" smtClean="0">
                <a:latin typeface="Arial"/>
                <a:cs typeface="Arial"/>
              </a:rPr>
              <a:t>.</a:t>
            </a:r>
            <a:r>
              <a:rPr sz="2000" spc="-9" dirty="0" smtClean="0">
                <a:latin typeface="Arial"/>
                <a:cs typeface="Arial"/>
              </a:rPr>
              <a:t> </a:t>
            </a:r>
            <a:r>
              <a:rPr sz="2000" spc="4" dirty="0" smtClean="0">
                <a:latin typeface="Arial"/>
                <a:cs typeface="Arial"/>
              </a:rPr>
              <a:t>C</a:t>
            </a:r>
            <a:r>
              <a:rPr sz="2000" spc="-9" dirty="0" smtClean="0">
                <a:latin typeface="Arial"/>
                <a:cs typeface="Arial"/>
              </a:rPr>
              <a:t>on</a:t>
            </a:r>
            <a:r>
              <a:rPr sz="2000" spc="4" dirty="0" smtClean="0">
                <a:latin typeface="Arial"/>
                <a:cs typeface="Arial"/>
              </a:rPr>
              <a:t>s</a:t>
            </a:r>
            <a:r>
              <a:rPr sz="2000" spc="0" dirty="0" smtClean="0">
                <a:latin typeface="Arial"/>
                <a:cs typeface="Arial"/>
              </a:rPr>
              <a:t>id</a:t>
            </a:r>
            <a:r>
              <a:rPr sz="2000" spc="-9" dirty="0" smtClean="0">
                <a:latin typeface="Arial"/>
                <a:cs typeface="Arial"/>
              </a:rPr>
              <a:t>e</a:t>
            </a:r>
            <a:r>
              <a:rPr sz="2000" spc="4" dirty="0" smtClean="0">
                <a:latin typeface="Arial"/>
                <a:cs typeface="Arial"/>
              </a:rPr>
              <a:t>r</a:t>
            </a:r>
            <a:r>
              <a:rPr sz="2000" spc="0" dirty="0" smtClean="0">
                <a:latin typeface="Arial"/>
                <a:cs typeface="Arial"/>
              </a:rPr>
              <a:t>e</a:t>
            </a:r>
            <a:endParaRPr sz="20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298434" y="2363443"/>
            <a:ext cx="3231705" cy="29442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320"/>
              </a:lnSpc>
              <a:spcBef>
                <a:spcPts val="115"/>
              </a:spcBef>
            </a:pPr>
            <a:r>
              <a:rPr sz="2000" spc="0" dirty="0" smtClean="0">
                <a:latin typeface="Arial"/>
                <a:cs typeface="Arial"/>
              </a:rPr>
              <a:t>m</a:t>
            </a:r>
            <a:r>
              <a:rPr sz="2000" spc="-4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e</a:t>
            </a:r>
            <a:r>
              <a:rPr sz="2000" spc="-4" dirty="0" smtClean="0">
                <a:latin typeface="Arial"/>
                <a:cs typeface="Arial"/>
              </a:rPr>
              <a:t> </a:t>
            </a:r>
            <a:r>
              <a:rPr sz="2100" spc="-157" dirty="0" smtClean="0">
                <a:latin typeface="Meiryo"/>
                <a:cs typeface="Meiryo"/>
              </a:rPr>
              <a:t>µ</a:t>
            </a:r>
            <a:r>
              <a:rPr sz="2100" spc="-189" dirty="0" smtClean="0">
                <a:latin typeface="Meiryo"/>
                <a:cs typeface="Meiryo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= </a:t>
            </a:r>
            <a:r>
              <a:rPr sz="2000" spc="-9" dirty="0" smtClean="0">
                <a:latin typeface="Arial"/>
                <a:cs typeface="Arial"/>
              </a:rPr>
              <a:t>1</a:t>
            </a:r>
            <a:r>
              <a:rPr sz="2000" spc="-4" dirty="0" smtClean="0">
                <a:latin typeface="Arial"/>
                <a:cs typeface="Arial"/>
              </a:rPr>
              <a:t>,</a:t>
            </a:r>
            <a:r>
              <a:rPr sz="2000" spc="0" dirty="0" smtClean="0">
                <a:latin typeface="Arial"/>
                <a:cs typeface="Arial"/>
              </a:rPr>
              <a:t>7</a:t>
            </a:r>
            <a:r>
              <a:rPr sz="2000" spc="-9" dirty="0" smtClean="0">
                <a:latin typeface="Arial"/>
                <a:cs typeface="Arial"/>
              </a:rPr>
              <a:t>8</a:t>
            </a:r>
            <a:r>
              <a:rPr sz="2000" spc="0" dirty="0" smtClean="0">
                <a:latin typeface="Arial"/>
                <a:cs typeface="Arial"/>
              </a:rPr>
              <a:t>94</a:t>
            </a:r>
            <a:r>
              <a:rPr sz="2000" spc="-4" dirty="0" smtClean="0">
                <a:latin typeface="Arial"/>
                <a:cs typeface="Arial"/>
              </a:rPr>
              <a:t>x</a:t>
            </a:r>
            <a:r>
              <a:rPr sz="2000" spc="0" dirty="0" smtClean="0">
                <a:latin typeface="Arial"/>
                <a:cs typeface="Arial"/>
              </a:rPr>
              <a:t>1</a:t>
            </a:r>
            <a:r>
              <a:rPr sz="2000" spc="-9" dirty="0" smtClean="0">
                <a:latin typeface="Arial"/>
                <a:cs typeface="Arial"/>
              </a:rPr>
              <a:t>0</a:t>
            </a:r>
            <a:r>
              <a:rPr sz="2000" spc="4" dirty="0" smtClean="0">
                <a:latin typeface="Arial"/>
                <a:cs typeface="Arial"/>
              </a:rPr>
              <a:t>-</a:t>
            </a:r>
            <a:r>
              <a:rPr sz="2000" spc="0" dirty="0" smtClean="0">
                <a:latin typeface="Arial"/>
                <a:cs typeface="Arial"/>
              </a:rPr>
              <a:t>5</a:t>
            </a:r>
            <a:r>
              <a:rPr sz="2000" spc="-14" dirty="0" smtClean="0">
                <a:latin typeface="Arial"/>
                <a:cs typeface="Arial"/>
              </a:rPr>
              <a:t> </a:t>
            </a:r>
            <a:r>
              <a:rPr sz="2000" spc="4" dirty="0" smtClean="0">
                <a:latin typeface="Arial"/>
                <a:cs typeface="Arial"/>
              </a:rPr>
              <a:t>k</a:t>
            </a:r>
            <a:r>
              <a:rPr sz="2000" spc="0" dirty="0" smtClean="0">
                <a:latin typeface="Arial"/>
                <a:cs typeface="Arial"/>
              </a:rPr>
              <a:t>g</a:t>
            </a:r>
            <a:r>
              <a:rPr sz="2000" spc="-14" dirty="0" smtClean="0">
                <a:latin typeface="Arial"/>
                <a:cs typeface="Arial"/>
              </a:rPr>
              <a:t>/m</a:t>
            </a:r>
            <a:r>
              <a:rPr sz="2000" spc="4" dirty="0" smtClean="0">
                <a:latin typeface="Arial"/>
                <a:cs typeface="Arial"/>
              </a:rPr>
              <a:t>s</a:t>
            </a:r>
            <a:r>
              <a:rPr sz="2000" spc="0" dirty="0" smtClean="0">
                <a:latin typeface="Arial"/>
                <a:cs typeface="Arial"/>
              </a:rPr>
              <a:t>.</a:t>
            </a:r>
            <a:endParaRPr sz="20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449199" y="2402455"/>
            <a:ext cx="164403" cy="23799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805"/>
              </a:lnSpc>
              <a:spcBef>
                <a:spcPts val="90"/>
              </a:spcBef>
            </a:pPr>
            <a:r>
              <a:rPr sz="1650" spc="7" dirty="0" smtClean="0">
                <a:latin typeface="Times New Roman"/>
                <a:cs typeface="Times New Roman"/>
              </a:rPr>
              <a:t>c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615315" y="2399059"/>
            <a:ext cx="603255" cy="24139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900"/>
              </a:lnSpc>
              <a:spcBef>
                <a:spcPts val="95"/>
              </a:spcBef>
            </a:pPr>
            <a:r>
              <a:rPr sz="2475" spc="-411" baseline="1041" dirty="0" smtClean="0">
                <a:latin typeface="Meiryo"/>
                <a:cs typeface="Meiryo"/>
              </a:rPr>
              <a:t>=</a:t>
            </a:r>
            <a:r>
              <a:rPr sz="2475" spc="-184" baseline="1041" dirty="0" smtClean="0">
                <a:latin typeface="Meiryo"/>
                <a:cs typeface="Meiryo"/>
              </a:rPr>
              <a:t> </a:t>
            </a:r>
            <a:r>
              <a:rPr sz="2475" spc="-1" baseline="1756" dirty="0" smtClean="0">
                <a:latin typeface="Times New Roman"/>
                <a:cs typeface="Times New Roman"/>
              </a:rPr>
              <a:t>0</a:t>
            </a:r>
            <a:r>
              <a:rPr sz="2475" spc="-20" baseline="1756" dirty="0" smtClean="0">
                <a:latin typeface="Times New Roman"/>
                <a:cs typeface="Times New Roman"/>
              </a:rPr>
              <a:t>,</a:t>
            </a:r>
            <a:r>
              <a:rPr sz="2475" spc="8" baseline="1756" dirty="0" smtClean="0">
                <a:latin typeface="Times New Roman"/>
                <a:cs typeface="Times New Roman"/>
              </a:rPr>
              <a:t>35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5475613" y="2312424"/>
            <a:ext cx="94484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12"/>
          <p:cNvSpPr txBox="1"/>
          <p:nvPr/>
        </p:nvSpPr>
        <p:spPr>
          <a:xfrm>
            <a:off x="1310017" y="1034143"/>
            <a:ext cx="4780730" cy="4825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779"/>
              </a:lnSpc>
              <a:spcBef>
                <a:spcPts val="189"/>
              </a:spcBef>
            </a:pPr>
            <a:r>
              <a:rPr sz="3600" spc="192" dirty="0" smtClean="0">
                <a:solidFill>
                  <a:srgbClr val="00CC65"/>
                </a:solidFill>
                <a:latin typeface="Arial"/>
                <a:cs typeface="Arial"/>
              </a:rPr>
              <a:t>E</a:t>
            </a:r>
            <a:r>
              <a:rPr sz="3600" spc="143" dirty="0" smtClean="0">
                <a:solidFill>
                  <a:srgbClr val="00CC65"/>
                </a:solidFill>
                <a:latin typeface="Arial"/>
                <a:cs typeface="Arial"/>
              </a:rPr>
              <a:t>x</a:t>
            </a:r>
            <a:r>
              <a:rPr sz="3600" spc="160" dirty="0" smtClean="0">
                <a:solidFill>
                  <a:srgbClr val="00CC65"/>
                </a:solidFill>
                <a:latin typeface="Arial"/>
                <a:cs typeface="Arial"/>
              </a:rPr>
              <a:t>e</a:t>
            </a:r>
            <a:r>
              <a:rPr sz="3600" spc="95" dirty="0" smtClean="0">
                <a:solidFill>
                  <a:srgbClr val="00CC65"/>
                </a:solidFill>
                <a:latin typeface="Arial"/>
                <a:cs typeface="Arial"/>
              </a:rPr>
              <a:t>r</a:t>
            </a:r>
            <a:r>
              <a:rPr sz="3600" spc="143" dirty="0" smtClean="0">
                <a:solidFill>
                  <a:srgbClr val="00CC65"/>
                </a:solidFill>
                <a:latin typeface="Arial"/>
                <a:cs typeface="Arial"/>
              </a:rPr>
              <a:t>c</a:t>
            </a:r>
            <a:r>
              <a:rPr sz="3600" spc="63" dirty="0" smtClean="0">
                <a:solidFill>
                  <a:srgbClr val="00CC65"/>
                </a:solidFill>
                <a:latin typeface="Arial"/>
                <a:cs typeface="Arial"/>
              </a:rPr>
              <a:t>í</a:t>
            </a:r>
            <a:r>
              <a:rPr sz="3600" spc="143" dirty="0" smtClean="0">
                <a:solidFill>
                  <a:srgbClr val="00CC65"/>
                </a:solidFill>
                <a:latin typeface="Arial"/>
                <a:cs typeface="Arial"/>
              </a:rPr>
              <a:t>c</a:t>
            </a:r>
            <a:r>
              <a:rPr sz="3600" spc="58" dirty="0" smtClean="0">
                <a:solidFill>
                  <a:srgbClr val="00CC65"/>
                </a:solidFill>
                <a:latin typeface="Arial"/>
                <a:cs typeface="Arial"/>
              </a:rPr>
              <a:t>i</a:t>
            </a:r>
            <a:r>
              <a:rPr sz="3600" spc="154" dirty="0" smtClean="0">
                <a:solidFill>
                  <a:srgbClr val="00CC65"/>
                </a:solidFill>
                <a:latin typeface="Arial"/>
                <a:cs typeface="Arial"/>
              </a:rPr>
              <a:t>o</a:t>
            </a:r>
            <a:r>
              <a:rPr sz="3600" spc="143" dirty="0" smtClean="0">
                <a:solidFill>
                  <a:srgbClr val="00CC65"/>
                </a:solidFill>
                <a:latin typeface="Arial"/>
                <a:cs typeface="Arial"/>
              </a:rPr>
              <a:t>s</a:t>
            </a:r>
            <a:r>
              <a:rPr sz="3600" spc="27" dirty="0" smtClean="0">
                <a:solidFill>
                  <a:srgbClr val="00CC65"/>
                </a:solidFill>
                <a:latin typeface="Arial"/>
                <a:cs typeface="Arial"/>
              </a:rPr>
              <a:t> </a:t>
            </a:r>
            <a:r>
              <a:rPr sz="3600" spc="0" dirty="0" smtClean="0">
                <a:solidFill>
                  <a:srgbClr val="00CC65"/>
                </a:solidFill>
                <a:latin typeface="Arial"/>
                <a:cs typeface="Arial"/>
              </a:rPr>
              <a:t>P</a:t>
            </a:r>
            <a:r>
              <a:rPr sz="3600" spc="191" dirty="0" smtClean="0">
                <a:solidFill>
                  <a:srgbClr val="00CC65"/>
                </a:solidFill>
                <a:latin typeface="Arial"/>
                <a:cs typeface="Arial"/>
              </a:rPr>
              <a:t>r</a:t>
            </a:r>
            <a:r>
              <a:rPr sz="3600" spc="175" dirty="0" smtClean="0">
                <a:solidFill>
                  <a:srgbClr val="00CC65"/>
                </a:solidFill>
                <a:latin typeface="Arial"/>
                <a:cs typeface="Arial"/>
              </a:rPr>
              <a:t>opo</a:t>
            </a:r>
            <a:r>
              <a:rPr sz="3600" spc="197" dirty="0" smtClean="0">
                <a:solidFill>
                  <a:srgbClr val="00CC65"/>
                </a:solidFill>
                <a:latin typeface="Arial"/>
                <a:cs typeface="Arial"/>
              </a:rPr>
              <a:t>s</a:t>
            </a:r>
            <a:r>
              <a:rPr sz="3600" spc="190" dirty="0" smtClean="0">
                <a:solidFill>
                  <a:srgbClr val="00CC65"/>
                </a:solidFill>
                <a:latin typeface="Arial"/>
                <a:cs typeface="Arial"/>
              </a:rPr>
              <a:t>to</a:t>
            </a:r>
            <a:r>
              <a:rPr sz="3600" spc="197" dirty="0" smtClean="0">
                <a:solidFill>
                  <a:srgbClr val="00CC65"/>
                </a:solidFill>
                <a:latin typeface="Arial"/>
                <a:cs typeface="Arial"/>
              </a:rPr>
              <a:t>s</a:t>
            </a:r>
            <a:endParaRPr sz="36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581289" y="1667779"/>
            <a:ext cx="7985595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0" dirty="0" smtClean="0">
                <a:latin typeface="Arial"/>
                <a:cs typeface="Arial"/>
              </a:rPr>
              <a:t>1)</a:t>
            </a:r>
            <a:r>
              <a:rPr sz="2000" spc="336" dirty="0" smtClean="0">
                <a:latin typeface="Arial"/>
                <a:cs typeface="Arial"/>
              </a:rPr>
              <a:t> </a:t>
            </a:r>
            <a:r>
              <a:rPr sz="2000" spc="-9" dirty="0" smtClean="0">
                <a:latin typeface="Arial"/>
                <a:cs typeface="Arial"/>
              </a:rPr>
              <a:t>C</a:t>
            </a:r>
            <a:r>
              <a:rPr sz="2000" spc="0" dirty="0" smtClean="0">
                <a:latin typeface="Arial"/>
                <a:cs typeface="Arial"/>
              </a:rPr>
              <a:t>al</a:t>
            </a:r>
            <a:r>
              <a:rPr sz="2000" spc="4" dirty="0" smtClean="0">
                <a:latin typeface="Arial"/>
                <a:cs typeface="Arial"/>
              </a:rPr>
              <a:t>c</a:t>
            </a:r>
            <a:r>
              <a:rPr sz="2000" spc="0" dirty="0" smtClean="0">
                <a:latin typeface="Arial"/>
                <a:cs typeface="Arial"/>
              </a:rPr>
              <a:t>ul</a:t>
            </a:r>
            <a:r>
              <a:rPr sz="2000" spc="-9" dirty="0" smtClean="0">
                <a:latin typeface="Arial"/>
                <a:cs typeface="Arial"/>
              </a:rPr>
              <a:t>a</a:t>
            </a:r>
            <a:r>
              <a:rPr sz="2000" spc="0" dirty="0" smtClean="0">
                <a:latin typeface="Arial"/>
                <a:cs typeface="Arial"/>
              </a:rPr>
              <a:t>r</a:t>
            </a:r>
            <a:r>
              <a:rPr sz="2000" spc="336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o</a:t>
            </a:r>
            <a:r>
              <a:rPr sz="2000" spc="320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núm</a:t>
            </a:r>
            <a:r>
              <a:rPr sz="2000" spc="-9" dirty="0" smtClean="0">
                <a:latin typeface="Arial"/>
                <a:cs typeface="Arial"/>
              </a:rPr>
              <a:t>e</a:t>
            </a:r>
            <a:r>
              <a:rPr sz="2000" spc="4" dirty="0" smtClean="0">
                <a:latin typeface="Arial"/>
                <a:cs typeface="Arial"/>
              </a:rPr>
              <a:t>r</a:t>
            </a:r>
            <a:r>
              <a:rPr sz="2000" spc="0" dirty="0" smtClean="0">
                <a:latin typeface="Arial"/>
                <a:cs typeface="Arial"/>
              </a:rPr>
              <a:t>o</a:t>
            </a:r>
            <a:r>
              <a:rPr sz="2000" spc="320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de</a:t>
            </a:r>
            <a:r>
              <a:rPr sz="2000" spc="320" dirty="0" smtClean="0">
                <a:latin typeface="Arial"/>
                <a:cs typeface="Arial"/>
              </a:rPr>
              <a:t> </a:t>
            </a:r>
            <a:r>
              <a:rPr sz="2000" spc="4" dirty="0" smtClean="0">
                <a:latin typeface="Arial"/>
                <a:cs typeface="Arial"/>
              </a:rPr>
              <a:t>R</a:t>
            </a:r>
            <a:r>
              <a:rPr sz="2000" spc="0" dirty="0" smtClean="0">
                <a:latin typeface="Arial"/>
                <a:cs typeface="Arial"/>
              </a:rPr>
              <a:t>e</a:t>
            </a:r>
            <a:r>
              <a:rPr sz="2000" spc="-4" dirty="0" smtClean="0">
                <a:latin typeface="Arial"/>
                <a:cs typeface="Arial"/>
              </a:rPr>
              <a:t>y</a:t>
            </a:r>
            <a:r>
              <a:rPr sz="2000" spc="0" dirty="0" smtClean="0">
                <a:latin typeface="Arial"/>
                <a:cs typeface="Arial"/>
              </a:rPr>
              <a:t>nolds</a:t>
            </a:r>
            <a:r>
              <a:rPr sz="2000" spc="325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e</a:t>
            </a:r>
            <a:r>
              <a:rPr sz="2000" spc="330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iden</a:t>
            </a:r>
            <a:r>
              <a:rPr sz="2000" spc="-4" dirty="0" smtClean="0">
                <a:latin typeface="Arial"/>
                <a:cs typeface="Arial"/>
              </a:rPr>
              <a:t>t</a:t>
            </a:r>
            <a:r>
              <a:rPr sz="2000" spc="0" dirty="0" smtClean="0">
                <a:latin typeface="Arial"/>
                <a:cs typeface="Arial"/>
              </a:rPr>
              <a:t>i</a:t>
            </a:r>
            <a:r>
              <a:rPr sz="2000" spc="-4" dirty="0" smtClean="0">
                <a:latin typeface="Arial"/>
                <a:cs typeface="Arial"/>
              </a:rPr>
              <a:t>f</a:t>
            </a:r>
            <a:r>
              <a:rPr sz="2000" spc="0" dirty="0" smtClean="0">
                <a:latin typeface="Arial"/>
                <a:cs typeface="Arial"/>
              </a:rPr>
              <a:t>i</a:t>
            </a:r>
            <a:r>
              <a:rPr sz="2000" spc="4" dirty="0" smtClean="0">
                <a:latin typeface="Arial"/>
                <a:cs typeface="Arial"/>
              </a:rPr>
              <a:t>c</a:t>
            </a:r>
            <a:r>
              <a:rPr sz="2000" spc="-9" dirty="0" smtClean="0">
                <a:latin typeface="Arial"/>
                <a:cs typeface="Arial"/>
              </a:rPr>
              <a:t>a</a:t>
            </a:r>
            <a:r>
              <a:rPr sz="2000" spc="0" dirty="0" smtClean="0">
                <a:latin typeface="Arial"/>
                <a:cs typeface="Arial"/>
              </a:rPr>
              <a:t>r</a:t>
            </a:r>
            <a:r>
              <a:rPr sz="2000" spc="325" dirty="0" smtClean="0">
                <a:latin typeface="Arial"/>
                <a:cs typeface="Arial"/>
              </a:rPr>
              <a:t> </a:t>
            </a:r>
            <a:r>
              <a:rPr sz="2000" spc="4" dirty="0" smtClean="0">
                <a:latin typeface="Arial"/>
                <a:cs typeface="Arial"/>
              </a:rPr>
              <a:t>s</a:t>
            </a:r>
            <a:r>
              <a:rPr sz="2000" spc="0" dirty="0" smtClean="0">
                <a:latin typeface="Arial"/>
                <a:cs typeface="Arial"/>
              </a:rPr>
              <a:t>e</a:t>
            </a:r>
            <a:r>
              <a:rPr sz="2000" spc="320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o</a:t>
            </a:r>
            <a:r>
              <a:rPr sz="2000" spc="350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e</a:t>
            </a:r>
            <a:r>
              <a:rPr sz="2000" spc="-4" dirty="0" smtClean="0">
                <a:latin typeface="Arial"/>
                <a:cs typeface="Arial"/>
              </a:rPr>
              <a:t>s</a:t>
            </a:r>
            <a:r>
              <a:rPr sz="2000" spc="4" dirty="0" smtClean="0">
                <a:latin typeface="Arial"/>
                <a:cs typeface="Arial"/>
              </a:rPr>
              <a:t>c</a:t>
            </a:r>
            <a:r>
              <a:rPr sz="2000" spc="-9" dirty="0" smtClean="0">
                <a:latin typeface="Arial"/>
                <a:cs typeface="Arial"/>
              </a:rPr>
              <a:t>o</a:t>
            </a:r>
            <a:r>
              <a:rPr sz="2000" spc="0" dirty="0" smtClean="0">
                <a:latin typeface="Arial"/>
                <a:cs typeface="Arial"/>
              </a:rPr>
              <a:t>am</a:t>
            </a:r>
            <a:r>
              <a:rPr sz="2000" spc="-9" dirty="0" smtClean="0">
                <a:latin typeface="Arial"/>
                <a:cs typeface="Arial"/>
              </a:rPr>
              <a:t>e</a:t>
            </a:r>
            <a:r>
              <a:rPr sz="2000" spc="0" dirty="0" smtClean="0">
                <a:latin typeface="Arial"/>
                <a:cs typeface="Arial"/>
              </a:rPr>
              <a:t>n</a:t>
            </a:r>
            <a:r>
              <a:rPr sz="2000" spc="-14" dirty="0" smtClean="0">
                <a:latin typeface="Arial"/>
                <a:cs typeface="Arial"/>
              </a:rPr>
              <a:t>t</a:t>
            </a:r>
            <a:r>
              <a:rPr sz="2000" spc="0" dirty="0" smtClean="0">
                <a:latin typeface="Arial"/>
                <a:cs typeface="Arial"/>
              </a:rPr>
              <a:t>o</a:t>
            </a:r>
            <a:r>
              <a:rPr sz="2000" spc="345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é</a:t>
            </a:r>
            <a:endParaRPr sz="20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238384" y="1719717"/>
            <a:ext cx="208978" cy="2158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635"/>
              </a:lnSpc>
              <a:spcBef>
                <a:spcPts val="81"/>
              </a:spcBef>
            </a:pPr>
            <a:r>
              <a:rPr sz="1500" spc="208" dirty="0" smtClean="0">
                <a:solidFill>
                  <a:srgbClr val="65FF32"/>
                </a:solidFill>
                <a:latin typeface="Arial"/>
                <a:cs typeface="Arial"/>
              </a:rPr>
              <a:t>□</a:t>
            </a:r>
            <a:endParaRPr sz="15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581289" y="1942099"/>
            <a:ext cx="910678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0" dirty="0" smtClean="0">
                <a:latin typeface="Arial"/>
                <a:cs typeface="Arial"/>
              </a:rPr>
              <a:t>laminar</a:t>
            </a:r>
            <a:endParaRPr sz="20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600678" y="1942099"/>
            <a:ext cx="3187749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  <a:tabLst>
                <a:tab pos="469900" algn="l"/>
                <a:tab pos="1790700" algn="l"/>
              </a:tabLst>
            </a:pPr>
            <a:r>
              <a:rPr sz="2000" spc="0" dirty="0" smtClean="0">
                <a:latin typeface="Arial"/>
                <a:cs typeface="Arial"/>
              </a:rPr>
              <a:t>ou	</a:t>
            </a:r>
            <a:r>
              <a:rPr sz="2000" spc="-14" dirty="0" smtClean="0">
                <a:latin typeface="Arial"/>
                <a:cs typeface="Arial"/>
              </a:rPr>
              <a:t>t</a:t>
            </a:r>
            <a:r>
              <a:rPr sz="2000" spc="0" dirty="0" smtClean="0">
                <a:latin typeface="Arial"/>
                <a:cs typeface="Arial"/>
              </a:rPr>
              <a:t>u</a:t>
            </a:r>
            <a:r>
              <a:rPr sz="2000" spc="4" dirty="0" smtClean="0">
                <a:latin typeface="Arial"/>
                <a:cs typeface="Arial"/>
              </a:rPr>
              <a:t>r</a:t>
            </a:r>
            <a:r>
              <a:rPr sz="2000" spc="-9" dirty="0" smtClean="0">
                <a:latin typeface="Arial"/>
                <a:cs typeface="Arial"/>
              </a:rPr>
              <a:t>b</a:t>
            </a:r>
            <a:r>
              <a:rPr sz="2000" spc="0" dirty="0" smtClean="0">
                <a:latin typeface="Arial"/>
                <a:cs typeface="Arial"/>
              </a:rPr>
              <a:t>ulen</a:t>
            </a:r>
            <a:r>
              <a:rPr sz="2000" spc="-4" dirty="0" smtClean="0">
                <a:latin typeface="Arial"/>
                <a:cs typeface="Arial"/>
              </a:rPr>
              <a:t>t</a:t>
            </a:r>
            <a:r>
              <a:rPr sz="2000" spc="0" dirty="0" smtClean="0">
                <a:latin typeface="Arial"/>
                <a:cs typeface="Arial"/>
              </a:rPr>
              <a:t>o	</a:t>
            </a:r>
            <a:r>
              <a:rPr sz="2000" spc="4" dirty="0" smtClean="0">
                <a:latin typeface="Arial"/>
                <a:cs typeface="Arial"/>
              </a:rPr>
              <a:t>s</a:t>
            </a:r>
            <a:r>
              <a:rPr sz="2000" spc="-9" dirty="0" smtClean="0">
                <a:latin typeface="Arial"/>
                <a:cs typeface="Arial"/>
              </a:rPr>
              <a:t>a</a:t>
            </a:r>
            <a:r>
              <a:rPr sz="2000" spc="0" dirty="0" smtClean="0">
                <a:latin typeface="Arial"/>
                <a:cs typeface="Arial"/>
              </a:rPr>
              <a:t>bend</a:t>
            </a:r>
            <a:r>
              <a:rPr sz="2000" spc="-9" dirty="0" smtClean="0">
                <a:latin typeface="Arial"/>
                <a:cs typeface="Arial"/>
              </a:rPr>
              <a:t>o-</a:t>
            </a:r>
            <a:r>
              <a:rPr sz="2000" spc="4" dirty="0" smtClean="0">
                <a:latin typeface="Arial"/>
                <a:cs typeface="Arial"/>
              </a:rPr>
              <a:t>s</a:t>
            </a:r>
            <a:r>
              <a:rPr sz="2000" spc="0" dirty="0" smtClean="0">
                <a:latin typeface="Arial"/>
                <a:cs typeface="Arial"/>
              </a:rPr>
              <a:t>e</a:t>
            </a:r>
            <a:endParaRPr sz="20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896666" y="1942099"/>
            <a:ext cx="499762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0" dirty="0" smtClean="0">
                <a:latin typeface="Arial"/>
                <a:cs typeface="Arial"/>
              </a:rPr>
              <a:t>q</a:t>
            </a:r>
            <a:r>
              <a:rPr sz="2000" spc="-9" dirty="0" smtClean="0">
                <a:latin typeface="Arial"/>
                <a:cs typeface="Arial"/>
              </a:rPr>
              <a:t>u</a:t>
            </a:r>
            <a:r>
              <a:rPr sz="2000" spc="0" dirty="0" smtClean="0">
                <a:latin typeface="Arial"/>
                <a:cs typeface="Arial"/>
              </a:rPr>
              <a:t>e</a:t>
            </a:r>
            <a:endParaRPr sz="20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506191" y="1942099"/>
            <a:ext cx="430094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0" dirty="0" smtClean="0">
                <a:latin typeface="Arial"/>
                <a:cs typeface="Arial"/>
              </a:rPr>
              <a:t>em</a:t>
            </a:r>
            <a:endParaRPr sz="20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044164" y="1942099"/>
            <a:ext cx="2524682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  <a:tabLst>
                <a:tab pos="685800" algn="l"/>
                <a:tab pos="1968500" algn="l"/>
              </a:tabLst>
            </a:pPr>
            <a:r>
              <a:rPr sz="2000" spc="0" dirty="0" smtClean="0">
                <a:latin typeface="Arial"/>
                <a:cs typeface="Arial"/>
              </a:rPr>
              <a:t>uma	</a:t>
            </a:r>
            <a:r>
              <a:rPr sz="2000" spc="-4" dirty="0" smtClean="0">
                <a:latin typeface="Arial"/>
                <a:cs typeface="Arial"/>
              </a:rPr>
              <a:t>t</a:t>
            </a:r>
            <a:r>
              <a:rPr sz="2000" spc="0" dirty="0" smtClean="0">
                <a:latin typeface="Arial"/>
                <a:cs typeface="Arial"/>
              </a:rPr>
              <a:t>ubul</a:t>
            </a:r>
            <a:r>
              <a:rPr sz="2000" spc="-9" dirty="0" smtClean="0">
                <a:latin typeface="Arial"/>
                <a:cs typeface="Arial"/>
              </a:rPr>
              <a:t>a</a:t>
            </a:r>
            <a:r>
              <a:rPr sz="2000" spc="9" dirty="0" smtClean="0">
                <a:latin typeface="Arial"/>
                <a:cs typeface="Arial"/>
              </a:rPr>
              <a:t>ç</a:t>
            </a:r>
            <a:r>
              <a:rPr sz="2000" spc="0" dirty="0" smtClean="0">
                <a:latin typeface="Arial"/>
                <a:cs typeface="Arial"/>
              </a:rPr>
              <a:t>ão	</a:t>
            </a:r>
            <a:r>
              <a:rPr sz="2000" spc="4" dirty="0" smtClean="0">
                <a:latin typeface="Arial"/>
                <a:cs typeface="Arial"/>
              </a:rPr>
              <a:t>c</a:t>
            </a:r>
            <a:r>
              <a:rPr sz="2000" spc="-9" dirty="0" smtClean="0">
                <a:latin typeface="Arial"/>
                <a:cs typeface="Arial"/>
              </a:rPr>
              <a:t>o</a:t>
            </a:r>
            <a:r>
              <a:rPr sz="2000" spc="0" dirty="0" smtClean="0">
                <a:latin typeface="Arial"/>
                <a:cs typeface="Arial"/>
              </a:rPr>
              <a:t>m</a:t>
            </a:r>
            <a:endParaRPr sz="20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581289" y="2216419"/>
            <a:ext cx="7000438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0" dirty="0" smtClean="0">
                <a:latin typeface="Arial"/>
                <a:cs typeface="Arial"/>
              </a:rPr>
              <a:t>diâme</a:t>
            </a:r>
            <a:r>
              <a:rPr sz="2000" spc="-14" dirty="0" smtClean="0">
                <a:latin typeface="Arial"/>
                <a:cs typeface="Arial"/>
              </a:rPr>
              <a:t>t</a:t>
            </a:r>
            <a:r>
              <a:rPr sz="2000" spc="4" dirty="0" smtClean="0">
                <a:latin typeface="Arial"/>
                <a:cs typeface="Arial"/>
              </a:rPr>
              <a:t>r</a:t>
            </a:r>
            <a:r>
              <a:rPr sz="2000" spc="0" dirty="0" smtClean="0">
                <a:latin typeface="Arial"/>
                <a:cs typeface="Arial"/>
              </a:rPr>
              <a:t>o</a:t>
            </a:r>
            <a:r>
              <a:rPr sz="2000" spc="-14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de </a:t>
            </a:r>
            <a:r>
              <a:rPr sz="2000" spc="-9" dirty="0" smtClean="0">
                <a:latin typeface="Arial"/>
                <a:cs typeface="Arial"/>
              </a:rPr>
              <a:t>4</a:t>
            </a:r>
            <a:r>
              <a:rPr sz="2000" spc="4" dirty="0" smtClean="0">
                <a:latin typeface="Arial"/>
                <a:cs typeface="Arial"/>
              </a:rPr>
              <a:t>c</a:t>
            </a:r>
            <a:r>
              <a:rPr sz="2000" spc="0" dirty="0" smtClean="0">
                <a:latin typeface="Arial"/>
                <a:cs typeface="Arial"/>
              </a:rPr>
              <a:t>m</a:t>
            </a:r>
            <a:r>
              <a:rPr sz="2000" spc="-19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e</a:t>
            </a:r>
            <a:r>
              <a:rPr sz="2000" spc="-4" dirty="0" smtClean="0">
                <a:latin typeface="Arial"/>
                <a:cs typeface="Arial"/>
              </a:rPr>
              <a:t>s</a:t>
            </a:r>
            <a:r>
              <a:rPr sz="2000" spc="4" dirty="0" smtClean="0">
                <a:latin typeface="Arial"/>
                <a:cs typeface="Arial"/>
              </a:rPr>
              <a:t>c</a:t>
            </a:r>
            <a:r>
              <a:rPr sz="2000" spc="-9" dirty="0" smtClean="0">
                <a:latin typeface="Arial"/>
                <a:cs typeface="Arial"/>
              </a:rPr>
              <a:t>o</a:t>
            </a:r>
            <a:r>
              <a:rPr sz="2000" spc="0" dirty="0" smtClean="0">
                <a:latin typeface="Arial"/>
                <a:cs typeface="Arial"/>
              </a:rPr>
              <a:t>a á</a:t>
            </a:r>
            <a:r>
              <a:rPr sz="2000" spc="-9" dirty="0" smtClean="0">
                <a:latin typeface="Arial"/>
                <a:cs typeface="Arial"/>
              </a:rPr>
              <a:t>g</a:t>
            </a:r>
            <a:r>
              <a:rPr sz="2000" spc="0" dirty="0" smtClean="0">
                <a:latin typeface="Arial"/>
                <a:cs typeface="Arial"/>
              </a:rPr>
              <a:t>ua </a:t>
            </a:r>
            <a:r>
              <a:rPr sz="2000" spc="-4" dirty="0" smtClean="0">
                <a:latin typeface="Arial"/>
                <a:cs typeface="Arial"/>
              </a:rPr>
              <a:t>c</a:t>
            </a:r>
            <a:r>
              <a:rPr sz="2000" spc="0" dirty="0" smtClean="0">
                <a:latin typeface="Arial"/>
                <a:cs typeface="Arial"/>
              </a:rPr>
              <a:t>om</a:t>
            </a:r>
            <a:r>
              <a:rPr sz="2000" spc="-19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uma</a:t>
            </a:r>
            <a:r>
              <a:rPr sz="2000" spc="-24" dirty="0" smtClean="0">
                <a:latin typeface="Arial"/>
                <a:cs typeface="Arial"/>
              </a:rPr>
              <a:t> </a:t>
            </a:r>
            <a:r>
              <a:rPr sz="2000" spc="-4" dirty="0" smtClean="0">
                <a:latin typeface="Arial"/>
                <a:cs typeface="Arial"/>
              </a:rPr>
              <a:t>v</a:t>
            </a:r>
            <a:r>
              <a:rPr sz="2000" spc="0" dirty="0" smtClean="0">
                <a:latin typeface="Arial"/>
                <a:cs typeface="Arial"/>
              </a:rPr>
              <a:t>elo</a:t>
            </a:r>
            <a:r>
              <a:rPr sz="2000" spc="4" dirty="0" smtClean="0">
                <a:latin typeface="Arial"/>
                <a:cs typeface="Arial"/>
              </a:rPr>
              <a:t>c</a:t>
            </a:r>
            <a:r>
              <a:rPr sz="2000" spc="0" dirty="0" smtClean="0">
                <a:latin typeface="Arial"/>
                <a:cs typeface="Arial"/>
              </a:rPr>
              <a:t>idade</a:t>
            </a:r>
            <a:r>
              <a:rPr sz="2000" spc="-14" dirty="0" smtClean="0">
                <a:latin typeface="Arial"/>
                <a:cs typeface="Arial"/>
              </a:rPr>
              <a:t> </a:t>
            </a:r>
            <a:r>
              <a:rPr sz="2000" spc="-9" dirty="0" smtClean="0">
                <a:latin typeface="Arial"/>
                <a:cs typeface="Arial"/>
              </a:rPr>
              <a:t>d</a:t>
            </a:r>
            <a:r>
              <a:rPr sz="2000" spc="0" dirty="0" smtClean="0">
                <a:latin typeface="Arial"/>
                <a:cs typeface="Arial"/>
              </a:rPr>
              <a:t>e 0,</a:t>
            </a:r>
            <a:r>
              <a:rPr sz="2000" spc="-9" dirty="0" smtClean="0">
                <a:latin typeface="Arial"/>
                <a:cs typeface="Arial"/>
              </a:rPr>
              <a:t>2</a:t>
            </a:r>
            <a:r>
              <a:rPr sz="2000" spc="0" dirty="0" smtClean="0">
                <a:latin typeface="Arial"/>
                <a:cs typeface="Arial"/>
              </a:rPr>
              <a:t>m</a:t>
            </a:r>
            <a:r>
              <a:rPr sz="2000" spc="-14" dirty="0" smtClean="0">
                <a:latin typeface="Arial"/>
                <a:cs typeface="Arial"/>
              </a:rPr>
              <a:t>/</a:t>
            </a:r>
            <a:r>
              <a:rPr sz="2000" spc="4" dirty="0" smtClean="0">
                <a:latin typeface="Arial"/>
                <a:cs typeface="Arial"/>
              </a:rPr>
              <a:t>s</a:t>
            </a:r>
            <a:r>
              <a:rPr sz="2000" spc="0" dirty="0" smtClean="0">
                <a:latin typeface="Arial"/>
                <a:cs typeface="Arial"/>
              </a:rPr>
              <a:t>.</a:t>
            </a:r>
            <a:endParaRPr sz="20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597027" y="2874112"/>
            <a:ext cx="3971992" cy="29383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315"/>
              </a:lnSpc>
              <a:spcBef>
                <a:spcPts val="115"/>
              </a:spcBef>
              <a:tabLst>
                <a:tab pos="1358900" algn="l"/>
              </a:tabLst>
            </a:pPr>
            <a:r>
              <a:rPr sz="2100" spc="0" dirty="0" smtClean="0">
                <a:latin typeface="Meiryo"/>
                <a:cs typeface="Meiryo"/>
              </a:rPr>
              <a:t>ρ</a:t>
            </a:r>
            <a:r>
              <a:rPr sz="2100" spc="-280" dirty="0" smtClean="0">
                <a:latin typeface="Meiryo"/>
                <a:cs typeface="Meiryo"/>
              </a:rPr>
              <a:t> </a:t>
            </a:r>
            <a:r>
              <a:rPr sz="1950" spc="-485" dirty="0" smtClean="0">
                <a:latin typeface="Meiryo"/>
                <a:cs typeface="Meiryo"/>
              </a:rPr>
              <a:t>=</a:t>
            </a:r>
            <a:r>
              <a:rPr sz="1950" spc="-394" dirty="0" smtClean="0">
                <a:latin typeface="Meiryo"/>
                <a:cs typeface="Meiryo"/>
              </a:rPr>
              <a:t> </a:t>
            </a:r>
            <a:r>
              <a:rPr sz="2925" spc="0" baseline="1486" dirty="0" smtClean="0">
                <a:latin typeface="Times New Roman"/>
                <a:cs typeface="Times New Roman"/>
              </a:rPr>
              <a:t>120</a:t>
            </a:r>
            <a:r>
              <a:rPr sz="2925" spc="4" baseline="1486" dirty="0" smtClean="0">
                <a:latin typeface="Times New Roman"/>
                <a:cs typeface="Times New Roman"/>
              </a:rPr>
              <a:t>0,</a:t>
            </a:r>
            <a:r>
              <a:rPr sz="2925" spc="0" baseline="1486" dirty="0" smtClean="0">
                <a:latin typeface="Times New Roman"/>
                <a:cs typeface="Times New Roman"/>
              </a:rPr>
              <a:t>00</a:t>
            </a:r>
            <a:r>
              <a:rPr sz="2925" spc="-360" baseline="1486" dirty="0" smtClean="0">
                <a:latin typeface="Times New Roman"/>
                <a:cs typeface="Times New Roman"/>
              </a:rPr>
              <a:t> </a:t>
            </a:r>
            <a:r>
              <a:rPr sz="2925" spc="0" baseline="1486" dirty="0" smtClean="0">
                <a:latin typeface="Times New Roman"/>
                <a:cs typeface="Times New Roman"/>
              </a:rPr>
              <a:t>	</a:t>
            </a:r>
            <a:r>
              <a:rPr sz="3000" spc="4" baseline="1449" dirty="0" smtClean="0">
                <a:latin typeface="Arial"/>
                <a:cs typeface="Arial"/>
              </a:rPr>
              <a:t>k</a:t>
            </a:r>
            <a:r>
              <a:rPr sz="3000" spc="-9" baseline="1449" dirty="0" smtClean="0">
                <a:latin typeface="Arial"/>
                <a:cs typeface="Arial"/>
              </a:rPr>
              <a:t>g</a:t>
            </a:r>
            <a:r>
              <a:rPr sz="3000" spc="-4" baseline="1449" dirty="0" smtClean="0">
                <a:latin typeface="Arial"/>
                <a:cs typeface="Arial"/>
              </a:rPr>
              <a:t>/</a:t>
            </a:r>
            <a:r>
              <a:rPr sz="3000" spc="-14" baseline="1449" dirty="0" smtClean="0">
                <a:latin typeface="Arial"/>
                <a:cs typeface="Arial"/>
              </a:rPr>
              <a:t>m</a:t>
            </a:r>
            <a:r>
              <a:rPr sz="3000" spc="4" baseline="1449" dirty="0" smtClean="0">
                <a:latin typeface="Arial"/>
                <a:cs typeface="Arial"/>
              </a:rPr>
              <a:t>³</a:t>
            </a:r>
            <a:r>
              <a:rPr sz="3000" spc="0" baseline="1449" dirty="0" smtClean="0">
                <a:latin typeface="Arial"/>
                <a:cs typeface="Arial"/>
              </a:rPr>
              <a:t>,</a:t>
            </a:r>
            <a:r>
              <a:rPr sz="3000" spc="209" baseline="1449" dirty="0" smtClean="0">
                <a:latin typeface="Arial"/>
                <a:cs typeface="Arial"/>
              </a:rPr>
              <a:t> </a:t>
            </a:r>
            <a:r>
              <a:rPr sz="3000" spc="0" baseline="1449" dirty="0" smtClean="0">
                <a:latin typeface="Arial"/>
                <a:cs typeface="Arial"/>
              </a:rPr>
              <a:t>e</a:t>
            </a:r>
            <a:r>
              <a:rPr sz="3000" spc="-4" baseline="1449" dirty="0" smtClean="0">
                <a:latin typeface="Arial"/>
                <a:cs typeface="Arial"/>
              </a:rPr>
              <a:t>s</a:t>
            </a:r>
            <a:r>
              <a:rPr sz="3000" spc="4" baseline="1449" dirty="0" smtClean="0">
                <a:latin typeface="Arial"/>
                <a:cs typeface="Arial"/>
              </a:rPr>
              <a:t>c</a:t>
            </a:r>
            <a:r>
              <a:rPr sz="3000" spc="-9" baseline="1449" dirty="0" smtClean="0">
                <a:latin typeface="Arial"/>
                <a:cs typeface="Arial"/>
              </a:rPr>
              <a:t>o</a:t>
            </a:r>
            <a:r>
              <a:rPr sz="3000" spc="0" baseline="1449" dirty="0" smtClean="0">
                <a:latin typeface="Arial"/>
                <a:cs typeface="Arial"/>
              </a:rPr>
              <a:t>a</a:t>
            </a:r>
            <a:r>
              <a:rPr sz="3000" spc="225" baseline="1449" dirty="0" smtClean="0">
                <a:latin typeface="Arial"/>
                <a:cs typeface="Arial"/>
              </a:rPr>
              <a:t> </a:t>
            </a:r>
            <a:r>
              <a:rPr sz="3000" spc="-9" baseline="1449" dirty="0" smtClean="0">
                <a:latin typeface="Arial"/>
                <a:cs typeface="Arial"/>
              </a:rPr>
              <a:t>p</a:t>
            </a:r>
            <a:r>
              <a:rPr sz="3000" spc="0" baseline="1449" dirty="0" smtClean="0">
                <a:latin typeface="Arial"/>
                <a:cs typeface="Arial"/>
              </a:rPr>
              <a:t>or</a:t>
            </a:r>
            <a:r>
              <a:rPr sz="3000" spc="204" baseline="1449" dirty="0" smtClean="0">
                <a:latin typeface="Arial"/>
                <a:cs typeface="Arial"/>
              </a:rPr>
              <a:t> </a:t>
            </a:r>
            <a:r>
              <a:rPr sz="3000" spc="0" baseline="1449" dirty="0" smtClean="0">
                <a:latin typeface="Arial"/>
                <a:cs typeface="Arial"/>
              </a:rPr>
              <a:t>uma</a:t>
            </a:r>
            <a:endParaRPr sz="20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581289" y="2886979"/>
            <a:ext cx="3796255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0" dirty="0" smtClean="0">
                <a:latin typeface="Arial"/>
                <a:cs typeface="Arial"/>
              </a:rPr>
              <a:t>2)</a:t>
            </a:r>
            <a:r>
              <a:rPr sz="2000" spc="204" dirty="0" smtClean="0">
                <a:latin typeface="Arial"/>
                <a:cs typeface="Arial"/>
              </a:rPr>
              <a:t> </a:t>
            </a:r>
            <a:r>
              <a:rPr sz="2000" spc="4" dirty="0" smtClean="0">
                <a:latin typeface="Arial"/>
                <a:cs typeface="Arial"/>
              </a:rPr>
              <a:t>U</a:t>
            </a:r>
            <a:r>
              <a:rPr sz="2000" spc="0" dirty="0" smtClean="0">
                <a:latin typeface="Arial"/>
                <a:cs typeface="Arial"/>
              </a:rPr>
              <a:t>m</a:t>
            </a:r>
            <a:r>
              <a:rPr sz="2000" spc="199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de</a:t>
            </a:r>
            <a:r>
              <a:rPr sz="2000" spc="-14" dirty="0" smtClean="0">
                <a:latin typeface="Arial"/>
                <a:cs typeface="Arial"/>
              </a:rPr>
              <a:t>t</a:t>
            </a:r>
            <a:r>
              <a:rPr sz="2000" spc="0" dirty="0" smtClean="0">
                <a:latin typeface="Arial"/>
                <a:cs typeface="Arial"/>
              </a:rPr>
              <a:t>e</a:t>
            </a:r>
            <a:r>
              <a:rPr sz="2000" spc="-9" dirty="0" smtClean="0">
                <a:latin typeface="Arial"/>
                <a:cs typeface="Arial"/>
              </a:rPr>
              <a:t>r</a:t>
            </a:r>
            <a:r>
              <a:rPr sz="2000" spc="0" dirty="0" smtClean="0">
                <a:latin typeface="Arial"/>
                <a:cs typeface="Arial"/>
              </a:rPr>
              <a:t>minado</a:t>
            </a:r>
            <a:r>
              <a:rPr sz="2000" spc="200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l</a:t>
            </a:r>
            <a:r>
              <a:rPr sz="2000" spc="-4" dirty="0" smtClean="0">
                <a:latin typeface="Arial"/>
                <a:cs typeface="Arial"/>
              </a:rPr>
              <a:t>í</a:t>
            </a:r>
            <a:r>
              <a:rPr sz="2000" spc="0" dirty="0" smtClean="0">
                <a:latin typeface="Arial"/>
                <a:cs typeface="Arial"/>
              </a:rPr>
              <a:t>qui</a:t>
            </a:r>
            <a:r>
              <a:rPr sz="2000" spc="-9" dirty="0" smtClean="0">
                <a:latin typeface="Arial"/>
                <a:cs typeface="Arial"/>
              </a:rPr>
              <a:t>d</a:t>
            </a:r>
            <a:r>
              <a:rPr sz="2000" spc="0" dirty="0" smtClean="0">
                <a:latin typeface="Arial"/>
                <a:cs typeface="Arial"/>
              </a:rPr>
              <a:t>o,</a:t>
            </a:r>
            <a:r>
              <a:rPr sz="2000" spc="194" dirty="0" smtClean="0">
                <a:latin typeface="Arial"/>
                <a:cs typeface="Arial"/>
              </a:rPr>
              <a:t> </a:t>
            </a:r>
            <a:r>
              <a:rPr sz="2000" spc="4" dirty="0" smtClean="0">
                <a:latin typeface="Arial"/>
                <a:cs typeface="Arial"/>
              </a:rPr>
              <a:t>c</a:t>
            </a:r>
            <a:r>
              <a:rPr sz="2000" spc="0" dirty="0" smtClean="0">
                <a:latin typeface="Arial"/>
                <a:cs typeface="Arial"/>
              </a:rPr>
              <a:t>om</a:t>
            </a:r>
            <a:endParaRPr sz="20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238384" y="2938916"/>
            <a:ext cx="208978" cy="2158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635"/>
              </a:lnSpc>
              <a:spcBef>
                <a:spcPts val="81"/>
              </a:spcBef>
            </a:pPr>
            <a:r>
              <a:rPr sz="1500" spc="208" dirty="0" smtClean="0">
                <a:solidFill>
                  <a:srgbClr val="65FF32"/>
                </a:solidFill>
                <a:latin typeface="Arial"/>
                <a:cs typeface="Arial"/>
              </a:rPr>
              <a:t>□</a:t>
            </a:r>
            <a:endParaRPr sz="15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581289" y="3161299"/>
            <a:ext cx="7985160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-4" dirty="0" smtClean="0">
                <a:latin typeface="Arial"/>
                <a:cs typeface="Arial"/>
              </a:rPr>
              <a:t>t</a:t>
            </a:r>
            <a:r>
              <a:rPr sz="2000" spc="0" dirty="0" smtClean="0">
                <a:latin typeface="Arial"/>
                <a:cs typeface="Arial"/>
              </a:rPr>
              <a:t>ubul</a:t>
            </a:r>
            <a:r>
              <a:rPr sz="2000" spc="-9" dirty="0" smtClean="0">
                <a:latin typeface="Arial"/>
                <a:cs typeface="Arial"/>
              </a:rPr>
              <a:t>a</a:t>
            </a:r>
            <a:r>
              <a:rPr sz="2000" spc="4" dirty="0" smtClean="0">
                <a:latin typeface="Arial"/>
                <a:cs typeface="Arial"/>
              </a:rPr>
              <a:t>ç</a:t>
            </a:r>
            <a:r>
              <a:rPr sz="2000" spc="0" dirty="0" smtClean="0">
                <a:latin typeface="Arial"/>
                <a:cs typeface="Arial"/>
              </a:rPr>
              <a:t>ão</a:t>
            </a:r>
            <a:r>
              <a:rPr sz="2000" spc="44" dirty="0" smtClean="0">
                <a:latin typeface="Arial"/>
                <a:cs typeface="Arial"/>
              </a:rPr>
              <a:t> </a:t>
            </a:r>
            <a:r>
              <a:rPr sz="2000" spc="-9" dirty="0" smtClean="0">
                <a:latin typeface="Arial"/>
                <a:cs typeface="Arial"/>
              </a:rPr>
              <a:t>d</a:t>
            </a:r>
            <a:r>
              <a:rPr sz="2000" spc="0" dirty="0" smtClean="0">
                <a:latin typeface="Arial"/>
                <a:cs typeface="Arial"/>
              </a:rPr>
              <a:t>e</a:t>
            </a:r>
            <a:r>
              <a:rPr sz="2000" spc="34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diâme</a:t>
            </a:r>
            <a:r>
              <a:rPr sz="2000" spc="-14" dirty="0" smtClean="0">
                <a:latin typeface="Arial"/>
                <a:cs typeface="Arial"/>
              </a:rPr>
              <a:t>t</a:t>
            </a:r>
            <a:r>
              <a:rPr sz="2000" spc="4" dirty="0" smtClean="0">
                <a:latin typeface="Arial"/>
                <a:cs typeface="Arial"/>
              </a:rPr>
              <a:t>r</a:t>
            </a:r>
            <a:r>
              <a:rPr sz="2000" spc="0" dirty="0" smtClean="0">
                <a:latin typeface="Arial"/>
                <a:cs typeface="Arial"/>
              </a:rPr>
              <a:t>o</a:t>
            </a:r>
            <a:r>
              <a:rPr sz="2000" spc="54" dirty="0" smtClean="0">
                <a:latin typeface="Arial"/>
                <a:cs typeface="Arial"/>
              </a:rPr>
              <a:t> </a:t>
            </a:r>
            <a:r>
              <a:rPr sz="2000" spc="-9" dirty="0" smtClean="0">
                <a:latin typeface="Arial"/>
                <a:cs typeface="Arial"/>
              </a:rPr>
              <a:t>3</a:t>
            </a:r>
            <a:r>
              <a:rPr sz="2000" spc="4" dirty="0" smtClean="0">
                <a:latin typeface="Arial"/>
                <a:cs typeface="Arial"/>
              </a:rPr>
              <a:t>c</a:t>
            </a:r>
            <a:r>
              <a:rPr sz="2000" spc="0" dirty="0" smtClean="0">
                <a:latin typeface="Arial"/>
                <a:cs typeface="Arial"/>
              </a:rPr>
              <a:t>m</a:t>
            </a:r>
            <a:r>
              <a:rPr sz="2000" spc="39" dirty="0" smtClean="0">
                <a:latin typeface="Arial"/>
                <a:cs typeface="Arial"/>
              </a:rPr>
              <a:t> </a:t>
            </a:r>
            <a:r>
              <a:rPr sz="2000" spc="4" dirty="0" smtClean="0">
                <a:latin typeface="Arial"/>
                <a:cs typeface="Arial"/>
              </a:rPr>
              <a:t>c</a:t>
            </a:r>
            <a:r>
              <a:rPr sz="2000" spc="0" dirty="0" smtClean="0">
                <a:latin typeface="Arial"/>
                <a:cs typeface="Arial"/>
              </a:rPr>
              <a:t>om</a:t>
            </a:r>
            <a:r>
              <a:rPr sz="2000" spc="39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uma</a:t>
            </a:r>
            <a:r>
              <a:rPr sz="2000" spc="54" dirty="0" smtClean="0">
                <a:latin typeface="Arial"/>
                <a:cs typeface="Arial"/>
              </a:rPr>
              <a:t> </a:t>
            </a:r>
            <a:r>
              <a:rPr sz="2000" spc="-4" dirty="0" smtClean="0">
                <a:latin typeface="Arial"/>
                <a:cs typeface="Arial"/>
              </a:rPr>
              <a:t>v</a:t>
            </a:r>
            <a:r>
              <a:rPr sz="2000" spc="0" dirty="0" smtClean="0">
                <a:latin typeface="Arial"/>
                <a:cs typeface="Arial"/>
              </a:rPr>
              <a:t>e</a:t>
            </a:r>
            <a:r>
              <a:rPr sz="2000" spc="-14" dirty="0" smtClean="0">
                <a:latin typeface="Arial"/>
                <a:cs typeface="Arial"/>
              </a:rPr>
              <a:t>l</a:t>
            </a:r>
            <a:r>
              <a:rPr sz="2000" spc="0" dirty="0" smtClean="0">
                <a:latin typeface="Arial"/>
                <a:cs typeface="Arial"/>
              </a:rPr>
              <a:t>o</a:t>
            </a:r>
            <a:r>
              <a:rPr sz="2000" spc="4" dirty="0" smtClean="0">
                <a:latin typeface="Arial"/>
                <a:cs typeface="Arial"/>
              </a:rPr>
              <a:t>c</a:t>
            </a:r>
            <a:r>
              <a:rPr sz="2000" spc="0" dirty="0" smtClean="0">
                <a:latin typeface="Arial"/>
                <a:cs typeface="Arial"/>
              </a:rPr>
              <a:t>ida</a:t>
            </a:r>
            <a:r>
              <a:rPr sz="2000" spc="-9" dirty="0" smtClean="0">
                <a:latin typeface="Arial"/>
                <a:cs typeface="Arial"/>
              </a:rPr>
              <a:t>d</a:t>
            </a:r>
            <a:r>
              <a:rPr sz="2000" spc="0" dirty="0" smtClean="0">
                <a:latin typeface="Arial"/>
                <a:cs typeface="Arial"/>
              </a:rPr>
              <a:t>e</a:t>
            </a:r>
            <a:r>
              <a:rPr sz="2000" spc="54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de</a:t>
            </a:r>
            <a:r>
              <a:rPr sz="2000" spc="54" dirty="0" smtClean="0">
                <a:latin typeface="Arial"/>
                <a:cs typeface="Arial"/>
              </a:rPr>
              <a:t> </a:t>
            </a:r>
            <a:r>
              <a:rPr sz="2000" spc="-9" dirty="0" smtClean="0">
                <a:latin typeface="Arial"/>
                <a:cs typeface="Arial"/>
              </a:rPr>
              <a:t>0</a:t>
            </a:r>
            <a:r>
              <a:rPr sz="2000" spc="-14" dirty="0" smtClean="0">
                <a:latin typeface="Arial"/>
                <a:cs typeface="Arial"/>
              </a:rPr>
              <a:t>,</a:t>
            </a:r>
            <a:r>
              <a:rPr sz="2000" spc="4" dirty="0" smtClean="0">
                <a:latin typeface="Arial"/>
                <a:cs typeface="Arial"/>
              </a:rPr>
              <a:t>1</a:t>
            </a:r>
            <a:r>
              <a:rPr sz="2000" spc="0" dirty="0" smtClean="0">
                <a:latin typeface="Arial"/>
                <a:cs typeface="Arial"/>
              </a:rPr>
              <a:t>m</a:t>
            </a:r>
            <a:r>
              <a:rPr sz="2000" spc="-14" dirty="0" smtClean="0">
                <a:latin typeface="Arial"/>
                <a:cs typeface="Arial"/>
              </a:rPr>
              <a:t>/</a:t>
            </a:r>
            <a:r>
              <a:rPr sz="2000" spc="4" dirty="0" smtClean="0">
                <a:latin typeface="Arial"/>
                <a:cs typeface="Arial"/>
              </a:rPr>
              <a:t>s</a:t>
            </a:r>
            <a:r>
              <a:rPr sz="2000" spc="0" dirty="0" smtClean="0">
                <a:latin typeface="Arial"/>
                <a:cs typeface="Arial"/>
              </a:rPr>
              <a:t>,</a:t>
            </a:r>
            <a:r>
              <a:rPr sz="2000" spc="49" dirty="0" smtClean="0">
                <a:latin typeface="Arial"/>
                <a:cs typeface="Arial"/>
              </a:rPr>
              <a:t> </a:t>
            </a:r>
            <a:r>
              <a:rPr sz="2000" spc="-4" dirty="0" smtClean="0">
                <a:latin typeface="Arial"/>
                <a:cs typeface="Arial"/>
              </a:rPr>
              <a:t>s</a:t>
            </a:r>
            <a:r>
              <a:rPr sz="2000" spc="0" dirty="0" smtClean="0">
                <a:latin typeface="Arial"/>
                <a:cs typeface="Arial"/>
              </a:rPr>
              <a:t>ab</a:t>
            </a:r>
            <a:r>
              <a:rPr sz="2000" spc="-9" dirty="0" smtClean="0">
                <a:latin typeface="Arial"/>
                <a:cs typeface="Arial"/>
              </a:rPr>
              <a:t>e</a:t>
            </a:r>
            <a:r>
              <a:rPr sz="2000" spc="0" dirty="0" smtClean="0">
                <a:latin typeface="Arial"/>
                <a:cs typeface="Arial"/>
              </a:rPr>
              <a:t>n</a:t>
            </a:r>
            <a:r>
              <a:rPr sz="2000" spc="-9" dirty="0" smtClean="0">
                <a:latin typeface="Arial"/>
                <a:cs typeface="Arial"/>
              </a:rPr>
              <a:t>d</a:t>
            </a:r>
            <a:r>
              <a:rPr sz="2000" spc="0" dirty="0" smtClean="0">
                <a:latin typeface="Arial"/>
                <a:cs typeface="Arial"/>
              </a:rPr>
              <a:t>o-</a:t>
            </a:r>
            <a:endParaRPr sz="20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581289" y="3435618"/>
            <a:ext cx="345916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4" dirty="0" smtClean="0">
                <a:latin typeface="Arial"/>
                <a:cs typeface="Arial"/>
              </a:rPr>
              <a:t>s</a:t>
            </a:r>
            <a:r>
              <a:rPr sz="2000" spc="0" dirty="0" smtClean="0">
                <a:latin typeface="Arial"/>
                <a:cs typeface="Arial"/>
              </a:rPr>
              <a:t>e</a:t>
            </a:r>
            <a:endParaRPr sz="20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027823" y="3435618"/>
            <a:ext cx="501286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0" dirty="0" smtClean="0">
                <a:latin typeface="Arial"/>
                <a:cs typeface="Arial"/>
              </a:rPr>
              <a:t>que</a:t>
            </a:r>
            <a:endParaRPr sz="20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629728" y="3435618"/>
            <a:ext cx="217900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0" dirty="0" smtClean="0">
                <a:latin typeface="Arial"/>
                <a:cs typeface="Arial"/>
              </a:rPr>
              <a:t>o</a:t>
            </a:r>
            <a:endParaRPr sz="20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949771" y="3435618"/>
            <a:ext cx="937106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-9" dirty="0" smtClean="0">
                <a:latin typeface="Arial"/>
                <a:cs typeface="Arial"/>
              </a:rPr>
              <a:t>n</a:t>
            </a:r>
            <a:r>
              <a:rPr sz="2000" spc="0" dirty="0" smtClean="0">
                <a:latin typeface="Arial"/>
                <a:cs typeface="Arial"/>
              </a:rPr>
              <a:t>úm</a:t>
            </a:r>
            <a:r>
              <a:rPr sz="2000" spc="-9" dirty="0" smtClean="0">
                <a:latin typeface="Arial"/>
                <a:cs typeface="Arial"/>
              </a:rPr>
              <a:t>e</a:t>
            </a:r>
            <a:r>
              <a:rPr sz="2000" spc="4" dirty="0" smtClean="0">
                <a:latin typeface="Arial"/>
                <a:cs typeface="Arial"/>
              </a:rPr>
              <a:t>r</a:t>
            </a:r>
            <a:r>
              <a:rPr sz="2000" spc="0" dirty="0" smtClean="0">
                <a:latin typeface="Arial"/>
                <a:cs typeface="Arial"/>
              </a:rPr>
              <a:t>o</a:t>
            </a:r>
            <a:endParaRPr sz="20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987495" y="3435618"/>
            <a:ext cx="1596257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  <a:tabLst>
                <a:tab pos="469900" algn="l"/>
              </a:tabLst>
            </a:pPr>
            <a:r>
              <a:rPr sz="2000" spc="0" dirty="0" smtClean="0">
                <a:latin typeface="Arial"/>
                <a:cs typeface="Arial"/>
              </a:rPr>
              <a:t>de	</a:t>
            </a:r>
            <a:r>
              <a:rPr sz="2000" spc="-9" dirty="0" smtClean="0">
                <a:latin typeface="Arial"/>
                <a:cs typeface="Arial"/>
              </a:rPr>
              <a:t>R</a:t>
            </a:r>
            <a:r>
              <a:rPr sz="2000" spc="0" dirty="0" smtClean="0">
                <a:latin typeface="Arial"/>
                <a:cs typeface="Arial"/>
              </a:rPr>
              <a:t>e</a:t>
            </a:r>
            <a:r>
              <a:rPr sz="2000" spc="-4" dirty="0" smtClean="0">
                <a:latin typeface="Arial"/>
                <a:cs typeface="Arial"/>
              </a:rPr>
              <a:t>y</a:t>
            </a:r>
            <a:r>
              <a:rPr sz="2000" spc="0" dirty="0" smtClean="0">
                <a:latin typeface="Arial"/>
                <a:cs typeface="Arial"/>
              </a:rPr>
              <a:t>nolds</a:t>
            </a:r>
            <a:endParaRPr sz="20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684994" y="3435618"/>
            <a:ext cx="217900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0" dirty="0" smtClean="0">
                <a:latin typeface="Arial"/>
                <a:cs typeface="Arial"/>
              </a:rPr>
              <a:t>é</a:t>
            </a:r>
            <a:endParaRPr sz="20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6180253" y="3435618"/>
            <a:ext cx="1065805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0" dirty="0" smtClean="0">
                <a:latin typeface="Arial"/>
                <a:cs typeface="Arial"/>
              </a:rPr>
              <a:t>9544</a:t>
            </a:r>
            <a:r>
              <a:rPr sz="2000" spc="-14" dirty="0" smtClean="0">
                <a:latin typeface="Arial"/>
                <a:cs typeface="Arial"/>
              </a:rPr>
              <a:t>,</a:t>
            </a:r>
            <a:r>
              <a:rPr sz="2000" spc="0" dirty="0" smtClean="0">
                <a:latin typeface="Arial"/>
                <a:cs typeface="Arial"/>
              </a:rPr>
              <a:t>35.</a:t>
            </a:r>
            <a:endParaRPr sz="20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7344482" y="3435618"/>
            <a:ext cx="1247958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4" dirty="0" smtClean="0">
                <a:latin typeface="Arial"/>
                <a:cs typeface="Arial"/>
              </a:rPr>
              <a:t>D</a:t>
            </a:r>
            <a:r>
              <a:rPr sz="2000" spc="0" dirty="0" smtClean="0">
                <a:latin typeface="Arial"/>
                <a:cs typeface="Arial"/>
              </a:rPr>
              <a:t>e</a:t>
            </a:r>
            <a:r>
              <a:rPr sz="2000" spc="-14" dirty="0" smtClean="0">
                <a:latin typeface="Arial"/>
                <a:cs typeface="Arial"/>
              </a:rPr>
              <a:t>t</a:t>
            </a:r>
            <a:r>
              <a:rPr sz="2000" spc="0" dirty="0" smtClean="0">
                <a:latin typeface="Arial"/>
                <a:cs typeface="Arial"/>
              </a:rPr>
              <a:t>e</a:t>
            </a:r>
            <a:r>
              <a:rPr sz="2000" spc="-9" dirty="0" smtClean="0">
                <a:latin typeface="Arial"/>
                <a:cs typeface="Arial"/>
              </a:rPr>
              <a:t>r</a:t>
            </a:r>
            <a:r>
              <a:rPr sz="2000" spc="0" dirty="0" smtClean="0">
                <a:latin typeface="Arial"/>
                <a:cs typeface="Arial"/>
              </a:rPr>
              <a:t>mine</a:t>
            </a:r>
            <a:endParaRPr sz="200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8693060" y="3435618"/>
            <a:ext cx="557233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-9" dirty="0" smtClean="0">
                <a:latin typeface="Arial"/>
                <a:cs typeface="Arial"/>
              </a:rPr>
              <a:t>q</a:t>
            </a:r>
            <a:r>
              <a:rPr sz="2000" spc="0" dirty="0" smtClean="0">
                <a:latin typeface="Arial"/>
                <a:cs typeface="Arial"/>
              </a:rPr>
              <a:t>u</a:t>
            </a:r>
            <a:r>
              <a:rPr sz="2000" spc="4" dirty="0" smtClean="0">
                <a:latin typeface="Arial"/>
                <a:cs typeface="Arial"/>
              </a:rPr>
              <a:t>a</a:t>
            </a:r>
            <a:r>
              <a:rPr sz="2000" spc="0" dirty="0" smtClean="0">
                <a:latin typeface="Arial"/>
                <a:cs typeface="Arial"/>
              </a:rPr>
              <a:t>l</a:t>
            </a:r>
            <a:endParaRPr sz="200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9350613" y="3435618"/>
            <a:ext cx="217900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0" dirty="0" smtClean="0">
                <a:latin typeface="Arial"/>
                <a:cs typeface="Arial"/>
              </a:rPr>
              <a:t>a</a:t>
            </a:r>
            <a:endParaRPr sz="200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581289" y="3709939"/>
            <a:ext cx="3733841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-4" dirty="0" smtClean="0">
                <a:latin typeface="Arial"/>
                <a:cs typeface="Arial"/>
              </a:rPr>
              <a:t>v</a:t>
            </a:r>
            <a:r>
              <a:rPr sz="2000" spc="0" dirty="0" smtClean="0">
                <a:latin typeface="Arial"/>
                <a:cs typeface="Arial"/>
              </a:rPr>
              <a:t>i</a:t>
            </a:r>
            <a:r>
              <a:rPr sz="2000" spc="4" dirty="0" smtClean="0">
                <a:latin typeface="Arial"/>
                <a:cs typeface="Arial"/>
              </a:rPr>
              <a:t>sc</a:t>
            </a:r>
            <a:r>
              <a:rPr sz="2000" spc="0" dirty="0" smtClean="0">
                <a:latin typeface="Arial"/>
                <a:cs typeface="Arial"/>
              </a:rPr>
              <a:t>o</a:t>
            </a:r>
            <a:r>
              <a:rPr sz="2000" spc="4" dirty="0" smtClean="0">
                <a:latin typeface="Arial"/>
                <a:cs typeface="Arial"/>
              </a:rPr>
              <a:t>s</a:t>
            </a:r>
            <a:r>
              <a:rPr sz="2000" spc="0" dirty="0" smtClean="0">
                <a:latin typeface="Arial"/>
                <a:cs typeface="Arial"/>
              </a:rPr>
              <a:t>i</a:t>
            </a:r>
            <a:r>
              <a:rPr sz="2000" spc="-9" dirty="0" smtClean="0">
                <a:latin typeface="Arial"/>
                <a:cs typeface="Arial"/>
              </a:rPr>
              <a:t>d</a:t>
            </a:r>
            <a:r>
              <a:rPr sz="2000" spc="0" dirty="0" smtClean="0">
                <a:latin typeface="Arial"/>
                <a:cs typeface="Arial"/>
              </a:rPr>
              <a:t>ade</a:t>
            </a:r>
            <a:r>
              <a:rPr sz="2000" spc="-14" dirty="0" smtClean="0">
                <a:latin typeface="Arial"/>
                <a:cs typeface="Arial"/>
              </a:rPr>
              <a:t> </a:t>
            </a:r>
            <a:r>
              <a:rPr sz="2000" spc="-9" dirty="0" smtClean="0">
                <a:latin typeface="Arial"/>
                <a:cs typeface="Arial"/>
              </a:rPr>
              <a:t>d</a:t>
            </a:r>
            <a:r>
              <a:rPr sz="2000" spc="0" dirty="0" smtClean="0">
                <a:latin typeface="Arial"/>
                <a:cs typeface="Arial"/>
              </a:rPr>
              <a:t>inâmi</a:t>
            </a:r>
            <a:r>
              <a:rPr sz="2000" spc="4" dirty="0" smtClean="0">
                <a:latin typeface="Arial"/>
                <a:cs typeface="Arial"/>
              </a:rPr>
              <a:t>c</a:t>
            </a:r>
            <a:r>
              <a:rPr sz="2000" spc="0" dirty="0" smtClean="0">
                <a:latin typeface="Arial"/>
                <a:cs typeface="Arial"/>
              </a:rPr>
              <a:t>a </a:t>
            </a:r>
            <a:r>
              <a:rPr sz="2000" spc="-9" dirty="0" smtClean="0">
                <a:latin typeface="Arial"/>
                <a:cs typeface="Arial"/>
              </a:rPr>
              <a:t>d</a:t>
            </a:r>
            <a:r>
              <a:rPr sz="2000" spc="0" dirty="0" smtClean="0">
                <a:latin typeface="Arial"/>
                <a:cs typeface="Arial"/>
              </a:rPr>
              <a:t>o l</a:t>
            </a:r>
            <a:r>
              <a:rPr sz="2000" spc="-14" dirty="0" smtClean="0">
                <a:latin typeface="Arial"/>
                <a:cs typeface="Arial"/>
              </a:rPr>
              <a:t>í</a:t>
            </a:r>
            <a:r>
              <a:rPr sz="2000" spc="0" dirty="0" smtClean="0">
                <a:latin typeface="Arial"/>
                <a:cs typeface="Arial"/>
              </a:rPr>
              <a:t>quido.</a:t>
            </a:r>
            <a:endParaRPr sz="200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581289" y="4715778"/>
            <a:ext cx="3990477" cy="55422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0" dirty="0" smtClean="0">
                <a:latin typeface="Arial"/>
                <a:cs typeface="Arial"/>
              </a:rPr>
              <a:t>O</a:t>
            </a:r>
            <a:r>
              <a:rPr sz="2000" spc="-9" dirty="0" smtClean="0">
                <a:latin typeface="Arial"/>
                <a:cs typeface="Arial"/>
              </a:rPr>
              <a:t>b</a:t>
            </a:r>
            <a:r>
              <a:rPr sz="2000" spc="4" dirty="0" smtClean="0">
                <a:latin typeface="Arial"/>
                <a:cs typeface="Arial"/>
              </a:rPr>
              <a:t>s</a:t>
            </a:r>
            <a:r>
              <a:rPr sz="2000" spc="0" dirty="0" smtClean="0">
                <a:latin typeface="Arial"/>
                <a:cs typeface="Arial"/>
              </a:rPr>
              <a:t>:</a:t>
            </a:r>
            <a:r>
              <a:rPr sz="2000" spc="254" dirty="0" smtClean="0">
                <a:latin typeface="Arial"/>
                <a:cs typeface="Arial"/>
              </a:rPr>
              <a:t> </a:t>
            </a:r>
            <a:r>
              <a:rPr sz="2000" spc="-4" dirty="0" smtClean="0">
                <a:latin typeface="Arial"/>
                <a:cs typeface="Arial"/>
              </a:rPr>
              <a:t>P</a:t>
            </a:r>
            <a:r>
              <a:rPr sz="2000" spc="-9" dirty="0" smtClean="0">
                <a:latin typeface="Arial"/>
                <a:cs typeface="Arial"/>
              </a:rPr>
              <a:t>a</a:t>
            </a:r>
            <a:r>
              <a:rPr sz="2000" spc="4" dirty="0" smtClean="0">
                <a:latin typeface="Arial"/>
                <a:cs typeface="Arial"/>
              </a:rPr>
              <a:t>r</a:t>
            </a:r>
            <a:r>
              <a:rPr sz="2000" spc="0" dirty="0" smtClean="0">
                <a:latin typeface="Arial"/>
                <a:cs typeface="Arial"/>
              </a:rPr>
              <a:t>a</a:t>
            </a:r>
            <a:r>
              <a:rPr sz="2000" spc="250" dirty="0" smtClean="0">
                <a:latin typeface="Arial"/>
                <a:cs typeface="Arial"/>
              </a:rPr>
              <a:t> </a:t>
            </a:r>
            <a:r>
              <a:rPr sz="2000" spc="4" dirty="0" smtClean="0">
                <a:latin typeface="Arial"/>
                <a:cs typeface="Arial"/>
              </a:rPr>
              <a:t>s</a:t>
            </a:r>
            <a:r>
              <a:rPr sz="2000" spc="-9" dirty="0" smtClean="0">
                <a:latin typeface="Arial"/>
                <a:cs typeface="Arial"/>
              </a:rPr>
              <a:t>o</a:t>
            </a:r>
            <a:r>
              <a:rPr sz="2000" spc="0" dirty="0" smtClean="0">
                <a:latin typeface="Arial"/>
                <a:cs typeface="Arial"/>
              </a:rPr>
              <a:t>lu</a:t>
            </a:r>
            <a:r>
              <a:rPr sz="2000" spc="4" dirty="0" smtClean="0">
                <a:latin typeface="Arial"/>
                <a:cs typeface="Arial"/>
              </a:rPr>
              <a:t>ç</a:t>
            </a:r>
            <a:r>
              <a:rPr sz="2000" spc="0" dirty="0" smtClean="0">
                <a:latin typeface="Arial"/>
                <a:cs typeface="Arial"/>
              </a:rPr>
              <a:t>ão</a:t>
            </a:r>
            <a:r>
              <a:rPr sz="2000" spc="250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d</a:t>
            </a:r>
            <a:r>
              <a:rPr sz="2000" spc="-9" dirty="0" smtClean="0">
                <a:latin typeface="Arial"/>
                <a:cs typeface="Arial"/>
              </a:rPr>
              <a:t>o</a:t>
            </a:r>
            <a:r>
              <a:rPr sz="2000" spc="0" dirty="0" smtClean="0">
                <a:latin typeface="Arial"/>
                <a:cs typeface="Arial"/>
              </a:rPr>
              <a:t>s</a:t>
            </a:r>
            <a:r>
              <a:rPr sz="2000" spc="264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e</a:t>
            </a:r>
            <a:r>
              <a:rPr sz="2000" spc="-19" dirty="0" smtClean="0">
                <a:latin typeface="Arial"/>
                <a:cs typeface="Arial"/>
              </a:rPr>
              <a:t>x</a:t>
            </a:r>
            <a:r>
              <a:rPr sz="2000" spc="0" dirty="0" smtClean="0">
                <a:latin typeface="Arial"/>
                <a:cs typeface="Arial"/>
              </a:rPr>
              <a:t>e</a:t>
            </a:r>
            <a:r>
              <a:rPr sz="2000" spc="-9" dirty="0" smtClean="0">
                <a:latin typeface="Arial"/>
                <a:cs typeface="Arial"/>
              </a:rPr>
              <a:t>r</a:t>
            </a:r>
            <a:r>
              <a:rPr sz="2000" spc="4" dirty="0" smtClean="0">
                <a:latin typeface="Arial"/>
                <a:cs typeface="Arial"/>
              </a:rPr>
              <a:t>c</a:t>
            </a:r>
            <a:r>
              <a:rPr sz="2000" spc="-14" dirty="0" smtClean="0">
                <a:latin typeface="Arial"/>
                <a:cs typeface="Arial"/>
              </a:rPr>
              <a:t>í</a:t>
            </a:r>
            <a:r>
              <a:rPr sz="2000" spc="4" dirty="0" smtClean="0">
                <a:latin typeface="Arial"/>
                <a:cs typeface="Arial"/>
              </a:rPr>
              <a:t>c</a:t>
            </a:r>
            <a:r>
              <a:rPr sz="2000" spc="0" dirty="0" smtClean="0">
                <a:latin typeface="Arial"/>
                <a:cs typeface="Arial"/>
              </a:rPr>
              <a:t>ios</a:t>
            </a:r>
            <a:endParaRPr sz="2000">
              <a:latin typeface="Arial"/>
              <a:cs typeface="Arial"/>
            </a:endParaRPr>
          </a:p>
          <a:p>
            <a:pPr marL="12700" marR="38176">
              <a:lnSpc>
                <a:spcPts val="2160"/>
              </a:lnSpc>
              <a:spcBef>
                <a:spcPts val="0"/>
              </a:spcBef>
            </a:pPr>
            <a:r>
              <a:rPr sz="2000" spc="0" dirty="0" smtClean="0">
                <a:latin typeface="Arial"/>
                <a:cs typeface="Arial"/>
              </a:rPr>
              <a:t>aulas</a:t>
            </a:r>
            <a:r>
              <a:rPr sz="2000" spc="-9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2 e </a:t>
            </a:r>
            <a:r>
              <a:rPr sz="2000" spc="-9" dirty="0" smtClean="0">
                <a:latin typeface="Arial"/>
                <a:cs typeface="Arial"/>
              </a:rPr>
              <a:t>1</a:t>
            </a:r>
            <a:r>
              <a:rPr sz="2000" spc="0" dirty="0" smtClean="0">
                <a:latin typeface="Arial"/>
                <a:cs typeface="Arial"/>
              </a:rPr>
              <a:t>0.</a:t>
            </a:r>
            <a:endParaRPr sz="2000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5599855" y="4715778"/>
            <a:ext cx="427737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-4" dirty="0" smtClean="0">
                <a:latin typeface="Arial"/>
                <a:cs typeface="Arial"/>
              </a:rPr>
              <a:t>v</a:t>
            </a:r>
            <a:r>
              <a:rPr sz="2000" spc="-9" dirty="0" smtClean="0">
                <a:latin typeface="Arial"/>
                <a:cs typeface="Arial"/>
              </a:rPr>
              <a:t>e</a:t>
            </a:r>
            <a:r>
              <a:rPr sz="2000" spc="0" dirty="0" smtClean="0">
                <a:latin typeface="Arial"/>
                <a:cs typeface="Arial"/>
              </a:rPr>
              <a:t>r</a:t>
            </a:r>
            <a:endParaRPr sz="2000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6055531" y="4715778"/>
            <a:ext cx="3512214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0" dirty="0" smtClean="0">
                <a:latin typeface="Arial"/>
                <a:cs typeface="Arial"/>
              </a:rPr>
              <a:t>p</a:t>
            </a:r>
            <a:r>
              <a:rPr sz="2000" spc="4" dirty="0" smtClean="0">
                <a:latin typeface="Arial"/>
                <a:cs typeface="Arial"/>
              </a:rPr>
              <a:t>r</a:t>
            </a:r>
            <a:r>
              <a:rPr sz="2000" spc="-9" dirty="0" smtClean="0">
                <a:latin typeface="Arial"/>
                <a:cs typeface="Arial"/>
              </a:rPr>
              <a:t>o</a:t>
            </a:r>
            <a:r>
              <a:rPr sz="2000" spc="0" dirty="0" smtClean="0">
                <a:latin typeface="Arial"/>
                <a:cs typeface="Arial"/>
              </a:rPr>
              <a:t>p</a:t>
            </a:r>
            <a:r>
              <a:rPr sz="2000" spc="4" dirty="0" smtClean="0">
                <a:latin typeface="Arial"/>
                <a:cs typeface="Arial"/>
              </a:rPr>
              <a:t>r</a:t>
            </a:r>
            <a:r>
              <a:rPr sz="2000" spc="0" dirty="0" smtClean="0">
                <a:latin typeface="Arial"/>
                <a:cs typeface="Arial"/>
              </a:rPr>
              <a:t>i</a:t>
            </a:r>
            <a:r>
              <a:rPr sz="2000" spc="-9" dirty="0" smtClean="0">
                <a:latin typeface="Arial"/>
                <a:cs typeface="Arial"/>
              </a:rPr>
              <a:t>e</a:t>
            </a:r>
            <a:r>
              <a:rPr sz="2000" spc="0" dirty="0" smtClean="0">
                <a:latin typeface="Arial"/>
                <a:cs typeface="Arial"/>
              </a:rPr>
              <a:t>dad</a:t>
            </a:r>
            <a:r>
              <a:rPr sz="2000" spc="-9" dirty="0" smtClean="0">
                <a:latin typeface="Arial"/>
                <a:cs typeface="Arial"/>
              </a:rPr>
              <a:t>e</a:t>
            </a:r>
            <a:r>
              <a:rPr sz="2000" spc="0" dirty="0" smtClean="0">
                <a:latin typeface="Arial"/>
                <a:cs typeface="Arial"/>
              </a:rPr>
              <a:t>s</a:t>
            </a:r>
            <a:r>
              <a:rPr sz="2000" spc="264" dirty="0" smtClean="0">
                <a:latin typeface="Arial"/>
                <a:cs typeface="Arial"/>
              </a:rPr>
              <a:t> </a:t>
            </a:r>
            <a:r>
              <a:rPr sz="2000" spc="4" dirty="0" smtClean="0">
                <a:latin typeface="Arial"/>
                <a:cs typeface="Arial"/>
              </a:rPr>
              <a:t>n</a:t>
            </a:r>
            <a:r>
              <a:rPr sz="2000" spc="-9" dirty="0" smtClean="0">
                <a:latin typeface="Arial"/>
                <a:cs typeface="Arial"/>
              </a:rPr>
              <a:t>a</a:t>
            </a:r>
            <a:r>
              <a:rPr sz="2000" spc="0" dirty="0" smtClean="0">
                <a:latin typeface="Arial"/>
                <a:cs typeface="Arial"/>
              </a:rPr>
              <a:t>s</a:t>
            </a:r>
            <a:r>
              <a:rPr sz="2000" spc="279" dirty="0" smtClean="0">
                <a:latin typeface="Arial"/>
                <a:cs typeface="Arial"/>
              </a:rPr>
              <a:t> </a:t>
            </a:r>
            <a:r>
              <a:rPr sz="2000" spc="-4" dirty="0" smtClean="0">
                <a:latin typeface="Arial"/>
                <a:cs typeface="Arial"/>
              </a:rPr>
              <a:t>t</a:t>
            </a:r>
            <a:r>
              <a:rPr sz="2000" spc="-9" dirty="0" smtClean="0">
                <a:latin typeface="Arial"/>
                <a:cs typeface="Arial"/>
              </a:rPr>
              <a:t>a</a:t>
            </a:r>
            <a:r>
              <a:rPr sz="2000" spc="0" dirty="0" smtClean="0">
                <a:latin typeface="Arial"/>
                <a:cs typeface="Arial"/>
              </a:rPr>
              <a:t>belas</a:t>
            </a:r>
            <a:r>
              <a:rPr sz="2000" spc="254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das</a:t>
            </a:r>
            <a:endParaRPr sz="2000">
              <a:latin typeface="Arial"/>
              <a:cs typeface="Aria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1238384" y="4767715"/>
            <a:ext cx="208978" cy="2158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635"/>
              </a:lnSpc>
              <a:spcBef>
                <a:spcPts val="81"/>
              </a:spcBef>
            </a:pPr>
            <a:r>
              <a:rPr sz="1500" spc="208" dirty="0" smtClean="0">
                <a:solidFill>
                  <a:srgbClr val="65FF32"/>
                </a:solidFill>
                <a:latin typeface="Arial"/>
                <a:cs typeface="Arial"/>
              </a:rPr>
              <a:t>□</a:t>
            </a:r>
            <a:endParaRPr sz="15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12"/>
          <p:cNvSpPr txBox="1"/>
          <p:nvPr/>
        </p:nvSpPr>
        <p:spPr>
          <a:xfrm>
            <a:off x="1310017" y="1034143"/>
            <a:ext cx="8251406" cy="173650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31111">
              <a:lnSpc>
                <a:spcPts val="3779"/>
              </a:lnSpc>
              <a:spcBef>
                <a:spcPts val="189"/>
              </a:spcBef>
            </a:pPr>
            <a:r>
              <a:rPr sz="3600" spc="192" dirty="0" smtClean="0">
                <a:solidFill>
                  <a:srgbClr val="00CC65"/>
                </a:solidFill>
                <a:latin typeface="Arial"/>
                <a:cs typeface="Arial"/>
              </a:rPr>
              <a:t>E</a:t>
            </a:r>
            <a:r>
              <a:rPr sz="3600" spc="143" dirty="0" smtClean="0">
                <a:solidFill>
                  <a:srgbClr val="00CC65"/>
                </a:solidFill>
                <a:latin typeface="Arial"/>
                <a:cs typeface="Arial"/>
              </a:rPr>
              <a:t>x</a:t>
            </a:r>
            <a:r>
              <a:rPr sz="3600" spc="160" dirty="0" smtClean="0">
                <a:solidFill>
                  <a:srgbClr val="00CC65"/>
                </a:solidFill>
                <a:latin typeface="Arial"/>
                <a:cs typeface="Arial"/>
              </a:rPr>
              <a:t>e</a:t>
            </a:r>
            <a:r>
              <a:rPr sz="3600" spc="95" dirty="0" smtClean="0">
                <a:solidFill>
                  <a:srgbClr val="00CC65"/>
                </a:solidFill>
                <a:latin typeface="Arial"/>
                <a:cs typeface="Arial"/>
              </a:rPr>
              <a:t>r</a:t>
            </a:r>
            <a:r>
              <a:rPr sz="3600" spc="143" dirty="0" smtClean="0">
                <a:solidFill>
                  <a:srgbClr val="00CC65"/>
                </a:solidFill>
                <a:latin typeface="Arial"/>
                <a:cs typeface="Arial"/>
              </a:rPr>
              <a:t>c</a:t>
            </a:r>
            <a:r>
              <a:rPr sz="3600" spc="63" dirty="0" smtClean="0">
                <a:solidFill>
                  <a:srgbClr val="00CC65"/>
                </a:solidFill>
                <a:latin typeface="Arial"/>
                <a:cs typeface="Arial"/>
              </a:rPr>
              <a:t>í</a:t>
            </a:r>
            <a:r>
              <a:rPr sz="3600" spc="143" dirty="0" smtClean="0">
                <a:solidFill>
                  <a:srgbClr val="00CC65"/>
                </a:solidFill>
                <a:latin typeface="Arial"/>
                <a:cs typeface="Arial"/>
              </a:rPr>
              <a:t>c</a:t>
            </a:r>
            <a:r>
              <a:rPr sz="3600" spc="58" dirty="0" smtClean="0">
                <a:solidFill>
                  <a:srgbClr val="00CC65"/>
                </a:solidFill>
                <a:latin typeface="Arial"/>
                <a:cs typeface="Arial"/>
              </a:rPr>
              <a:t>i</a:t>
            </a:r>
            <a:r>
              <a:rPr sz="3600" spc="154" dirty="0" smtClean="0">
                <a:solidFill>
                  <a:srgbClr val="00CC65"/>
                </a:solidFill>
                <a:latin typeface="Arial"/>
                <a:cs typeface="Arial"/>
              </a:rPr>
              <a:t>o</a:t>
            </a:r>
            <a:r>
              <a:rPr sz="3600" spc="143" dirty="0" smtClean="0">
                <a:solidFill>
                  <a:srgbClr val="00CC65"/>
                </a:solidFill>
                <a:latin typeface="Arial"/>
                <a:cs typeface="Arial"/>
              </a:rPr>
              <a:t>s</a:t>
            </a:r>
            <a:r>
              <a:rPr sz="3600" spc="27" dirty="0" smtClean="0">
                <a:solidFill>
                  <a:srgbClr val="00CC65"/>
                </a:solidFill>
                <a:latin typeface="Arial"/>
                <a:cs typeface="Arial"/>
              </a:rPr>
              <a:t> </a:t>
            </a:r>
            <a:r>
              <a:rPr sz="3600" spc="0" dirty="0" smtClean="0">
                <a:solidFill>
                  <a:srgbClr val="00CC65"/>
                </a:solidFill>
                <a:latin typeface="Arial"/>
                <a:cs typeface="Arial"/>
              </a:rPr>
              <a:t>P</a:t>
            </a:r>
            <a:r>
              <a:rPr sz="3600" spc="191" dirty="0" smtClean="0">
                <a:solidFill>
                  <a:srgbClr val="00CC65"/>
                </a:solidFill>
                <a:latin typeface="Arial"/>
                <a:cs typeface="Arial"/>
              </a:rPr>
              <a:t>r</a:t>
            </a:r>
            <a:r>
              <a:rPr sz="3600" spc="175" dirty="0" smtClean="0">
                <a:solidFill>
                  <a:srgbClr val="00CC65"/>
                </a:solidFill>
                <a:latin typeface="Arial"/>
                <a:cs typeface="Arial"/>
              </a:rPr>
              <a:t>opo</a:t>
            </a:r>
            <a:r>
              <a:rPr sz="3600" spc="197" dirty="0" smtClean="0">
                <a:solidFill>
                  <a:srgbClr val="00CC65"/>
                </a:solidFill>
                <a:latin typeface="Arial"/>
                <a:cs typeface="Arial"/>
              </a:rPr>
              <a:t>s</a:t>
            </a:r>
            <a:r>
              <a:rPr sz="3600" spc="190" dirty="0" smtClean="0">
                <a:solidFill>
                  <a:srgbClr val="00CC65"/>
                </a:solidFill>
                <a:latin typeface="Arial"/>
                <a:cs typeface="Arial"/>
              </a:rPr>
              <a:t>to</a:t>
            </a:r>
            <a:r>
              <a:rPr sz="3600" spc="197" dirty="0" smtClean="0">
                <a:solidFill>
                  <a:srgbClr val="00CC65"/>
                </a:solidFill>
                <a:latin typeface="Arial"/>
                <a:cs typeface="Arial"/>
              </a:rPr>
              <a:t>s</a:t>
            </a:r>
            <a:endParaRPr sz="3600">
              <a:latin typeface="Arial"/>
              <a:cs typeface="Arial"/>
            </a:endParaRPr>
          </a:p>
          <a:p>
            <a:pPr marL="283971" algn="just">
              <a:lnSpc>
                <a:spcPts val="2160"/>
              </a:lnSpc>
              <a:spcBef>
                <a:spcPts val="3284"/>
              </a:spcBef>
            </a:pPr>
            <a:r>
              <a:rPr sz="2000" spc="0" dirty="0" smtClean="0">
                <a:latin typeface="Arial"/>
                <a:cs typeface="Arial"/>
              </a:rPr>
              <a:t>núm</a:t>
            </a:r>
            <a:r>
              <a:rPr sz="2000" spc="-9" dirty="0" smtClean="0">
                <a:latin typeface="Arial"/>
                <a:cs typeface="Arial"/>
              </a:rPr>
              <a:t>e</a:t>
            </a:r>
            <a:r>
              <a:rPr sz="2000" spc="4" dirty="0" smtClean="0">
                <a:latin typeface="Arial"/>
                <a:cs typeface="Arial"/>
              </a:rPr>
              <a:t>r</a:t>
            </a:r>
            <a:r>
              <a:rPr sz="2000" spc="0" dirty="0" smtClean="0">
                <a:latin typeface="Arial"/>
                <a:cs typeface="Arial"/>
              </a:rPr>
              <a:t>o de </a:t>
            </a:r>
            <a:r>
              <a:rPr sz="2000" spc="4" dirty="0" smtClean="0">
                <a:latin typeface="Arial"/>
                <a:cs typeface="Arial"/>
              </a:rPr>
              <a:t>R</a:t>
            </a:r>
            <a:r>
              <a:rPr sz="2000" spc="0" dirty="0" smtClean="0">
                <a:latin typeface="Arial"/>
                <a:cs typeface="Arial"/>
              </a:rPr>
              <a:t>e</a:t>
            </a:r>
            <a:r>
              <a:rPr sz="2000" spc="-4" dirty="0" smtClean="0">
                <a:latin typeface="Arial"/>
                <a:cs typeface="Arial"/>
              </a:rPr>
              <a:t>y</a:t>
            </a:r>
            <a:r>
              <a:rPr sz="2000" spc="0" dirty="0" smtClean="0">
                <a:latin typeface="Arial"/>
                <a:cs typeface="Arial"/>
              </a:rPr>
              <a:t>nolds</a:t>
            </a:r>
            <a:r>
              <a:rPr sz="2000" spc="15" dirty="0" smtClean="0">
                <a:latin typeface="Arial"/>
                <a:cs typeface="Arial"/>
              </a:rPr>
              <a:t> </a:t>
            </a:r>
            <a:r>
              <a:rPr sz="2000" spc="-9" dirty="0" smtClean="0">
                <a:latin typeface="Arial"/>
                <a:cs typeface="Arial"/>
              </a:rPr>
              <a:t>d</a:t>
            </a:r>
            <a:r>
              <a:rPr sz="2000" spc="0" dirty="0" smtClean="0">
                <a:latin typeface="Arial"/>
                <a:cs typeface="Arial"/>
              </a:rPr>
              <a:t>e 1800.</a:t>
            </a:r>
            <a:r>
              <a:rPr sz="2000" spc="5" dirty="0" smtClean="0">
                <a:latin typeface="Arial"/>
                <a:cs typeface="Arial"/>
              </a:rPr>
              <a:t> </a:t>
            </a:r>
            <a:r>
              <a:rPr sz="2000" spc="4" dirty="0" smtClean="0">
                <a:latin typeface="Arial"/>
                <a:cs typeface="Arial"/>
              </a:rPr>
              <a:t>D</a:t>
            </a:r>
            <a:r>
              <a:rPr sz="2000" spc="-9" dirty="0" smtClean="0">
                <a:latin typeface="Arial"/>
                <a:cs typeface="Arial"/>
              </a:rPr>
              <a:t>e</a:t>
            </a:r>
            <a:r>
              <a:rPr sz="2000" spc="-4" dirty="0" smtClean="0">
                <a:latin typeface="Arial"/>
                <a:cs typeface="Arial"/>
              </a:rPr>
              <a:t>t</a:t>
            </a:r>
            <a:r>
              <a:rPr sz="2000" spc="-9" dirty="0" smtClean="0">
                <a:latin typeface="Arial"/>
                <a:cs typeface="Arial"/>
              </a:rPr>
              <a:t>er</a:t>
            </a:r>
            <a:r>
              <a:rPr sz="2000" spc="0" dirty="0" smtClean="0">
                <a:latin typeface="Arial"/>
                <a:cs typeface="Arial"/>
              </a:rPr>
              <a:t>mine</a:t>
            </a:r>
            <a:r>
              <a:rPr sz="2000" spc="10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a</a:t>
            </a:r>
            <a:r>
              <a:rPr sz="2000" spc="10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má</a:t>
            </a:r>
            <a:r>
              <a:rPr sz="2000" spc="-4" dirty="0" smtClean="0">
                <a:latin typeface="Arial"/>
                <a:cs typeface="Arial"/>
              </a:rPr>
              <a:t>x</a:t>
            </a:r>
            <a:r>
              <a:rPr sz="2000" spc="0" dirty="0" smtClean="0">
                <a:latin typeface="Arial"/>
                <a:cs typeface="Arial"/>
              </a:rPr>
              <a:t>ima</a:t>
            </a:r>
            <a:r>
              <a:rPr sz="2000" spc="10" dirty="0" smtClean="0">
                <a:latin typeface="Arial"/>
                <a:cs typeface="Arial"/>
              </a:rPr>
              <a:t> </a:t>
            </a:r>
            <a:r>
              <a:rPr sz="2000" spc="-4" dirty="0" smtClean="0">
                <a:latin typeface="Arial"/>
                <a:cs typeface="Arial"/>
              </a:rPr>
              <a:t>v</a:t>
            </a:r>
            <a:r>
              <a:rPr sz="2000" spc="0" dirty="0" smtClean="0">
                <a:latin typeface="Arial"/>
                <a:cs typeface="Arial"/>
              </a:rPr>
              <a:t>el</a:t>
            </a:r>
            <a:r>
              <a:rPr sz="2000" spc="4" dirty="0" smtClean="0">
                <a:latin typeface="Arial"/>
                <a:cs typeface="Arial"/>
              </a:rPr>
              <a:t>oc</a:t>
            </a:r>
            <a:r>
              <a:rPr sz="2000" spc="0" dirty="0" smtClean="0">
                <a:latin typeface="Arial"/>
                <a:cs typeface="Arial"/>
              </a:rPr>
              <a:t>ida</a:t>
            </a:r>
            <a:r>
              <a:rPr sz="2000" spc="-9" dirty="0" smtClean="0">
                <a:latin typeface="Arial"/>
                <a:cs typeface="Arial"/>
              </a:rPr>
              <a:t>d</a:t>
            </a:r>
            <a:r>
              <a:rPr sz="2000" spc="0" dirty="0" smtClean="0">
                <a:latin typeface="Arial"/>
                <a:cs typeface="Arial"/>
              </a:rPr>
              <a:t>e</a:t>
            </a:r>
            <a:r>
              <a:rPr sz="2000" spc="24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do e</a:t>
            </a:r>
            <a:r>
              <a:rPr sz="2000" spc="-4" dirty="0" smtClean="0">
                <a:latin typeface="Arial"/>
                <a:cs typeface="Arial"/>
              </a:rPr>
              <a:t>s</a:t>
            </a:r>
            <a:r>
              <a:rPr sz="2000" spc="4" dirty="0" smtClean="0">
                <a:latin typeface="Arial"/>
                <a:cs typeface="Arial"/>
              </a:rPr>
              <a:t>c</a:t>
            </a:r>
            <a:r>
              <a:rPr sz="2000" spc="0" dirty="0" smtClean="0">
                <a:latin typeface="Arial"/>
                <a:cs typeface="Arial"/>
              </a:rPr>
              <a:t>o</a:t>
            </a:r>
            <a:r>
              <a:rPr sz="2000" spc="-9" dirty="0" smtClean="0">
                <a:latin typeface="Arial"/>
                <a:cs typeface="Arial"/>
              </a:rPr>
              <a:t>a</a:t>
            </a:r>
            <a:r>
              <a:rPr sz="2000" spc="0" dirty="0" smtClean="0">
                <a:latin typeface="Arial"/>
                <a:cs typeface="Arial"/>
              </a:rPr>
              <a:t>men</a:t>
            </a:r>
            <a:r>
              <a:rPr sz="2000" spc="-14" dirty="0" smtClean="0">
                <a:latin typeface="Arial"/>
                <a:cs typeface="Arial"/>
              </a:rPr>
              <a:t>t</a:t>
            </a:r>
            <a:r>
              <a:rPr sz="2000" spc="0" dirty="0" smtClean="0">
                <a:latin typeface="Arial"/>
                <a:cs typeface="Arial"/>
              </a:rPr>
              <a:t>o</a:t>
            </a:r>
            <a:r>
              <a:rPr sz="2000" spc="4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pe</a:t>
            </a:r>
            <a:r>
              <a:rPr sz="2000" spc="-9" dirty="0" smtClean="0">
                <a:latin typeface="Arial"/>
                <a:cs typeface="Arial"/>
              </a:rPr>
              <a:t>r</a:t>
            </a:r>
            <a:r>
              <a:rPr sz="2000" spc="0" dirty="0" smtClean="0">
                <a:latin typeface="Arial"/>
                <a:cs typeface="Arial"/>
              </a:rPr>
              <a:t>mi</a:t>
            </a:r>
            <a:r>
              <a:rPr sz="2000" spc="-4" dirty="0" smtClean="0">
                <a:latin typeface="Arial"/>
                <a:cs typeface="Arial"/>
              </a:rPr>
              <a:t>s</a:t>
            </a:r>
            <a:r>
              <a:rPr sz="2000" spc="4" dirty="0" smtClean="0">
                <a:latin typeface="Arial"/>
                <a:cs typeface="Arial"/>
              </a:rPr>
              <a:t>s</a:t>
            </a:r>
            <a:r>
              <a:rPr sz="2000" spc="-4" dirty="0" smtClean="0">
                <a:latin typeface="Arial"/>
                <a:cs typeface="Arial"/>
              </a:rPr>
              <a:t>ív</a:t>
            </a:r>
            <a:r>
              <a:rPr sz="2000" spc="0" dirty="0" smtClean="0">
                <a:latin typeface="Arial"/>
                <a:cs typeface="Arial"/>
              </a:rPr>
              <a:t>el em um</a:t>
            </a:r>
            <a:r>
              <a:rPr sz="2000" spc="14" dirty="0" smtClean="0">
                <a:latin typeface="Arial"/>
                <a:cs typeface="Arial"/>
              </a:rPr>
              <a:t> </a:t>
            </a:r>
            <a:r>
              <a:rPr sz="2000" spc="-4" dirty="0" smtClean="0">
                <a:latin typeface="Arial"/>
                <a:cs typeface="Arial"/>
              </a:rPr>
              <a:t>t</a:t>
            </a:r>
            <a:r>
              <a:rPr sz="2000" spc="0" dirty="0" smtClean="0">
                <a:latin typeface="Arial"/>
                <a:cs typeface="Arial"/>
              </a:rPr>
              <a:t>u</a:t>
            </a:r>
            <a:r>
              <a:rPr sz="2000" spc="-9" dirty="0" smtClean="0">
                <a:latin typeface="Arial"/>
                <a:cs typeface="Arial"/>
              </a:rPr>
              <a:t>b</a:t>
            </a:r>
            <a:r>
              <a:rPr sz="2000" spc="0" dirty="0" smtClean="0">
                <a:latin typeface="Arial"/>
                <a:cs typeface="Arial"/>
              </a:rPr>
              <a:t>o</a:t>
            </a:r>
            <a:r>
              <a:rPr sz="2000" spc="14" dirty="0" smtClean="0">
                <a:latin typeface="Arial"/>
                <a:cs typeface="Arial"/>
              </a:rPr>
              <a:t> </a:t>
            </a:r>
            <a:r>
              <a:rPr sz="2000" spc="-4" dirty="0" smtClean="0">
                <a:latin typeface="Arial"/>
                <a:cs typeface="Arial"/>
              </a:rPr>
              <a:t>c</a:t>
            </a:r>
            <a:r>
              <a:rPr sz="2000" spc="0" dirty="0" smtClean="0">
                <a:latin typeface="Arial"/>
                <a:cs typeface="Arial"/>
              </a:rPr>
              <a:t>om</a:t>
            </a:r>
            <a:r>
              <a:rPr sz="2000" spc="14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2</a:t>
            </a:r>
            <a:r>
              <a:rPr sz="2000" spc="-4" dirty="0" smtClean="0">
                <a:latin typeface="Arial"/>
                <a:cs typeface="Arial"/>
              </a:rPr>
              <a:t>c</a:t>
            </a:r>
            <a:r>
              <a:rPr sz="2000" spc="0" dirty="0" smtClean="0">
                <a:latin typeface="Arial"/>
                <a:cs typeface="Arial"/>
              </a:rPr>
              <a:t>m</a:t>
            </a:r>
            <a:r>
              <a:rPr sz="2000" spc="14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de</a:t>
            </a:r>
            <a:r>
              <a:rPr sz="2000" spc="14" dirty="0" smtClean="0">
                <a:latin typeface="Arial"/>
                <a:cs typeface="Arial"/>
              </a:rPr>
              <a:t> </a:t>
            </a:r>
            <a:r>
              <a:rPr sz="2000" spc="-9" dirty="0" smtClean="0">
                <a:latin typeface="Arial"/>
                <a:cs typeface="Arial"/>
              </a:rPr>
              <a:t>d</a:t>
            </a:r>
            <a:r>
              <a:rPr sz="2000" spc="0" dirty="0" smtClean="0">
                <a:latin typeface="Arial"/>
                <a:cs typeface="Arial"/>
              </a:rPr>
              <a:t>iâme</a:t>
            </a:r>
            <a:r>
              <a:rPr sz="2000" spc="-14" dirty="0" smtClean="0">
                <a:latin typeface="Arial"/>
                <a:cs typeface="Arial"/>
              </a:rPr>
              <a:t>t</a:t>
            </a:r>
            <a:r>
              <a:rPr sz="2000" spc="4" dirty="0" smtClean="0">
                <a:latin typeface="Arial"/>
                <a:cs typeface="Arial"/>
              </a:rPr>
              <a:t>r</a:t>
            </a:r>
            <a:r>
              <a:rPr sz="2000" spc="0" dirty="0" smtClean="0">
                <a:latin typeface="Arial"/>
                <a:cs typeface="Arial"/>
              </a:rPr>
              <a:t>o</a:t>
            </a:r>
            <a:r>
              <a:rPr sz="2000" spc="14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de</a:t>
            </a:r>
            <a:r>
              <a:rPr sz="2000" spc="14" dirty="0" smtClean="0">
                <a:latin typeface="Arial"/>
                <a:cs typeface="Arial"/>
              </a:rPr>
              <a:t> </a:t>
            </a:r>
            <a:r>
              <a:rPr sz="2000" spc="-4" dirty="0" smtClean="0">
                <a:latin typeface="Arial"/>
                <a:cs typeface="Arial"/>
              </a:rPr>
              <a:t>f</a:t>
            </a:r>
            <a:r>
              <a:rPr sz="2000" spc="-9" dirty="0" smtClean="0">
                <a:latin typeface="Arial"/>
                <a:cs typeface="Arial"/>
              </a:rPr>
              <a:t>o</a:t>
            </a:r>
            <a:r>
              <a:rPr sz="2000" spc="4" dirty="0" smtClean="0">
                <a:latin typeface="Arial"/>
                <a:cs typeface="Arial"/>
              </a:rPr>
              <a:t>r</a:t>
            </a:r>
            <a:r>
              <a:rPr sz="2000" spc="-14" dirty="0" smtClean="0">
                <a:latin typeface="Arial"/>
                <a:cs typeface="Arial"/>
              </a:rPr>
              <a:t>m</a:t>
            </a:r>
            <a:r>
              <a:rPr sz="2000" spc="0" dirty="0" smtClean="0">
                <a:latin typeface="Arial"/>
                <a:cs typeface="Arial"/>
              </a:rPr>
              <a:t>a que </a:t>
            </a:r>
            <a:r>
              <a:rPr sz="2000" spc="-9" dirty="0" smtClean="0">
                <a:latin typeface="Arial"/>
                <a:cs typeface="Arial"/>
              </a:rPr>
              <a:t>e</a:t>
            </a:r>
            <a:r>
              <a:rPr sz="2000" spc="-4" dirty="0" smtClean="0">
                <a:latin typeface="Arial"/>
                <a:cs typeface="Arial"/>
              </a:rPr>
              <a:t>s</a:t>
            </a:r>
            <a:r>
              <a:rPr sz="2000" spc="4" dirty="0" smtClean="0">
                <a:latin typeface="Arial"/>
                <a:cs typeface="Arial"/>
              </a:rPr>
              <a:t>s</a:t>
            </a:r>
            <a:r>
              <a:rPr sz="2000" spc="0" dirty="0" smtClean="0">
                <a:latin typeface="Arial"/>
                <a:cs typeface="Arial"/>
              </a:rPr>
              <a:t>e </a:t>
            </a:r>
            <a:r>
              <a:rPr sz="2000" spc="-9" dirty="0" smtClean="0">
                <a:latin typeface="Arial"/>
                <a:cs typeface="Arial"/>
              </a:rPr>
              <a:t>nú</a:t>
            </a:r>
            <a:r>
              <a:rPr sz="2000" spc="0" dirty="0" smtClean="0">
                <a:latin typeface="Arial"/>
                <a:cs typeface="Arial"/>
              </a:rPr>
              <a:t>m</a:t>
            </a:r>
            <a:r>
              <a:rPr sz="2000" spc="-9" dirty="0" smtClean="0">
                <a:latin typeface="Arial"/>
                <a:cs typeface="Arial"/>
              </a:rPr>
              <a:t>e</a:t>
            </a:r>
            <a:r>
              <a:rPr sz="2000" spc="4" dirty="0" smtClean="0">
                <a:latin typeface="Arial"/>
                <a:cs typeface="Arial"/>
              </a:rPr>
              <a:t>r</a:t>
            </a:r>
            <a:r>
              <a:rPr sz="2000" spc="0" dirty="0" smtClean="0">
                <a:latin typeface="Arial"/>
                <a:cs typeface="Arial"/>
              </a:rPr>
              <a:t>o </a:t>
            </a:r>
            <a:r>
              <a:rPr sz="2000" spc="-9" dirty="0" smtClean="0">
                <a:latin typeface="Arial"/>
                <a:cs typeface="Arial"/>
              </a:rPr>
              <a:t>d</a:t>
            </a:r>
            <a:r>
              <a:rPr sz="2000" spc="0" dirty="0" smtClean="0">
                <a:latin typeface="Arial"/>
                <a:cs typeface="Arial"/>
              </a:rPr>
              <a:t>e </a:t>
            </a:r>
            <a:r>
              <a:rPr sz="2000" spc="4" dirty="0" smtClean="0">
                <a:latin typeface="Arial"/>
                <a:cs typeface="Arial"/>
              </a:rPr>
              <a:t>R</a:t>
            </a:r>
            <a:r>
              <a:rPr sz="2000" spc="0" dirty="0" smtClean="0">
                <a:latin typeface="Arial"/>
                <a:cs typeface="Arial"/>
              </a:rPr>
              <a:t>e</a:t>
            </a:r>
            <a:r>
              <a:rPr sz="2000" spc="-19" dirty="0" smtClean="0">
                <a:latin typeface="Arial"/>
                <a:cs typeface="Arial"/>
              </a:rPr>
              <a:t>y</a:t>
            </a:r>
            <a:r>
              <a:rPr sz="2000" spc="0" dirty="0" smtClean="0">
                <a:latin typeface="Arial"/>
                <a:cs typeface="Arial"/>
              </a:rPr>
              <a:t>nolds</a:t>
            </a:r>
            <a:r>
              <a:rPr sz="2000" spc="-9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não</a:t>
            </a:r>
            <a:r>
              <a:rPr sz="2000" spc="-14" dirty="0" smtClean="0">
                <a:latin typeface="Arial"/>
                <a:cs typeface="Arial"/>
              </a:rPr>
              <a:t> </a:t>
            </a:r>
            <a:r>
              <a:rPr sz="2000" spc="4" dirty="0" smtClean="0">
                <a:latin typeface="Arial"/>
                <a:cs typeface="Arial"/>
              </a:rPr>
              <a:t>s</a:t>
            </a:r>
            <a:r>
              <a:rPr sz="2000" spc="0" dirty="0" smtClean="0">
                <a:latin typeface="Arial"/>
                <a:cs typeface="Arial"/>
              </a:rPr>
              <a:t>e</a:t>
            </a:r>
            <a:r>
              <a:rPr sz="2000" spc="-14" dirty="0" smtClean="0">
                <a:latin typeface="Arial"/>
                <a:cs typeface="Arial"/>
              </a:rPr>
              <a:t>j</a:t>
            </a:r>
            <a:r>
              <a:rPr sz="2000" spc="0" dirty="0" smtClean="0">
                <a:latin typeface="Arial"/>
                <a:cs typeface="Arial"/>
              </a:rPr>
              <a:t>a ul</a:t>
            </a:r>
            <a:r>
              <a:rPr sz="2000" spc="-4" dirty="0" smtClean="0">
                <a:latin typeface="Arial"/>
                <a:cs typeface="Arial"/>
              </a:rPr>
              <a:t>t</a:t>
            </a:r>
            <a:r>
              <a:rPr sz="2000" spc="-9" dirty="0" smtClean="0">
                <a:latin typeface="Arial"/>
                <a:cs typeface="Arial"/>
              </a:rPr>
              <a:t>r</a:t>
            </a:r>
            <a:r>
              <a:rPr sz="2000" spc="0" dirty="0" smtClean="0">
                <a:latin typeface="Arial"/>
                <a:cs typeface="Arial"/>
              </a:rPr>
              <a:t>ap</a:t>
            </a:r>
            <a:r>
              <a:rPr sz="2000" spc="-9" dirty="0" smtClean="0">
                <a:latin typeface="Arial"/>
                <a:cs typeface="Arial"/>
              </a:rPr>
              <a:t>a</a:t>
            </a:r>
            <a:r>
              <a:rPr sz="2000" spc="4" dirty="0" smtClean="0">
                <a:latin typeface="Arial"/>
                <a:cs typeface="Arial"/>
              </a:rPr>
              <a:t>s</a:t>
            </a:r>
            <a:r>
              <a:rPr sz="2000" spc="-4" dirty="0" smtClean="0">
                <a:latin typeface="Arial"/>
                <a:cs typeface="Arial"/>
              </a:rPr>
              <a:t>s</a:t>
            </a:r>
            <a:r>
              <a:rPr sz="2000" spc="0" dirty="0" smtClean="0">
                <a:latin typeface="Arial"/>
                <a:cs typeface="Arial"/>
              </a:rPr>
              <a:t>a</a:t>
            </a:r>
            <a:r>
              <a:rPr sz="2000" spc="-9" dirty="0" smtClean="0">
                <a:latin typeface="Arial"/>
                <a:cs typeface="Arial"/>
              </a:rPr>
              <a:t>d</a:t>
            </a:r>
            <a:r>
              <a:rPr sz="2000" spc="0" dirty="0" smtClean="0">
                <a:latin typeface="Arial"/>
                <a:cs typeface="Arial"/>
              </a:rPr>
              <a:t>o.</a:t>
            </a:r>
            <a:endParaRPr sz="20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581289" y="1667779"/>
            <a:ext cx="7986106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  <a:tabLst>
                <a:tab pos="368300" algn="l"/>
                <a:tab pos="1422400" algn="l"/>
                <a:tab pos="2235200" algn="l"/>
                <a:tab pos="2730500" algn="l"/>
                <a:tab pos="3365500" algn="l"/>
                <a:tab pos="4597400" algn="l"/>
                <a:tab pos="5080000" algn="l"/>
                <a:tab pos="5981700" algn="l"/>
                <a:tab pos="6946900" algn="l"/>
                <a:tab pos="7569200" algn="l"/>
              </a:tabLst>
            </a:pPr>
            <a:r>
              <a:rPr sz="2000" spc="0" dirty="0" smtClean="0">
                <a:latin typeface="Arial"/>
                <a:cs typeface="Arial"/>
              </a:rPr>
              <a:t>3)	</a:t>
            </a:r>
            <a:r>
              <a:rPr sz="2000" spc="-4" dirty="0" smtClean="0">
                <a:latin typeface="Arial"/>
                <a:cs typeface="Arial"/>
              </a:rPr>
              <a:t>A</a:t>
            </a:r>
            <a:r>
              <a:rPr sz="2000" spc="4" dirty="0" smtClean="0">
                <a:latin typeface="Arial"/>
                <a:cs typeface="Arial"/>
              </a:rPr>
              <a:t>c</a:t>
            </a:r>
            <a:r>
              <a:rPr sz="2000" spc="0" dirty="0" smtClean="0">
                <a:latin typeface="Arial"/>
                <a:cs typeface="Arial"/>
              </a:rPr>
              <a:t>e</a:t>
            </a:r>
            <a:r>
              <a:rPr sz="2000" spc="-14" dirty="0" smtClean="0">
                <a:latin typeface="Arial"/>
                <a:cs typeface="Arial"/>
              </a:rPr>
              <a:t>t</a:t>
            </a:r>
            <a:r>
              <a:rPr sz="2000" spc="0" dirty="0" smtClean="0">
                <a:latin typeface="Arial"/>
                <a:cs typeface="Arial"/>
              </a:rPr>
              <a:t>ona	e</a:t>
            </a:r>
            <a:r>
              <a:rPr sz="2000" spc="-4" dirty="0" smtClean="0">
                <a:latin typeface="Arial"/>
                <a:cs typeface="Arial"/>
              </a:rPr>
              <a:t>s</a:t>
            </a:r>
            <a:r>
              <a:rPr sz="2000" spc="4" dirty="0" smtClean="0">
                <a:latin typeface="Arial"/>
                <a:cs typeface="Arial"/>
              </a:rPr>
              <a:t>c</a:t>
            </a:r>
            <a:r>
              <a:rPr sz="2000" spc="0" dirty="0" smtClean="0">
                <a:latin typeface="Arial"/>
                <a:cs typeface="Arial"/>
              </a:rPr>
              <a:t>oa	p</a:t>
            </a:r>
            <a:r>
              <a:rPr sz="2000" spc="-9" dirty="0" smtClean="0">
                <a:latin typeface="Arial"/>
                <a:cs typeface="Arial"/>
              </a:rPr>
              <a:t>o</a:t>
            </a:r>
            <a:r>
              <a:rPr sz="2000" spc="0" dirty="0" smtClean="0">
                <a:latin typeface="Arial"/>
                <a:cs typeface="Arial"/>
              </a:rPr>
              <a:t>r	</a:t>
            </a:r>
            <a:r>
              <a:rPr sz="2000" spc="-9" dirty="0" smtClean="0">
                <a:latin typeface="Arial"/>
                <a:cs typeface="Arial"/>
              </a:rPr>
              <a:t>u</a:t>
            </a:r>
            <a:r>
              <a:rPr sz="2000" spc="0" dirty="0" smtClean="0">
                <a:latin typeface="Arial"/>
                <a:cs typeface="Arial"/>
              </a:rPr>
              <a:t>ma	</a:t>
            </a:r>
            <a:r>
              <a:rPr sz="2000" spc="-14" dirty="0" smtClean="0">
                <a:latin typeface="Arial"/>
                <a:cs typeface="Arial"/>
              </a:rPr>
              <a:t>t</a:t>
            </a:r>
            <a:r>
              <a:rPr sz="2000" spc="0" dirty="0" smtClean="0">
                <a:latin typeface="Arial"/>
                <a:cs typeface="Arial"/>
              </a:rPr>
              <a:t>ubul</a:t>
            </a:r>
            <a:r>
              <a:rPr sz="2000" spc="-9" dirty="0" smtClean="0">
                <a:latin typeface="Arial"/>
                <a:cs typeface="Arial"/>
              </a:rPr>
              <a:t>a</a:t>
            </a:r>
            <a:r>
              <a:rPr sz="2000" spc="4" dirty="0" smtClean="0">
                <a:latin typeface="Arial"/>
                <a:cs typeface="Arial"/>
              </a:rPr>
              <a:t>ç</a:t>
            </a:r>
            <a:r>
              <a:rPr sz="2000" spc="-9" dirty="0" smtClean="0">
                <a:latin typeface="Arial"/>
                <a:cs typeface="Arial"/>
              </a:rPr>
              <a:t>ã</a:t>
            </a:r>
            <a:r>
              <a:rPr sz="2000" spc="0" dirty="0" smtClean="0">
                <a:latin typeface="Arial"/>
                <a:cs typeface="Arial"/>
              </a:rPr>
              <a:t>o	</a:t>
            </a:r>
            <a:r>
              <a:rPr sz="2000" spc="-9" dirty="0" smtClean="0">
                <a:latin typeface="Arial"/>
                <a:cs typeface="Arial"/>
              </a:rPr>
              <a:t>e</a:t>
            </a:r>
            <a:r>
              <a:rPr sz="2000" spc="0" dirty="0" smtClean="0">
                <a:latin typeface="Arial"/>
                <a:cs typeface="Arial"/>
              </a:rPr>
              <a:t>m	</a:t>
            </a:r>
            <a:r>
              <a:rPr sz="2000" spc="4" dirty="0" smtClean="0">
                <a:latin typeface="Arial"/>
                <a:cs typeface="Arial"/>
              </a:rPr>
              <a:t>r</a:t>
            </a:r>
            <a:r>
              <a:rPr sz="2000" spc="-9" dirty="0" smtClean="0">
                <a:latin typeface="Arial"/>
                <a:cs typeface="Arial"/>
              </a:rPr>
              <a:t>e</a:t>
            </a:r>
            <a:r>
              <a:rPr sz="2000" spc="0" dirty="0" smtClean="0">
                <a:latin typeface="Arial"/>
                <a:cs typeface="Arial"/>
              </a:rPr>
              <a:t>gime	lamin</a:t>
            </a:r>
            <a:r>
              <a:rPr sz="2000" spc="-4" dirty="0" smtClean="0">
                <a:latin typeface="Arial"/>
                <a:cs typeface="Arial"/>
              </a:rPr>
              <a:t>a</a:t>
            </a:r>
            <a:r>
              <a:rPr sz="2000" spc="0" dirty="0" smtClean="0">
                <a:latin typeface="Arial"/>
                <a:cs typeface="Arial"/>
              </a:rPr>
              <a:t>r	</a:t>
            </a:r>
            <a:r>
              <a:rPr sz="2000" spc="4" dirty="0" smtClean="0">
                <a:latin typeface="Arial"/>
                <a:cs typeface="Arial"/>
              </a:rPr>
              <a:t>c</a:t>
            </a:r>
            <a:r>
              <a:rPr sz="2000" spc="-9" dirty="0" smtClean="0">
                <a:latin typeface="Arial"/>
                <a:cs typeface="Arial"/>
              </a:rPr>
              <a:t>o</a:t>
            </a:r>
            <a:r>
              <a:rPr sz="2000" spc="0" dirty="0" smtClean="0">
                <a:latin typeface="Arial"/>
                <a:cs typeface="Arial"/>
              </a:rPr>
              <a:t>m	</a:t>
            </a:r>
            <a:r>
              <a:rPr sz="2000" spc="-9" dirty="0" smtClean="0">
                <a:latin typeface="Arial"/>
                <a:cs typeface="Arial"/>
              </a:rPr>
              <a:t>u</a:t>
            </a:r>
            <a:r>
              <a:rPr sz="2000" spc="0" dirty="0" smtClean="0">
                <a:latin typeface="Arial"/>
                <a:cs typeface="Arial"/>
              </a:rPr>
              <a:t>m</a:t>
            </a:r>
            <a:endParaRPr sz="20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238384" y="1719717"/>
            <a:ext cx="208978" cy="2158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635"/>
              </a:lnSpc>
              <a:spcBef>
                <a:spcPts val="81"/>
              </a:spcBef>
            </a:pPr>
            <a:r>
              <a:rPr sz="1500" spc="208" dirty="0" smtClean="0">
                <a:solidFill>
                  <a:srgbClr val="65FF32"/>
                </a:solidFill>
                <a:latin typeface="Arial"/>
                <a:cs typeface="Arial"/>
              </a:rPr>
              <a:t>□</a:t>
            </a:r>
            <a:endParaRPr sz="15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581289" y="3161299"/>
            <a:ext cx="7987562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0" dirty="0" smtClean="0">
                <a:latin typeface="Arial"/>
                <a:cs typeface="Arial"/>
              </a:rPr>
              <a:t>4)</a:t>
            </a:r>
            <a:r>
              <a:rPr sz="2000" spc="179" dirty="0" smtClean="0">
                <a:latin typeface="Arial"/>
                <a:cs typeface="Arial"/>
              </a:rPr>
              <a:t> </a:t>
            </a:r>
            <a:r>
              <a:rPr sz="2000" spc="-4" dirty="0" smtClean="0">
                <a:latin typeface="Arial"/>
                <a:cs typeface="Arial"/>
              </a:rPr>
              <a:t>B</a:t>
            </a:r>
            <a:r>
              <a:rPr sz="2000" spc="0" dirty="0" smtClean="0">
                <a:latin typeface="Arial"/>
                <a:cs typeface="Arial"/>
              </a:rPr>
              <a:t>en</a:t>
            </a:r>
            <a:r>
              <a:rPr sz="2000" spc="-4" dirty="0" smtClean="0">
                <a:latin typeface="Arial"/>
                <a:cs typeface="Arial"/>
              </a:rPr>
              <a:t>z</a:t>
            </a:r>
            <a:r>
              <a:rPr sz="2000" spc="0" dirty="0" smtClean="0">
                <a:latin typeface="Arial"/>
                <a:cs typeface="Arial"/>
              </a:rPr>
              <a:t>eno</a:t>
            </a:r>
            <a:r>
              <a:rPr sz="2000" spc="189" dirty="0" smtClean="0">
                <a:latin typeface="Arial"/>
                <a:cs typeface="Arial"/>
              </a:rPr>
              <a:t> </a:t>
            </a:r>
            <a:r>
              <a:rPr sz="2000" spc="-9" dirty="0" smtClean="0">
                <a:latin typeface="Arial"/>
                <a:cs typeface="Arial"/>
              </a:rPr>
              <a:t>e</a:t>
            </a:r>
            <a:r>
              <a:rPr sz="2000" spc="4" dirty="0" smtClean="0">
                <a:latin typeface="Arial"/>
                <a:cs typeface="Arial"/>
              </a:rPr>
              <a:t>s</a:t>
            </a:r>
            <a:r>
              <a:rPr sz="2000" spc="-4" dirty="0" smtClean="0">
                <a:latin typeface="Arial"/>
                <a:cs typeface="Arial"/>
              </a:rPr>
              <a:t>c</a:t>
            </a:r>
            <a:r>
              <a:rPr sz="2000" spc="0" dirty="0" smtClean="0">
                <a:latin typeface="Arial"/>
                <a:cs typeface="Arial"/>
              </a:rPr>
              <a:t>oa</a:t>
            </a:r>
            <a:r>
              <a:rPr sz="2000" spc="189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p</a:t>
            </a:r>
            <a:r>
              <a:rPr sz="2000" spc="-9" dirty="0" smtClean="0">
                <a:latin typeface="Arial"/>
                <a:cs typeface="Arial"/>
              </a:rPr>
              <a:t>o</a:t>
            </a:r>
            <a:r>
              <a:rPr sz="2000" spc="0" dirty="0" smtClean="0">
                <a:latin typeface="Arial"/>
                <a:cs typeface="Arial"/>
              </a:rPr>
              <a:t>r</a:t>
            </a:r>
            <a:r>
              <a:rPr sz="2000" spc="194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u</a:t>
            </a:r>
            <a:r>
              <a:rPr sz="2000" spc="-14" dirty="0" smtClean="0">
                <a:latin typeface="Arial"/>
                <a:cs typeface="Arial"/>
              </a:rPr>
              <a:t>m</a:t>
            </a:r>
            <a:r>
              <a:rPr sz="2000" spc="0" dirty="0" smtClean="0">
                <a:latin typeface="Arial"/>
                <a:cs typeface="Arial"/>
              </a:rPr>
              <a:t>a</a:t>
            </a:r>
            <a:r>
              <a:rPr sz="2000" spc="200" dirty="0" smtClean="0">
                <a:latin typeface="Arial"/>
                <a:cs typeface="Arial"/>
              </a:rPr>
              <a:t> </a:t>
            </a:r>
            <a:r>
              <a:rPr sz="2000" spc="-4" dirty="0" smtClean="0">
                <a:latin typeface="Arial"/>
                <a:cs typeface="Arial"/>
              </a:rPr>
              <a:t>t</a:t>
            </a:r>
            <a:r>
              <a:rPr sz="2000" spc="-9" dirty="0" smtClean="0">
                <a:latin typeface="Arial"/>
                <a:cs typeface="Arial"/>
              </a:rPr>
              <a:t>u</a:t>
            </a:r>
            <a:r>
              <a:rPr sz="2000" spc="0" dirty="0" smtClean="0">
                <a:latin typeface="Arial"/>
                <a:cs typeface="Arial"/>
              </a:rPr>
              <a:t>bula</a:t>
            </a:r>
            <a:r>
              <a:rPr sz="2000" spc="-4" dirty="0" smtClean="0">
                <a:latin typeface="Arial"/>
                <a:cs typeface="Arial"/>
              </a:rPr>
              <a:t>ç</a:t>
            </a:r>
            <a:r>
              <a:rPr sz="2000" spc="0" dirty="0" smtClean="0">
                <a:latin typeface="Arial"/>
                <a:cs typeface="Arial"/>
              </a:rPr>
              <a:t>ão</a:t>
            </a:r>
            <a:r>
              <a:rPr sz="2000" spc="189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em</a:t>
            </a:r>
            <a:r>
              <a:rPr sz="2000" spc="184" dirty="0" smtClean="0">
                <a:latin typeface="Arial"/>
                <a:cs typeface="Arial"/>
              </a:rPr>
              <a:t> </a:t>
            </a:r>
            <a:r>
              <a:rPr sz="2000" spc="4" dirty="0" smtClean="0">
                <a:latin typeface="Arial"/>
                <a:cs typeface="Arial"/>
              </a:rPr>
              <a:t>r</a:t>
            </a:r>
            <a:r>
              <a:rPr sz="2000" spc="-9" dirty="0" smtClean="0">
                <a:latin typeface="Arial"/>
                <a:cs typeface="Arial"/>
              </a:rPr>
              <a:t>e</a:t>
            </a:r>
            <a:r>
              <a:rPr sz="2000" spc="0" dirty="0" smtClean="0">
                <a:latin typeface="Arial"/>
                <a:cs typeface="Arial"/>
              </a:rPr>
              <a:t>gime</a:t>
            </a:r>
            <a:r>
              <a:rPr sz="2000" spc="189" dirty="0" smtClean="0">
                <a:latin typeface="Arial"/>
                <a:cs typeface="Arial"/>
              </a:rPr>
              <a:t> </a:t>
            </a:r>
            <a:r>
              <a:rPr sz="2000" spc="-4" dirty="0" smtClean="0">
                <a:latin typeface="Arial"/>
                <a:cs typeface="Arial"/>
              </a:rPr>
              <a:t>t</a:t>
            </a:r>
            <a:r>
              <a:rPr sz="2000" spc="-9" dirty="0" smtClean="0">
                <a:latin typeface="Arial"/>
                <a:cs typeface="Arial"/>
              </a:rPr>
              <a:t>u</a:t>
            </a:r>
            <a:r>
              <a:rPr sz="2000" spc="4" dirty="0" smtClean="0">
                <a:latin typeface="Arial"/>
                <a:cs typeface="Arial"/>
              </a:rPr>
              <a:t>r</a:t>
            </a:r>
            <a:r>
              <a:rPr sz="2000" spc="0" dirty="0" smtClean="0">
                <a:latin typeface="Arial"/>
                <a:cs typeface="Arial"/>
              </a:rPr>
              <a:t>bu</a:t>
            </a:r>
            <a:r>
              <a:rPr sz="2000" spc="4" dirty="0" smtClean="0">
                <a:latin typeface="Arial"/>
                <a:cs typeface="Arial"/>
              </a:rPr>
              <a:t>l</a:t>
            </a:r>
            <a:r>
              <a:rPr sz="2000" spc="0" dirty="0" smtClean="0">
                <a:latin typeface="Arial"/>
                <a:cs typeface="Arial"/>
              </a:rPr>
              <a:t>e</a:t>
            </a:r>
            <a:r>
              <a:rPr sz="2000" spc="-9" dirty="0" smtClean="0">
                <a:latin typeface="Arial"/>
                <a:cs typeface="Arial"/>
              </a:rPr>
              <a:t>n</a:t>
            </a:r>
            <a:r>
              <a:rPr sz="2000" spc="-4" dirty="0" smtClean="0">
                <a:latin typeface="Arial"/>
                <a:cs typeface="Arial"/>
              </a:rPr>
              <a:t>t</a:t>
            </a:r>
            <a:r>
              <a:rPr sz="2000" spc="0" dirty="0" smtClean="0">
                <a:latin typeface="Arial"/>
                <a:cs typeface="Arial"/>
              </a:rPr>
              <a:t>o</a:t>
            </a:r>
            <a:r>
              <a:rPr sz="2000" spc="189" dirty="0" smtClean="0">
                <a:latin typeface="Arial"/>
                <a:cs typeface="Arial"/>
              </a:rPr>
              <a:t> </a:t>
            </a:r>
            <a:r>
              <a:rPr sz="2000" spc="4" dirty="0" smtClean="0">
                <a:latin typeface="Arial"/>
                <a:cs typeface="Arial"/>
              </a:rPr>
              <a:t>c</a:t>
            </a:r>
            <a:r>
              <a:rPr sz="2000" spc="-9" dirty="0" smtClean="0">
                <a:latin typeface="Arial"/>
                <a:cs typeface="Arial"/>
              </a:rPr>
              <a:t>o</a:t>
            </a:r>
            <a:r>
              <a:rPr sz="2000" spc="0" dirty="0" smtClean="0">
                <a:latin typeface="Arial"/>
                <a:cs typeface="Arial"/>
              </a:rPr>
              <a:t>m</a:t>
            </a:r>
            <a:r>
              <a:rPr sz="2000" spc="184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um</a:t>
            </a:r>
            <a:endParaRPr sz="20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238384" y="3213236"/>
            <a:ext cx="208978" cy="2158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635"/>
              </a:lnSpc>
              <a:spcBef>
                <a:spcPts val="81"/>
              </a:spcBef>
            </a:pPr>
            <a:r>
              <a:rPr sz="1500" spc="208" dirty="0" smtClean="0">
                <a:solidFill>
                  <a:srgbClr val="65FF32"/>
                </a:solidFill>
                <a:latin typeface="Arial"/>
                <a:cs typeface="Arial"/>
              </a:rPr>
              <a:t>□</a:t>
            </a:r>
            <a:endParaRPr sz="15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581289" y="3435618"/>
            <a:ext cx="7480106" cy="55422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0" dirty="0" smtClean="0">
                <a:latin typeface="Arial"/>
                <a:cs typeface="Arial"/>
              </a:rPr>
              <a:t>núm</a:t>
            </a:r>
            <a:r>
              <a:rPr sz="2000" spc="-9" dirty="0" smtClean="0">
                <a:latin typeface="Arial"/>
                <a:cs typeface="Arial"/>
              </a:rPr>
              <a:t>e</a:t>
            </a:r>
            <a:r>
              <a:rPr sz="2000" spc="4" dirty="0" smtClean="0">
                <a:latin typeface="Arial"/>
                <a:cs typeface="Arial"/>
              </a:rPr>
              <a:t>r</a:t>
            </a:r>
            <a:r>
              <a:rPr sz="2000" spc="0" dirty="0" smtClean="0">
                <a:latin typeface="Arial"/>
                <a:cs typeface="Arial"/>
              </a:rPr>
              <a:t>o</a:t>
            </a:r>
            <a:r>
              <a:rPr sz="2000" spc="94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de</a:t>
            </a:r>
            <a:r>
              <a:rPr sz="2000" spc="104" dirty="0" smtClean="0">
                <a:latin typeface="Arial"/>
                <a:cs typeface="Arial"/>
              </a:rPr>
              <a:t> </a:t>
            </a:r>
            <a:r>
              <a:rPr sz="2000" spc="-9" dirty="0" smtClean="0">
                <a:latin typeface="Arial"/>
                <a:cs typeface="Arial"/>
              </a:rPr>
              <a:t>R</a:t>
            </a:r>
            <a:r>
              <a:rPr sz="2000" spc="0" dirty="0" smtClean="0">
                <a:latin typeface="Arial"/>
                <a:cs typeface="Arial"/>
              </a:rPr>
              <a:t>e</a:t>
            </a:r>
            <a:r>
              <a:rPr sz="2000" spc="-4" dirty="0" smtClean="0">
                <a:latin typeface="Arial"/>
                <a:cs typeface="Arial"/>
              </a:rPr>
              <a:t>y</a:t>
            </a:r>
            <a:r>
              <a:rPr sz="2000" spc="0" dirty="0" smtClean="0">
                <a:latin typeface="Arial"/>
                <a:cs typeface="Arial"/>
              </a:rPr>
              <a:t>nolds</a:t>
            </a:r>
            <a:r>
              <a:rPr sz="2000" spc="109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de</a:t>
            </a:r>
            <a:r>
              <a:rPr sz="2000" spc="104" dirty="0" smtClean="0">
                <a:latin typeface="Arial"/>
                <a:cs typeface="Arial"/>
              </a:rPr>
              <a:t> </a:t>
            </a:r>
            <a:r>
              <a:rPr sz="2000" spc="-9" dirty="0" smtClean="0">
                <a:latin typeface="Arial"/>
                <a:cs typeface="Arial"/>
              </a:rPr>
              <a:t>5</a:t>
            </a:r>
            <a:r>
              <a:rPr sz="2000" spc="0" dirty="0" smtClean="0">
                <a:latin typeface="Arial"/>
                <a:cs typeface="Arial"/>
              </a:rPr>
              <a:t>000.</a:t>
            </a:r>
            <a:r>
              <a:rPr sz="2000" spc="109" dirty="0" smtClean="0">
                <a:latin typeface="Arial"/>
                <a:cs typeface="Arial"/>
              </a:rPr>
              <a:t> </a:t>
            </a:r>
            <a:r>
              <a:rPr sz="2000" spc="4" dirty="0" smtClean="0">
                <a:latin typeface="Arial"/>
                <a:cs typeface="Arial"/>
              </a:rPr>
              <a:t>D</a:t>
            </a:r>
            <a:r>
              <a:rPr sz="2000" spc="0" dirty="0" smtClean="0">
                <a:latin typeface="Arial"/>
                <a:cs typeface="Arial"/>
              </a:rPr>
              <a:t>e</a:t>
            </a:r>
            <a:r>
              <a:rPr sz="2000" spc="-14" dirty="0" smtClean="0">
                <a:latin typeface="Arial"/>
                <a:cs typeface="Arial"/>
              </a:rPr>
              <a:t>t</a:t>
            </a:r>
            <a:r>
              <a:rPr sz="2000" spc="-9" dirty="0" smtClean="0">
                <a:latin typeface="Arial"/>
                <a:cs typeface="Arial"/>
              </a:rPr>
              <a:t>e</a:t>
            </a:r>
            <a:r>
              <a:rPr sz="2000" spc="4" dirty="0" smtClean="0">
                <a:latin typeface="Arial"/>
                <a:cs typeface="Arial"/>
              </a:rPr>
              <a:t>r</a:t>
            </a:r>
            <a:r>
              <a:rPr sz="2000" spc="0" dirty="0" smtClean="0">
                <a:latin typeface="Arial"/>
                <a:cs typeface="Arial"/>
              </a:rPr>
              <a:t>mine</a:t>
            </a:r>
            <a:r>
              <a:rPr sz="2000" spc="114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o</a:t>
            </a:r>
            <a:r>
              <a:rPr sz="2000" spc="114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diâme</a:t>
            </a:r>
            <a:r>
              <a:rPr sz="2000" spc="-14" dirty="0" smtClean="0">
                <a:latin typeface="Arial"/>
                <a:cs typeface="Arial"/>
              </a:rPr>
              <a:t>t</a:t>
            </a:r>
            <a:r>
              <a:rPr sz="2000" spc="-9" dirty="0" smtClean="0">
                <a:latin typeface="Arial"/>
                <a:cs typeface="Arial"/>
              </a:rPr>
              <a:t>r</a:t>
            </a:r>
            <a:r>
              <a:rPr sz="2000" spc="0" dirty="0" smtClean="0">
                <a:latin typeface="Arial"/>
                <a:cs typeface="Arial"/>
              </a:rPr>
              <a:t>o</a:t>
            </a:r>
            <a:r>
              <a:rPr sz="2000" spc="114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do</a:t>
            </a:r>
            <a:r>
              <a:rPr sz="2000" spc="125" dirty="0" smtClean="0">
                <a:latin typeface="Arial"/>
                <a:cs typeface="Arial"/>
              </a:rPr>
              <a:t> </a:t>
            </a:r>
            <a:r>
              <a:rPr sz="2000" spc="-4" dirty="0" smtClean="0">
                <a:latin typeface="Arial"/>
                <a:cs typeface="Arial"/>
              </a:rPr>
              <a:t>t</a:t>
            </a:r>
            <a:r>
              <a:rPr sz="2000" spc="0" dirty="0" smtClean="0">
                <a:latin typeface="Arial"/>
                <a:cs typeface="Arial"/>
              </a:rPr>
              <a:t>ubo</a:t>
            </a:r>
            <a:r>
              <a:rPr sz="2000" spc="114" dirty="0" smtClean="0">
                <a:latin typeface="Arial"/>
                <a:cs typeface="Arial"/>
              </a:rPr>
              <a:t> </a:t>
            </a:r>
            <a:r>
              <a:rPr sz="2000" spc="-9" dirty="0" smtClean="0">
                <a:latin typeface="Arial"/>
                <a:cs typeface="Arial"/>
              </a:rPr>
              <a:t>e</a:t>
            </a:r>
            <a:r>
              <a:rPr sz="2000" spc="0" dirty="0" smtClean="0">
                <a:latin typeface="Arial"/>
                <a:cs typeface="Arial"/>
              </a:rPr>
              <a:t>m</a:t>
            </a:r>
            <a:endParaRPr sz="2000">
              <a:latin typeface="Arial"/>
              <a:cs typeface="Arial"/>
            </a:endParaRPr>
          </a:p>
          <a:p>
            <a:pPr marL="12700" marR="38176">
              <a:lnSpc>
                <a:spcPts val="2160"/>
              </a:lnSpc>
              <a:spcBef>
                <a:spcPts val="0"/>
              </a:spcBef>
            </a:pPr>
            <a:r>
              <a:rPr sz="2000" spc="4" dirty="0" smtClean="0">
                <a:latin typeface="Arial"/>
                <a:cs typeface="Arial"/>
              </a:rPr>
              <a:t>s</a:t>
            </a:r>
            <a:r>
              <a:rPr sz="2000" spc="0" dirty="0" smtClean="0">
                <a:latin typeface="Arial"/>
                <a:cs typeface="Arial"/>
              </a:rPr>
              <a:t>a</a:t>
            </a:r>
            <a:r>
              <a:rPr sz="2000" spc="-9" dirty="0" smtClean="0">
                <a:latin typeface="Arial"/>
                <a:cs typeface="Arial"/>
              </a:rPr>
              <a:t>b</a:t>
            </a:r>
            <a:r>
              <a:rPr sz="2000" spc="0" dirty="0" smtClean="0">
                <a:latin typeface="Arial"/>
                <a:cs typeface="Arial"/>
              </a:rPr>
              <a:t>end</a:t>
            </a:r>
            <a:r>
              <a:rPr sz="2000" spc="-9" dirty="0" smtClean="0">
                <a:latin typeface="Arial"/>
                <a:cs typeface="Arial"/>
              </a:rPr>
              <a:t>o-</a:t>
            </a:r>
            <a:r>
              <a:rPr sz="2000" spc="4" dirty="0" smtClean="0">
                <a:latin typeface="Arial"/>
                <a:cs typeface="Arial"/>
              </a:rPr>
              <a:t>s</a:t>
            </a:r>
            <a:r>
              <a:rPr sz="2000" spc="0" dirty="0" smtClean="0">
                <a:latin typeface="Arial"/>
                <a:cs typeface="Arial"/>
              </a:rPr>
              <a:t>e</a:t>
            </a:r>
            <a:r>
              <a:rPr sz="2000" spc="-14" dirty="0" smtClean="0">
                <a:latin typeface="Arial"/>
                <a:cs typeface="Arial"/>
              </a:rPr>
              <a:t> </a:t>
            </a:r>
            <a:r>
              <a:rPr sz="2000" spc="-9" dirty="0" smtClean="0">
                <a:latin typeface="Arial"/>
                <a:cs typeface="Arial"/>
              </a:rPr>
              <a:t>q</a:t>
            </a:r>
            <a:r>
              <a:rPr sz="2000" spc="0" dirty="0" smtClean="0">
                <a:latin typeface="Arial"/>
                <a:cs typeface="Arial"/>
              </a:rPr>
              <a:t>ue a </a:t>
            </a:r>
            <a:r>
              <a:rPr sz="2000" spc="-4" dirty="0" smtClean="0">
                <a:latin typeface="Arial"/>
                <a:cs typeface="Arial"/>
              </a:rPr>
              <a:t>v</a:t>
            </a:r>
            <a:r>
              <a:rPr sz="2000" spc="0" dirty="0" smtClean="0">
                <a:latin typeface="Arial"/>
                <a:cs typeface="Arial"/>
              </a:rPr>
              <a:t>el</a:t>
            </a:r>
            <a:r>
              <a:rPr sz="2000" spc="-9" dirty="0" smtClean="0">
                <a:latin typeface="Arial"/>
                <a:cs typeface="Arial"/>
              </a:rPr>
              <a:t>o</a:t>
            </a:r>
            <a:r>
              <a:rPr sz="2000" spc="4" dirty="0" smtClean="0">
                <a:latin typeface="Arial"/>
                <a:cs typeface="Arial"/>
              </a:rPr>
              <a:t>c</a:t>
            </a:r>
            <a:r>
              <a:rPr sz="2000" spc="0" dirty="0" smtClean="0">
                <a:latin typeface="Arial"/>
                <a:cs typeface="Arial"/>
              </a:rPr>
              <a:t>id</a:t>
            </a:r>
            <a:r>
              <a:rPr sz="2000" spc="-9" dirty="0" smtClean="0">
                <a:latin typeface="Arial"/>
                <a:cs typeface="Arial"/>
              </a:rPr>
              <a:t>a</a:t>
            </a:r>
            <a:r>
              <a:rPr sz="2000" spc="0" dirty="0" smtClean="0">
                <a:latin typeface="Arial"/>
                <a:cs typeface="Arial"/>
              </a:rPr>
              <a:t>de do</a:t>
            </a:r>
            <a:r>
              <a:rPr sz="2000" spc="-14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e</a:t>
            </a:r>
            <a:r>
              <a:rPr sz="2000" spc="-4" dirty="0" smtClean="0">
                <a:latin typeface="Arial"/>
                <a:cs typeface="Arial"/>
              </a:rPr>
              <a:t>s</a:t>
            </a:r>
            <a:r>
              <a:rPr sz="2000" spc="4" dirty="0" smtClean="0">
                <a:latin typeface="Arial"/>
                <a:cs typeface="Arial"/>
              </a:rPr>
              <a:t>c</a:t>
            </a:r>
            <a:r>
              <a:rPr sz="2000" spc="-9" dirty="0" smtClean="0">
                <a:latin typeface="Arial"/>
                <a:cs typeface="Arial"/>
              </a:rPr>
              <a:t>oa</a:t>
            </a:r>
            <a:r>
              <a:rPr sz="2000" spc="0" dirty="0" smtClean="0">
                <a:latin typeface="Arial"/>
                <a:cs typeface="Arial"/>
              </a:rPr>
              <a:t>men</a:t>
            </a:r>
            <a:r>
              <a:rPr sz="2000" spc="-14" dirty="0" smtClean="0">
                <a:latin typeface="Arial"/>
                <a:cs typeface="Arial"/>
              </a:rPr>
              <a:t>t</a:t>
            </a:r>
            <a:r>
              <a:rPr sz="2000" spc="0" dirty="0" smtClean="0">
                <a:latin typeface="Arial"/>
                <a:cs typeface="Arial"/>
              </a:rPr>
              <a:t>o é </a:t>
            </a:r>
            <a:r>
              <a:rPr sz="2000" spc="-9" dirty="0" smtClean="0">
                <a:latin typeface="Arial"/>
                <a:cs typeface="Arial"/>
              </a:rPr>
              <a:t>d</a:t>
            </a:r>
            <a:r>
              <a:rPr sz="2000" spc="0" dirty="0" smtClean="0">
                <a:latin typeface="Arial"/>
                <a:cs typeface="Arial"/>
              </a:rPr>
              <a:t>e 0</a:t>
            </a:r>
            <a:r>
              <a:rPr sz="2000" spc="-14" dirty="0" smtClean="0">
                <a:latin typeface="Arial"/>
                <a:cs typeface="Arial"/>
              </a:rPr>
              <a:t>,</a:t>
            </a:r>
            <a:r>
              <a:rPr sz="2000" spc="0" dirty="0" smtClean="0">
                <a:latin typeface="Arial"/>
                <a:cs typeface="Arial"/>
              </a:rPr>
              <a:t>2m</a:t>
            </a:r>
            <a:r>
              <a:rPr sz="2000" spc="-9" dirty="0" smtClean="0">
                <a:latin typeface="Arial"/>
                <a:cs typeface="Arial"/>
              </a:rPr>
              <a:t>/</a:t>
            </a:r>
            <a:r>
              <a:rPr sz="2000" spc="4" dirty="0" smtClean="0">
                <a:latin typeface="Arial"/>
                <a:cs typeface="Arial"/>
              </a:rPr>
              <a:t>s</a:t>
            </a:r>
            <a:r>
              <a:rPr sz="2000" spc="0" dirty="0" smtClean="0">
                <a:latin typeface="Arial"/>
                <a:cs typeface="Arial"/>
              </a:rPr>
              <a:t>.</a:t>
            </a:r>
            <a:endParaRPr sz="20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9068689" y="3435618"/>
            <a:ext cx="500235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0" dirty="0" smtClean="0">
                <a:latin typeface="Arial"/>
                <a:cs typeface="Arial"/>
              </a:rPr>
              <a:t>mm</a:t>
            </a:r>
            <a:endParaRPr sz="20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581289" y="5051058"/>
            <a:ext cx="7472905" cy="55422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0" dirty="0" smtClean="0">
                <a:latin typeface="Arial"/>
                <a:cs typeface="Arial"/>
              </a:rPr>
              <a:t>O</a:t>
            </a:r>
            <a:r>
              <a:rPr sz="2000" spc="-9" dirty="0" smtClean="0">
                <a:latin typeface="Arial"/>
                <a:cs typeface="Arial"/>
              </a:rPr>
              <a:t>b</a:t>
            </a:r>
            <a:r>
              <a:rPr sz="2000" spc="4" dirty="0" smtClean="0">
                <a:latin typeface="Arial"/>
                <a:cs typeface="Arial"/>
              </a:rPr>
              <a:t>s</a:t>
            </a:r>
            <a:r>
              <a:rPr sz="2000" spc="0" dirty="0" smtClean="0">
                <a:latin typeface="Arial"/>
                <a:cs typeface="Arial"/>
              </a:rPr>
              <a:t>:</a:t>
            </a:r>
            <a:r>
              <a:rPr sz="2000" spc="254" dirty="0" smtClean="0">
                <a:latin typeface="Arial"/>
                <a:cs typeface="Arial"/>
              </a:rPr>
              <a:t> </a:t>
            </a:r>
            <a:r>
              <a:rPr sz="2000" spc="-4" dirty="0" smtClean="0">
                <a:latin typeface="Arial"/>
                <a:cs typeface="Arial"/>
              </a:rPr>
              <a:t>P</a:t>
            </a:r>
            <a:r>
              <a:rPr sz="2000" spc="-9" dirty="0" smtClean="0">
                <a:latin typeface="Arial"/>
                <a:cs typeface="Arial"/>
              </a:rPr>
              <a:t>a</a:t>
            </a:r>
            <a:r>
              <a:rPr sz="2000" spc="4" dirty="0" smtClean="0">
                <a:latin typeface="Arial"/>
                <a:cs typeface="Arial"/>
              </a:rPr>
              <a:t>r</a:t>
            </a:r>
            <a:r>
              <a:rPr sz="2000" spc="0" dirty="0" smtClean="0">
                <a:latin typeface="Arial"/>
                <a:cs typeface="Arial"/>
              </a:rPr>
              <a:t>a</a:t>
            </a:r>
            <a:r>
              <a:rPr sz="2000" spc="250" dirty="0" smtClean="0">
                <a:latin typeface="Arial"/>
                <a:cs typeface="Arial"/>
              </a:rPr>
              <a:t> </a:t>
            </a:r>
            <a:r>
              <a:rPr sz="2000" spc="4" dirty="0" smtClean="0">
                <a:latin typeface="Arial"/>
                <a:cs typeface="Arial"/>
              </a:rPr>
              <a:t>s</a:t>
            </a:r>
            <a:r>
              <a:rPr sz="2000" spc="-9" dirty="0" smtClean="0">
                <a:latin typeface="Arial"/>
                <a:cs typeface="Arial"/>
              </a:rPr>
              <a:t>o</a:t>
            </a:r>
            <a:r>
              <a:rPr sz="2000" spc="0" dirty="0" smtClean="0">
                <a:latin typeface="Arial"/>
                <a:cs typeface="Arial"/>
              </a:rPr>
              <a:t>lu</a:t>
            </a:r>
            <a:r>
              <a:rPr sz="2000" spc="4" dirty="0" smtClean="0">
                <a:latin typeface="Arial"/>
                <a:cs typeface="Arial"/>
              </a:rPr>
              <a:t>ç</a:t>
            </a:r>
            <a:r>
              <a:rPr sz="2000" spc="0" dirty="0" smtClean="0">
                <a:latin typeface="Arial"/>
                <a:cs typeface="Arial"/>
              </a:rPr>
              <a:t>ão</a:t>
            </a:r>
            <a:r>
              <a:rPr sz="2000" spc="250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d</a:t>
            </a:r>
            <a:r>
              <a:rPr sz="2000" spc="-9" dirty="0" smtClean="0">
                <a:latin typeface="Arial"/>
                <a:cs typeface="Arial"/>
              </a:rPr>
              <a:t>o</a:t>
            </a:r>
            <a:r>
              <a:rPr sz="2000" spc="0" dirty="0" smtClean="0">
                <a:latin typeface="Arial"/>
                <a:cs typeface="Arial"/>
              </a:rPr>
              <a:t>s</a:t>
            </a:r>
            <a:r>
              <a:rPr sz="2000" spc="264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e</a:t>
            </a:r>
            <a:r>
              <a:rPr sz="2000" spc="-19" dirty="0" smtClean="0">
                <a:latin typeface="Arial"/>
                <a:cs typeface="Arial"/>
              </a:rPr>
              <a:t>x</a:t>
            </a:r>
            <a:r>
              <a:rPr sz="2000" spc="0" dirty="0" smtClean="0">
                <a:latin typeface="Arial"/>
                <a:cs typeface="Arial"/>
              </a:rPr>
              <a:t>e</a:t>
            </a:r>
            <a:r>
              <a:rPr sz="2000" spc="-9" dirty="0" smtClean="0">
                <a:latin typeface="Arial"/>
                <a:cs typeface="Arial"/>
              </a:rPr>
              <a:t>r</a:t>
            </a:r>
            <a:r>
              <a:rPr sz="2000" spc="4" dirty="0" smtClean="0">
                <a:latin typeface="Arial"/>
                <a:cs typeface="Arial"/>
              </a:rPr>
              <a:t>c</a:t>
            </a:r>
            <a:r>
              <a:rPr sz="2000" spc="-14" dirty="0" smtClean="0">
                <a:latin typeface="Arial"/>
                <a:cs typeface="Arial"/>
              </a:rPr>
              <a:t>í</a:t>
            </a:r>
            <a:r>
              <a:rPr sz="2000" spc="4" dirty="0" smtClean="0">
                <a:latin typeface="Arial"/>
                <a:cs typeface="Arial"/>
              </a:rPr>
              <a:t>c</a:t>
            </a:r>
            <a:r>
              <a:rPr sz="2000" spc="0" dirty="0" smtClean="0">
                <a:latin typeface="Arial"/>
                <a:cs typeface="Arial"/>
              </a:rPr>
              <a:t>ios</a:t>
            </a:r>
            <a:r>
              <a:rPr sz="2000" spc="264" dirty="0" smtClean="0">
                <a:latin typeface="Arial"/>
                <a:cs typeface="Arial"/>
              </a:rPr>
              <a:t> </a:t>
            </a:r>
            <a:r>
              <a:rPr sz="2000" spc="-4" dirty="0" smtClean="0">
                <a:latin typeface="Arial"/>
                <a:cs typeface="Arial"/>
              </a:rPr>
              <a:t>v</a:t>
            </a:r>
            <a:r>
              <a:rPr sz="2000" spc="-9" dirty="0" smtClean="0">
                <a:latin typeface="Arial"/>
                <a:cs typeface="Arial"/>
              </a:rPr>
              <a:t>e</a:t>
            </a:r>
            <a:r>
              <a:rPr sz="2000" spc="0" dirty="0" smtClean="0">
                <a:latin typeface="Arial"/>
                <a:cs typeface="Arial"/>
              </a:rPr>
              <a:t>r</a:t>
            </a:r>
            <a:r>
              <a:rPr sz="2000" spc="264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p</a:t>
            </a:r>
            <a:r>
              <a:rPr sz="2000" spc="4" dirty="0" smtClean="0">
                <a:latin typeface="Arial"/>
                <a:cs typeface="Arial"/>
              </a:rPr>
              <a:t>r</a:t>
            </a:r>
            <a:r>
              <a:rPr sz="2000" spc="-9" dirty="0" smtClean="0">
                <a:latin typeface="Arial"/>
                <a:cs typeface="Arial"/>
              </a:rPr>
              <a:t>o</a:t>
            </a:r>
            <a:r>
              <a:rPr sz="2000" spc="0" dirty="0" smtClean="0">
                <a:latin typeface="Arial"/>
                <a:cs typeface="Arial"/>
              </a:rPr>
              <a:t>p</a:t>
            </a:r>
            <a:r>
              <a:rPr sz="2000" spc="4" dirty="0" smtClean="0">
                <a:latin typeface="Arial"/>
                <a:cs typeface="Arial"/>
              </a:rPr>
              <a:t>r</a:t>
            </a:r>
            <a:r>
              <a:rPr sz="2000" spc="0" dirty="0" smtClean="0">
                <a:latin typeface="Arial"/>
                <a:cs typeface="Arial"/>
              </a:rPr>
              <a:t>i</a:t>
            </a:r>
            <a:r>
              <a:rPr sz="2000" spc="-9" dirty="0" smtClean="0">
                <a:latin typeface="Arial"/>
                <a:cs typeface="Arial"/>
              </a:rPr>
              <a:t>e</a:t>
            </a:r>
            <a:r>
              <a:rPr sz="2000" spc="0" dirty="0" smtClean="0">
                <a:latin typeface="Arial"/>
                <a:cs typeface="Arial"/>
              </a:rPr>
              <a:t>dad</a:t>
            </a:r>
            <a:r>
              <a:rPr sz="2000" spc="-9" dirty="0" smtClean="0">
                <a:latin typeface="Arial"/>
                <a:cs typeface="Arial"/>
              </a:rPr>
              <a:t>e</a:t>
            </a:r>
            <a:r>
              <a:rPr sz="2000" spc="0" dirty="0" smtClean="0">
                <a:latin typeface="Arial"/>
                <a:cs typeface="Arial"/>
              </a:rPr>
              <a:t>s</a:t>
            </a:r>
            <a:r>
              <a:rPr sz="2000" spc="264" dirty="0" smtClean="0">
                <a:latin typeface="Arial"/>
                <a:cs typeface="Arial"/>
              </a:rPr>
              <a:t> </a:t>
            </a:r>
            <a:r>
              <a:rPr sz="2000" spc="4" dirty="0" smtClean="0">
                <a:latin typeface="Arial"/>
                <a:cs typeface="Arial"/>
              </a:rPr>
              <a:t>n</a:t>
            </a:r>
            <a:r>
              <a:rPr sz="2000" spc="-9" dirty="0" smtClean="0">
                <a:latin typeface="Arial"/>
                <a:cs typeface="Arial"/>
              </a:rPr>
              <a:t>a</a:t>
            </a:r>
            <a:r>
              <a:rPr sz="2000" spc="0" dirty="0" smtClean="0">
                <a:latin typeface="Arial"/>
                <a:cs typeface="Arial"/>
              </a:rPr>
              <a:t>s</a:t>
            </a:r>
            <a:r>
              <a:rPr sz="2000" spc="279" dirty="0" smtClean="0">
                <a:latin typeface="Arial"/>
                <a:cs typeface="Arial"/>
              </a:rPr>
              <a:t> </a:t>
            </a:r>
            <a:r>
              <a:rPr sz="2000" spc="-4" dirty="0" smtClean="0">
                <a:latin typeface="Arial"/>
                <a:cs typeface="Arial"/>
              </a:rPr>
              <a:t>t</a:t>
            </a:r>
            <a:r>
              <a:rPr sz="2000" spc="-9" dirty="0" smtClean="0">
                <a:latin typeface="Arial"/>
                <a:cs typeface="Arial"/>
              </a:rPr>
              <a:t>a</a:t>
            </a:r>
            <a:r>
              <a:rPr sz="2000" spc="0" dirty="0" smtClean="0">
                <a:latin typeface="Arial"/>
                <a:cs typeface="Arial"/>
              </a:rPr>
              <a:t>belas</a:t>
            </a:r>
            <a:endParaRPr sz="2000">
              <a:latin typeface="Arial"/>
              <a:cs typeface="Arial"/>
            </a:endParaRPr>
          </a:p>
          <a:p>
            <a:pPr marL="12700" marR="38176">
              <a:lnSpc>
                <a:spcPts val="2160"/>
              </a:lnSpc>
              <a:spcBef>
                <a:spcPts val="0"/>
              </a:spcBef>
            </a:pPr>
            <a:r>
              <a:rPr sz="2000" spc="0" dirty="0" smtClean="0">
                <a:latin typeface="Arial"/>
                <a:cs typeface="Arial"/>
              </a:rPr>
              <a:t>aulas</a:t>
            </a:r>
            <a:r>
              <a:rPr sz="2000" spc="-9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2 e </a:t>
            </a:r>
            <a:r>
              <a:rPr sz="2000" spc="-9" dirty="0" smtClean="0">
                <a:latin typeface="Arial"/>
                <a:cs typeface="Arial"/>
              </a:rPr>
              <a:t>1</a:t>
            </a:r>
            <a:r>
              <a:rPr sz="2000" spc="0" dirty="0" smtClean="0">
                <a:latin typeface="Arial"/>
                <a:cs typeface="Arial"/>
              </a:rPr>
              <a:t>0.</a:t>
            </a:r>
            <a:endParaRPr sz="20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9080759" y="5051058"/>
            <a:ext cx="486986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0" dirty="0" smtClean="0">
                <a:latin typeface="Arial"/>
                <a:cs typeface="Arial"/>
              </a:rPr>
              <a:t>das</a:t>
            </a:r>
            <a:endParaRPr sz="20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238384" y="5102995"/>
            <a:ext cx="208978" cy="2158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635"/>
              </a:lnSpc>
              <a:spcBef>
                <a:spcPts val="81"/>
              </a:spcBef>
            </a:pPr>
            <a:r>
              <a:rPr sz="1500" spc="208" dirty="0" smtClean="0">
                <a:solidFill>
                  <a:srgbClr val="65FF32"/>
                </a:solidFill>
                <a:latin typeface="Arial"/>
                <a:cs typeface="Arial"/>
              </a:rPr>
              <a:t>□</a:t>
            </a:r>
            <a:endParaRPr sz="15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60354" y="1063606"/>
            <a:ext cx="9890194" cy="11430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88916" y="2420928"/>
            <a:ext cx="9929882" cy="10858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88916" y="3635374"/>
            <a:ext cx="9858444" cy="10460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17478" y="4849820"/>
            <a:ext cx="9755134" cy="10001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417478" y="6135704"/>
            <a:ext cx="9787006" cy="9818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439</TotalTime>
  <Words>2367</Words>
  <Application>Microsoft Office PowerPoint</Application>
  <PresentationFormat>Personalizar</PresentationFormat>
  <Paragraphs>769</Paragraphs>
  <Slides>38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38</vt:i4>
      </vt:variant>
    </vt:vector>
  </HeadingPairs>
  <TitlesOfParts>
    <vt:vector size="39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User</dc:creator>
  <cp:lastModifiedBy>Augusto</cp:lastModifiedBy>
  <cp:revision>13</cp:revision>
  <dcterms:modified xsi:type="dcterms:W3CDTF">2019-03-19T00:41:19Z</dcterms:modified>
</cp:coreProperties>
</file>