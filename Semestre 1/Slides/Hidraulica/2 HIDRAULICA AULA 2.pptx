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1" r:id="rId18"/>
    <p:sldId id="303" r:id="rId19"/>
    <p:sldId id="304" r:id="rId20"/>
    <p:sldId id="305" r:id="rId21"/>
    <p:sldId id="335" r:id="rId22"/>
    <p:sldId id="337" r:id="rId23"/>
    <p:sldId id="336" r:id="rId24"/>
    <p:sldId id="339" r:id="rId25"/>
    <p:sldId id="338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3" r:id="rId34"/>
    <p:sldId id="314" r:id="rId35"/>
    <p:sldId id="315" r:id="rId36"/>
    <p:sldId id="316" r:id="rId37"/>
    <p:sldId id="317" r:id="rId38"/>
    <p:sldId id="319" r:id="rId39"/>
    <p:sldId id="321" r:id="rId40"/>
    <p:sldId id="322" r:id="rId41"/>
    <p:sldId id="323" r:id="rId42"/>
    <p:sldId id="324" r:id="rId43"/>
    <p:sldId id="325" r:id="rId44"/>
    <p:sldId id="326" r:id="rId45"/>
    <p:sldId id="327" r:id="rId46"/>
    <p:sldId id="328" r:id="rId47"/>
    <p:sldId id="329" r:id="rId48"/>
    <p:sldId id="330" r:id="rId49"/>
    <p:sldId id="331" r:id="rId50"/>
    <p:sldId id="332" r:id="rId51"/>
    <p:sldId id="333" r:id="rId52"/>
    <p:sldId id="334" r:id="rId53"/>
  </p:sldIdLst>
  <p:sldSz cx="10693400" cy="7556500"/>
  <p:notesSz cx="10693400" cy="7556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312" y="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63" Type="http://schemas.openxmlformats.org/officeDocument/2006/relationships/image" Target="../media/image6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66" Type="http://schemas.openxmlformats.org/officeDocument/2006/relationships/image" Target="../media/image65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61" Type="http://schemas.openxmlformats.org/officeDocument/2006/relationships/image" Target="../media/image60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0094" y="2039111"/>
            <a:ext cx="7427975" cy="2534411"/>
          </a:xfrm>
          <a:custGeom>
            <a:avLst/>
            <a:gdLst/>
            <a:ahLst/>
            <a:cxnLst/>
            <a:rect l="l" t="t" r="r" b="b"/>
            <a:pathLst>
              <a:path w="7427975" h="2534411">
                <a:moveTo>
                  <a:pt x="0" y="0"/>
                </a:moveTo>
                <a:lnTo>
                  <a:pt x="0" y="2534411"/>
                </a:lnTo>
                <a:lnTo>
                  <a:pt x="7427975" y="2534411"/>
                </a:lnTo>
                <a:lnTo>
                  <a:pt x="7427975" y="0"/>
                </a:lnTo>
                <a:lnTo>
                  <a:pt x="0" y="0"/>
                </a:lnTo>
                <a:close/>
              </a:path>
            </a:pathLst>
          </a:custGeom>
          <a:solidFill>
            <a:srgbClr val="65FF3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99747" y="2606568"/>
            <a:ext cx="4589127" cy="4566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ctr">
              <a:lnSpc>
                <a:spcPts val="3570"/>
              </a:lnSpc>
              <a:spcBef>
                <a:spcPts val="178"/>
              </a:spcBef>
            </a:pPr>
            <a:r>
              <a:rPr lang="pt-BR" sz="3400" dirty="0" smtClean="0">
                <a:latin typeface="Arial"/>
                <a:cs typeface="Arial"/>
              </a:rPr>
              <a:t>Hidráulica</a:t>
            </a:r>
            <a:endParaRPr sz="34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26140" y="3631482"/>
            <a:ext cx="86051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144" dirty="0" smtClean="0">
                <a:latin typeface="Arial"/>
                <a:cs typeface="Arial"/>
              </a:rPr>
              <a:t>A</a:t>
            </a:r>
            <a:r>
              <a:rPr sz="2800" spc="135" dirty="0" smtClean="0">
                <a:latin typeface="Arial"/>
                <a:cs typeface="Arial"/>
              </a:rPr>
              <a:t>u</a:t>
            </a:r>
            <a:r>
              <a:rPr sz="2800" spc="160" dirty="0" smtClean="0">
                <a:latin typeface="Arial"/>
                <a:cs typeface="Arial"/>
              </a:rPr>
              <a:t>l</a:t>
            </a:r>
            <a:r>
              <a:rPr sz="2800" spc="-15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94878" y="3631482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2063" y="3631482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–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89187" y="3631482"/>
            <a:ext cx="236312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23" dirty="0" smtClean="0">
                <a:latin typeface="Arial"/>
                <a:cs typeface="Arial"/>
              </a:rPr>
              <a:t>P</a:t>
            </a:r>
            <a:r>
              <a:rPr sz="2800" spc="154" dirty="0" smtClean="0">
                <a:latin typeface="Arial"/>
                <a:cs typeface="Arial"/>
              </a:rPr>
              <a:t>r</a:t>
            </a:r>
            <a:r>
              <a:rPr sz="2800" spc="135" dirty="0" smtClean="0">
                <a:latin typeface="Arial"/>
                <a:cs typeface="Arial"/>
              </a:rPr>
              <a:t>op</a:t>
            </a:r>
            <a:r>
              <a:rPr sz="2800" spc="154" dirty="0" smtClean="0">
                <a:latin typeface="Arial"/>
                <a:cs typeface="Arial"/>
              </a:rPr>
              <a:t>r</a:t>
            </a:r>
            <a:r>
              <a:rPr sz="2800" spc="160" dirty="0" smtClean="0">
                <a:latin typeface="Arial"/>
                <a:cs typeface="Arial"/>
              </a:rPr>
              <a:t>i</a:t>
            </a:r>
            <a:r>
              <a:rPr sz="2800" spc="-10" dirty="0" smtClean="0">
                <a:latin typeface="Arial"/>
                <a:cs typeface="Arial"/>
              </a:rPr>
              <a:t>e</a:t>
            </a:r>
            <a:r>
              <a:rPr sz="2800" spc="150" dirty="0" smtClean="0">
                <a:latin typeface="Arial"/>
                <a:cs typeface="Arial"/>
              </a:rPr>
              <a:t>d</a:t>
            </a:r>
            <a:r>
              <a:rPr sz="2800" spc="-10" dirty="0" smtClean="0">
                <a:latin typeface="Arial"/>
                <a:cs typeface="Arial"/>
              </a:rPr>
              <a:t>a</a:t>
            </a:r>
            <a:r>
              <a:rPr sz="2800" spc="135" dirty="0" smtClean="0">
                <a:latin typeface="Arial"/>
                <a:cs typeface="Arial"/>
              </a:rPr>
              <a:t>d</a:t>
            </a:r>
            <a:r>
              <a:rPr sz="2800" spc="-10" dirty="0" smtClean="0">
                <a:latin typeface="Arial"/>
                <a:cs typeface="Arial"/>
              </a:rPr>
              <a:t>e</a:t>
            </a:r>
            <a:r>
              <a:rPr sz="2800" spc="153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62066" y="3631482"/>
            <a:ext cx="72341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135" dirty="0" smtClean="0">
                <a:latin typeface="Arial"/>
                <a:cs typeface="Arial"/>
              </a:rPr>
              <a:t>d</a:t>
            </a:r>
            <a:r>
              <a:rPr sz="2800" spc="150" dirty="0" smtClean="0">
                <a:latin typeface="Arial"/>
                <a:cs typeface="Arial"/>
              </a:rPr>
              <a:t>o</a:t>
            </a:r>
            <a:r>
              <a:rPr sz="2800" spc="153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95227" y="3631482"/>
            <a:ext cx="135457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22" dirty="0" smtClean="0">
                <a:latin typeface="Arial"/>
                <a:cs typeface="Arial"/>
              </a:rPr>
              <a:t>F</a:t>
            </a:r>
            <a:r>
              <a:rPr sz="2800" spc="160" dirty="0" smtClean="0">
                <a:latin typeface="Arial"/>
                <a:cs typeface="Arial"/>
              </a:rPr>
              <a:t>l</a:t>
            </a:r>
            <a:r>
              <a:rPr sz="2800" spc="135" dirty="0" smtClean="0">
                <a:latin typeface="Arial"/>
                <a:cs typeface="Arial"/>
              </a:rPr>
              <a:t>u</a:t>
            </a:r>
            <a:r>
              <a:rPr sz="2800" spc="160" dirty="0" smtClean="0">
                <a:latin typeface="Arial"/>
                <a:cs typeface="Arial"/>
              </a:rPr>
              <a:t>i</a:t>
            </a:r>
            <a:r>
              <a:rPr sz="2800" spc="150" dirty="0" smtClean="0">
                <a:latin typeface="Arial"/>
                <a:cs typeface="Arial"/>
              </a:rPr>
              <a:t>d</a:t>
            </a:r>
            <a:r>
              <a:rPr sz="2800" spc="135" dirty="0" smtClean="0">
                <a:latin typeface="Arial"/>
                <a:cs typeface="Arial"/>
              </a:rPr>
              <a:t>o</a:t>
            </a:r>
            <a:r>
              <a:rPr sz="2800" spc="153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40713" y="2039111"/>
            <a:ext cx="6277355" cy="643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3037210" y="18608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7373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37210" y="18699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B3B3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37210" y="187909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037210" y="18882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37210" y="18973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37210" y="190652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037210" y="191566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37210" y="19248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37210" y="193395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037210" y="19431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37210" y="19522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037210" y="19613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37210" y="19705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37210" y="19796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37210" y="19888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F3F3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037210" y="20162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F3F3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37210" y="202539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037210" y="203454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037210" y="204368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37210" y="205282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37210" y="20619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37210" y="20711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037210" y="20802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037210" y="20894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37210" y="20985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37210" y="210769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037210" y="21168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037210" y="21259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037210" y="213512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037210" y="214426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037210" y="21534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037210" y="216255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037210" y="21717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037210" y="21808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037210" y="21899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037210" y="21991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037210" y="22082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37210" y="22174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037210" y="22265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037210" y="22357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037210" y="22448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037210" y="225399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037210" y="226314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037210" y="227228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037210" y="228142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037210" y="22905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037210" y="22997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037210" y="23088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2B2B2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037210" y="23271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8383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037210" y="233629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B3B3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037210" y="23454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037210" y="23545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037210" y="236372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037210" y="237286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037210" y="23820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037210" y="239115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3037210" y="24003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037210" y="24094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3037210" y="24185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3037210" y="24277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3037210" y="24368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037210" y="24460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037210" y="24551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3037210" y="24643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037210" y="24734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3037210" y="248259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037210" y="249174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037210" y="250088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037210" y="251002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037210" y="25191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037210" y="25283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037210" y="25374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3037210" y="25466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3037210" y="25557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3037210" y="256489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3037210" y="25740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3037210" y="25831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3037210" y="259232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3037210" y="260146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3037210" y="26106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037210" y="261975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B3B3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037210" y="26289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C3C3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037210" y="26471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24242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037210" y="26563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E3E3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3037210" y="26654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037210" y="26746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3037210" y="268376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037210" y="26929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037210" y="27020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3037210" y="271119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3037210" y="272034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037210" y="272948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037210" y="273862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3037210" y="27477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3037210" y="27569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3037210" y="27660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3037210" y="27752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3037210" y="27843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3037210" y="279349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3037210" y="28026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3037210" y="28117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3037210" y="282092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3037210" y="283006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3037210" y="28392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3037210" y="284835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3037210" y="28575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3037210" y="28666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3037210" y="28757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3037210" y="28849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3037210" y="28940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3037210" y="29032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3037210" y="291236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3037210" y="29215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3037210" y="29306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037210" y="293979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F3F3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3037210" y="294894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1F1F1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3037210" y="296722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E3E3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3037210" y="29763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3037210" y="29855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037210" y="29946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3037210" y="30038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3037210" y="30129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3037210" y="302209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3037210" y="30312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3037210" y="30403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3037210" y="304952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3037210" y="305866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3037210" y="30678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3037210" y="307695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3037210" y="30861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3037210" y="30952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3037210" y="31043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3037210" y="31135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3037210" y="31226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3037210" y="31318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3037210" y="314096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3037210" y="31501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3037210" y="31592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3037210" y="316839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3037210" y="317754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3037210" y="318668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3037210" y="319582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3037210" y="32049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3037210" y="32141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3037210" y="32232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3037210" y="32324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3037210" y="32415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3037210" y="325069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C3C3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3037210" y="32598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4343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3037210" y="327812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2323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3037210" y="328726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C3C3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3037210" y="32964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3037210" y="330555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3037210" y="33147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3037210" y="33238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3037210" y="33329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3037210" y="33421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3037210" y="33512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3037210" y="33604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3037210" y="336956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3037210" y="33787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3037210" y="33878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3037210" y="339699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3037210" y="340614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3037210" y="341528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3037210" y="342442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3037210" y="34335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3037210" y="34427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3037210" y="34518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3037210" y="34610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3037210" y="34701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3037210" y="347929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3037210" y="34884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3037210" y="34975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3037210" y="350672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3037210" y="351586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3037210" y="352501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3037210" y="353415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3037210" y="35433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3037210" y="35524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3037210" y="35615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3037210" y="35707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E3E3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3037210" y="35890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1D1D1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3037210" y="35981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F3F3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3037210" y="36073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3037210" y="36164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3037210" y="362559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3037210" y="363473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3037210" y="364388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3037210" y="365302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3037210" y="36621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3037210" y="36713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3037210" y="36804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3037210" y="36896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3037210" y="36987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3037210" y="370789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3037210" y="37170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3037210" y="37261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3037210" y="373532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3037210" y="374446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3037210" y="375361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3037210" y="376275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3037210" y="37719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3037210" y="37810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3037210" y="37901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3037210" y="37993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3037210" y="38084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3037210" y="38176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3037210" y="38267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3037210" y="38359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3037210" y="38450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3037210" y="385419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3037210" y="386333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3037210" y="387248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3037210" y="388162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E3E3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3037210" y="38907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26262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3037210" y="39090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B3B3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3037210" y="39182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B3B3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3037210" y="39273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3037210" y="393649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3037210" y="39456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3037210" y="39547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3037210" y="396392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3037210" y="397306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3037210" y="398221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3037210" y="399135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3037210" y="40005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3037210" y="40096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3037210" y="40187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3037210" y="40279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3037210" y="40370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3037210" y="40462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3037210" y="40553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3037210" y="40645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3037210" y="40736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3037210" y="408279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3037210" y="409193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3037210" y="410108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3037210" y="411022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3037210" y="41193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3037210" y="41285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3037210" y="41376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3037210" y="41468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3037210" y="41559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3037210" y="416509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3037210" y="41742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3037210" y="41833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3037210" y="419252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3037210" y="420166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B3B3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3037210" y="421081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3037210" y="42291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29292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3037210" y="42382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E3E3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3037210" y="42473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3037210" y="42565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3037210" y="42656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3037210" y="42748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3037210" y="42839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3037210" y="42931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3037210" y="43022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3037210" y="431139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3037210" y="432053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3037210" y="432968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3037210" y="433882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3037210" y="43479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3037210" y="43571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3037210" y="43662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3037210" y="43754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3037210" y="43845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3037210" y="439369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3037210" y="44028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3037210" y="44119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3037210" y="442112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3037210" y="443026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3037210" y="443941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3037210" y="444855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3037210" y="44577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3037210" y="44668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3037210" y="44759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3037210" y="44851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3037210" y="44942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3037210" y="45034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3037210" y="45125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3037210" y="45217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F3F3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3037210" y="454913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E3E3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3037210" y="455828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3037210" y="456742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3037210" y="45765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3037210" y="45857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3037210" y="45948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3037210" y="46040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3037210" y="46131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3037210" y="462229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3037210" y="46314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3037210" y="46405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3037210" y="464972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3037210" y="465886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3037210" y="466801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3037210" y="467715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3037210" y="46863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3037210" y="46954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3037210" y="47045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3037210" y="47137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3037210" y="47228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3037210" y="47320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3037210" y="47411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3037210" y="47503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3037210" y="47594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3037210" y="476859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3037210" y="477773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3037210" y="478688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3037210" y="479602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3037210" y="48051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3037210" y="48143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3037210" y="48234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3037210" y="48326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3037210" y="48417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2F2F2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3037210" y="48600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5353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3037210" y="48691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C3C3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3037210" y="487832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3037210" y="488746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3037210" y="489661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3037210" y="490575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3037210" y="49149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3037210" y="49240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3037210" y="49331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3037210" y="49423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3037210" y="49514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3037210" y="49606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3037210" y="49697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3037210" y="49789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3037210" y="49880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3037210" y="499719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3037210" y="500633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3037210" y="501548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3037210" y="502462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3037210" y="50337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3037210" y="50429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3037210" y="505206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3037210" y="50612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3037210" y="507034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3037210" y="507949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3037210" y="508863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3037210" y="509778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3037210" y="510692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3037210" y="511606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3037210" y="512521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3037210" y="513435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3037210" y="51435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3037210" y="51526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3037210" y="51709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22222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3037210" y="51800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F3F3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3037210" y="51892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3037210" y="51983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3037210" y="52075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3037210" y="52166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3037210" y="522579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3037210" y="523494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3037210" y="524408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3037210" y="525322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3037210" y="52623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3037210" y="52715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3037210" y="528065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3037210" y="528980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3037210" y="529894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3037210" y="530809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3037210" y="531723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3037210" y="532637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3037210" y="533552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3037210" y="534466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3037210" y="535381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3037210" y="536295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3037210" y="53721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3037210" y="53812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3037210" y="53903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3037210" y="53995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3037210" y="54086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3037210" y="54178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3037210" y="54269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3037210" y="54361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3037210" y="54452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3037210" y="545439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3037210" y="546354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F3F3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3037210" y="547268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22222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3037210" y="54909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D3D3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3037210" y="55001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3037210" y="550925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3037210" y="551840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3037210" y="552754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3037210" y="553669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3037210" y="554583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3037210" y="555497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3037210" y="556412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3037210" y="557326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3037210" y="558241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3037210" y="559155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3037210" y="56007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3037210" y="56098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3037210" y="56189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3037210" y="56281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3037210" y="56372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3037210" y="564642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3037210" y="56555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3037210" y="56647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3037210" y="56738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3037210" y="568299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3037210" y="569214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3037210" y="570128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3037210" y="571042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3037210" y="571957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3037210" y="572871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3037210" y="573785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3037210" y="5747003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3037210" y="575614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3037210" y="5765291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A3A3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3037210" y="5774435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C3C3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3037210" y="578357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37373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3604138" y="19248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9999C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4253362" y="19248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9797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4390522" y="19248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C3C3DB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4655698" y="19248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BEBED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4966594" y="19248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9797C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4664842" y="19705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8F8F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5122042" y="19705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8F8F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3274954" y="2103120"/>
            <a:ext cx="274320" cy="109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4052194" y="2130552"/>
            <a:ext cx="164592" cy="118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4774570" y="2075688"/>
            <a:ext cx="173736" cy="1737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3448690" y="24368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ED0D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3247522" y="2423160"/>
            <a:ext cx="320040" cy="1188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4774570" y="2395728"/>
            <a:ext cx="173736" cy="17373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4792858" y="2715768"/>
            <a:ext cx="146304" cy="1645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3220090" y="2779776"/>
            <a:ext cx="393192" cy="10972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3384682" y="31501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EBDB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3238378" y="3054096"/>
            <a:ext cx="356616" cy="11887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4070482" y="3026663"/>
            <a:ext cx="118872" cy="1737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4774570" y="3026663"/>
            <a:ext cx="164591" cy="17373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3192658" y="33878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EB7B7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3156082" y="3355848"/>
            <a:ext cx="512064" cy="16459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4079626" y="3401568"/>
            <a:ext cx="109728" cy="10972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4774570" y="3337560"/>
            <a:ext cx="164592" cy="17373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4802002" y="368960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88888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4783714" y="3657600"/>
            <a:ext cx="155448" cy="17373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3366394" y="3771900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E6E6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3439546" y="37810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EB8B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3220090" y="3685032"/>
            <a:ext cx="384048" cy="10972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3402970" y="401878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EDDD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3302386" y="4023360"/>
            <a:ext cx="219456" cy="10058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4070482" y="40736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C8C8F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4774570" y="3977639"/>
            <a:ext cx="182880" cy="17373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3293242" y="4338827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E4E4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3265810" y="4334255"/>
            <a:ext cx="283464" cy="10058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4070482" y="4288536"/>
            <a:ext cx="128016" cy="17373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4774570" y="4288536"/>
            <a:ext cx="182880" cy="17373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3265810" y="47503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E7676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3265810" y="4636008"/>
            <a:ext cx="283464" cy="11887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4152778" y="47503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B1B1F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4088770" y="4663439"/>
            <a:ext cx="82295" cy="11887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4820290" y="4608576"/>
            <a:ext cx="82296" cy="17373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3402970" y="49880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E848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3247522" y="4992623"/>
            <a:ext cx="338328" cy="10972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4061338" y="4974336"/>
            <a:ext cx="146304" cy="11887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4765426" y="4919472"/>
            <a:ext cx="201167" cy="17373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3201802" y="5280659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EB9B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3128650" y="5257800"/>
            <a:ext cx="566927" cy="11887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4061338" y="5239511"/>
            <a:ext cx="146304" cy="16459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4774570" y="5239511"/>
            <a:ext cx="173736" cy="164592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3311530" y="5586984"/>
            <a:ext cx="201167" cy="11887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4747138" y="5559552"/>
            <a:ext cx="237744" cy="17373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4061338" y="5614416"/>
            <a:ext cx="146304" cy="17373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3037210" y="1847088"/>
            <a:ext cx="2185416" cy="3941064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6082162" y="192481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9797B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6749674" y="193395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9494BE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7453762" y="193395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9191B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6063874" y="197053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7373A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7435474" y="1979676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6A6AA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7408042" y="218084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282828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7252594" y="2075688"/>
            <a:ext cx="192024" cy="17373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7398898" y="22448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2F2F2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5789554" y="2103120"/>
            <a:ext cx="146304" cy="109728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6548506" y="2130552"/>
            <a:ext cx="137160" cy="118872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7298314" y="24551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B3B3B3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7398898" y="2455164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E9E9EC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7298314" y="251002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9D9D9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7270882" y="2395728"/>
            <a:ext cx="164592" cy="173736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5762122" y="2423160"/>
            <a:ext cx="219456" cy="118872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5570098" y="2743200"/>
            <a:ext cx="603504" cy="10972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6548506" y="2770632"/>
            <a:ext cx="137160" cy="109728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7261738" y="2715768"/>
            <a:ext cx="182880" cy="164592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6548506" y="3081527"/>
            <a:ext cx="137160" cy="118872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7243450" y="3026663"/>
            <a:ext cx="210312" cy="17373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5789554" y="3054096"/>
            <a:ext cx="146303" cy="155448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5734690" y="3364991"/>
            <a:ext cx="256031" cy="118872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7270882" y="3337560"/>
            <a:ext cx="146304" cy="17373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7280026" y="3657600"/>
            <a:ext cx="146304" cy="164592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5652394" y="3685032"/>
            <a:ext cx="429768" cy="146304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6548506" y="3712464"/>
            <a:ext cx="146304" cy="118872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5743834" y="4014216"/>
            <a:ext cx="246887" cy="109728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6566794" y="4032504"/>
            <a:ext cx="109728" cy="118872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7280026" y="3977639"/>
            <a:ext cx="146304" cy="173736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6539362" y="4352544"/>
            <a:ext cx="146304" cy="109728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7280026" y="4288536"/>
            <a:ext cx="164591" cy="17373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5597530" y="4325111"/>
            <a:ext cx="539496" cy="146304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5972434" y="4750308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E8A8A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5743834" y="4636008"/>
            <a:ext cx="237744" cy="155448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7261738" y="4608576"/>
            <a:ext cx="182880" cy="173736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5926714" y="4988052"/>
            <a:ext cx="9144" cy="0"/>
          </a:xfrm>
          <a:custGeom>
            <a:avLst/>
            <a:gdLst/>
            <a:ahLst/>
            <a:cxnLst/>
            <a:rect l="l" t="t" r="r" b="b"/>
            <a:pathLst>
              <a:path w="9144">
                <a:moveTo>
                  <a:pt x="0" y="0"/>
                </a:moveTo>
                <a:lnTo>
                  <a:pt x="9144" y="0"/>
                </a:lnTo>
              </a:path>
            </a:pathLst>
          </a:custGeom>
          <a:ln w="9144">
            <a:solidFill>
              <a:srgbClr val="FEFDFD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5743834" y="4946904"/>
            <a:ext cx="246888" cy="118872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7252594" y="4919472"/>
            <a:ext cx="192024" cy="173736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7252594" y="5239511"/>
            <a:ext cx="201168" cy="164592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5762122" y="5266944"/>
            <a:ext cx="219455" cy="146304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6539362" y="5614416"/>
            <a:ext cx="155448" cy="118872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7261738" y="5559552"/>
            <a:ext cx="182880" cy="173736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5634106" y="5577840"/>
            <a:ext cx="475488" cy="164592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5460370" y="1847088"/>
            <a:ext cx="2261615" cy="3941064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3" name="object 523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25" name="object 525"/>
          <p:cNvSpPr txBox="1"/>
          <p:nvPr/>
        </p:nvSpPr>
        <p:spPr>
          <a:xfrm>
            <a:off x="1310017" y="1034143"/>
            <a:ext cx="1935946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fa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b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526" name="object 526"/>
          <p:cNvSpPr txBox="1"/>
          <p:nvPr/>
        </p:nvSpPr>
        <p:spPr>
          <a:xfrm>
            <a:off x="3265385" y="1034143"/>
            <a:ext cx="1454443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G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re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g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5721626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  <a:tabLst>
                <a:tab pos="4000500" algn="l"/>
              </a:tabLst>
            </a:pPr>
            <a:r>
              <a:rPr sz="3600" spc="168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83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34" dirty="0" smtClean="0">
                <a:solidFill>
                  <a:srgbClr val="00CC65"/>
                </a:solidFill>
                <a:latin typeface="Arial"/>
                <a:cs typeface="Arial"/>
              </a:rPr>
              <a:t>op</a:t>
            </a:r>
            <a:r>
              <a:rPr sz="3600" spc="83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5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4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3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4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3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4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25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5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do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-442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	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F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3600" spc="209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162" y="1907047"/>
            <a:ext cx="7981036" cy="1194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8053" algn="just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lgumas</a:t>
            </a:r>
            <a:r>
              <a:rPr sz="2000" spc="14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ied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14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3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und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ais</a:t>
            </a:r>
            <a:r>
              <a:rPr sz="2000" spc="14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3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3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áli</a:t>
            </a:r>
            <a:r>
              <a:rPr sz="2000" spc="1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14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luido</a:t>
            </a:r>
            <a:endParaRPr sz="2000">
              <a:latin typeface="Arial"/>
              <a:cs typeface="Arial"/>
            </a:endParaRPr>
          </a:p>
          <a:p>
            <a:pPr marL="12827" algn="just">
              <a:lnSpc>
                <a:spcPct val="100041"/>
              </a:lnSpc>
            </a:pPr>
            <a:r>
              <a:rPr sz="2000" spc="0" dirty="0" smtClean="0">
                <a:latin typeface="Arial"/>
                <a:cs typeface="Arial"/>
              </a:rPr>
              <a:t>e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 a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âni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os</a:t>
            </a:r>
            <a:r>
              <a:rPr sz="2000" spc="2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luido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 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dad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 s</a:t>
            </a:r>
            <a:r>
              <a:rPr sz="2000" spc="0" dirty="0" smtClean="0">
                <a:latin typeface="Arial"/>
                <a:cs typeface="Arial"/>
              </a:rPr>
              <a:t>ão 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pe</a:t>
            </a:r>
            <a:r>
              <a:rPr sz="2000" spc="-4" dirty="0" smtClean="0">
                <a:latin typeface="Arial"/>
                <a:cs typeface="Arial"/>
              </a:rPr>
              <a:t>cíf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as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ada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ipo</a:t>
            </a:r>
            <a:r>
              <a:rPr sz="2000" spc="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2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9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ân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ia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alia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51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mui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51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imp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530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511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ma</a:t>
            </a:r>
            <a:r>
              <a:rPr sz="2000" spc="511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or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5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alia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5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4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51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obl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958985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3126247"/>
            <a:ext cx="140345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um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68596" y="3126247"/>
            <a:ext cx="147438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27456" y="3126247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na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70903" y="3126247"/>
            <a:ext cx="110846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indú</a:t>
            </a:r>
            <a:r>
              <a:rPr sz="2000" spc="-4" dirty="0" smtClean="0">
                <a:latin typeface="Arial"/>
                <a:cs typeface="Arial"/>
              </a:rPr>
              <a:t>st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61029" y="3126247"/>
            <a:ext cx="820523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 marL="98543" marR="94202" algn="ctr">
              <a:lnSpc>
                <a:spcPct val="95825"/>
              </a:lnSpc>
            </a:pP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84496" y="3126247"/>
            <a:ext cx="73997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08943" y="3126247"/>
            <a:ext cx="15586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ie</a:t>
            </a:r>
            <a:r>
              <a:rPr sz="2000" spc="-9" dirty="0" smtClean="0">
                <a:latin typeface="Arial"/>
                <a:cs typeface="Arial"/>
              </a:rPr>
              <a:t>da</a:t>
            </a:r>
            <a:r>
              <a:rPr sz="2000" spc="0" dirty="0" smtClean="0">
                <a:latin typeface="Arial"/>
                <a:cs typeface="Arial"/>
              </a:rPr>
              <a:t>des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1289" y="3431047"/>
            <a:ext cx="120681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pod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56718" y="3431047"/>
            <a:ext cx="91288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698500" algn="l"/>
              </a:tabLst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:	a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39743" y="3431047"/>
            <a:ext cx="82441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32768" y="3431047"/>
            <a:ext cx="129143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cíf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a,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90621" y="3431047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76578" y="3431047"/>
            <a:ext cx="121940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pe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4" dirty="0" smtClean="0">
                <a:latin typeface="Arial"/>
                <a:cs typeface="Arial"/>
              </a:rPr>
              <a:t>íf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64597" y="3431047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652636" y="3431047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939151" y="3431047"/>
            <a:ext cx="62777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81289" y="3778250"/>
            <a:ext cx="122061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94319" y="3778250"/>
            <a:ext cx="96525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l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o.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4841625" y="4642103"/>
            <a:ext cx="1080515" cy="941831"/>
          </a:xfrm>
          <a:custGeom>
            <a:avLst/>
            <a:gdLst/>
            <a:ahLst/>
            <a:cxnLst/>
            <a:rect l="l" t="t" r="r" b="b"/>
            <a:pathLst>
              <a:path w="1080515" h="941831">
                <a:moveTo>
                  <a:pt x="0" y="0"/>
                </a:moveTo>
                <a:lnTo>
                  <a:pt x="0" y="941831"/>
                </a:lnTo>
                <a:lnTo>
                  <a:pt x="1080515" y="941831"/>
                </a:lnTo>
                <a:lnTo>
                  <a:pt x="1080515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21334" y="5126734"/>
            <a:ext cx="310901" cy="0"/>
          </a:xfrm>
          <a:custGeom>
            <a:avLst/>
            <a:gdLst/>
            <a:ahLst/>
            <a:cxnLst/>
            <a:rect l="l" t="t" r="r" b="b"/>
            <a:pathLst>
              <a:path w="310901">
                <a:moveTo>
                  <a:pt x="0" y="0"/>
                </a:moveTo>
                <a:lnTo>
                  <a:pt x="310901" y="0"/>
                </a:lnTo>
              </a:path>
            </a:pathLst>
          </a:custGeom>
          <a:ln w="1514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0017" y="1013203"/>
            <a:ext cx="1667398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85"/>
              </a:lnSpc>
              <a:spcBef>
                <a:spcPts val="209"/>
              </a:spcBef>
            </a:pPr>
            <a:r>
              <a:rPr sz="4000" spc="-28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4000" spc="-27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4000" spc="214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4000" spc="229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4000" spc="-22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endParaRPr sz="4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05992" y="1013203"/>
            <a:ext cx="2626169" cy="5328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185"/>
              </a:lnSpc>
              <a:spcBef>
                <a:spcPts val="209"/>
              </a:spcBef>
            </a:pPr>
            <a:r>
              <a:rPr sz="4000" spc="-31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4000" spc="214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4000" spc="195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4000" spc="-1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4000" spc="214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4000" spc="-6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4000" spc="211" dirty="0" smtClean="0">
                <a:solidFill>
                  <a:srgbClr val="00CC65"/>
                </a:solidFill>
                <a:latin typeface="Arial"/>
                <a:cs typeface="Arial"/>
              </a:rPr>
              <a:t>f</a:t>
            </a:r>
            <a:r>
              <a:rPr sz="4000" spc="226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4000" spc="214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4000" spc="-22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endParaRPr sz="4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1692163"/>
            <a:ext cx="138965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77077" y="1692163"/>
            <a:ext cx="658973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ela</a:t>
            </a:r>
            <a:r>
              <a:rPr sz="2000" spc="-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9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uma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er</a:t>
            </a:r>
            <a:r>
              <a:rPr sz="2000" spc="0" dirty="0" smtClean="0">
                <a:latin typeface="Arial"/>
                <a:cs typeface="Arial"/>
              </a:rPr>
              <a:t>min</a:t>
            </a:r>
            <a:r>
              <a:rPr sz="2000" spc="4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da</a:t>
            </a:r>
            <a:r>
              <a:rPr sz="2000" spc="9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ân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8384" y="1744101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81289" y="1996963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31811" y="1996963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80810" y="1996963"/>
            <a:ext cx="89595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olume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07865" y="1996963"/>
            <a:ext cx="105133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90296" y="1996963"/>
            <a:ext cx="44293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64805" y="1996963"/>
            <a:ext cx="48675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ela.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83388" y="1996963"/>
            <a:ext cx="24612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58460" y="1996963"/>
            <a:ext cx="82593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ma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15493" y="1996963"/>
            <a:ext cx="122061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4" dirty="0" smtClean="0">
                <a:latin typeface="Arial"/>
                <a:cs typeface="Arial"/>
              </a:rPr>
              <a:t>íf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367208" y="1996963"/>
            <a:ext cx="64145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ode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38818" y="1996963"/>
            <a:ext cx="42926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81289" y="2301763"/>
            <a:ext cx="7987520" cy="9489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0354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quan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és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da </a:t>
            </a:r>
            <a:r>
              <a:rPr sz="2000" spc="-9" dirty="0" smtClean="0">
                <a:latin typeface="Arial"/>
                <a:cs typeface="Arial"/>
              </a:rPr>
              <a:t>ap</a:t>
            </a:r>
            <a:r>
              <a:rPr sz="2000" spc="0" dirty="0" smtClean="0">
                <a:latin typeface="Arial"/>
                <a:cs typeface="Arial"/>
              </a:rPr>
              <a:t>li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da </a:t>
            </a:r>
            <a:r>
              <a:rPr sz="2000" spc="-9" dirty="0" smtClean="0">
                <a:latin typeface="Arial"/>
                <a:cs typeface="Arial"/>
              </a:rPr>
              <a:t>eq</a:t>
            </a:r>
            <a:r>
              <a:rPr sz="2000" spc="0" dirty="0" smtClean="0">
                <a:latin typeface="Arial"/>
                <a:cs typeface="Arial"/>
              </a:rPr>
              <a:t>ua</a:t>
            </a:r>
            <a:r>
              <a:rPr sz="2000" spc="-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 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g</a:t>
            </a:r>
            <a:r>
              <a:rPr sz="2000" spc="-4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3310"/>
              </a:lnSpc>
              <a:spcBef>
                <a:spcPts val="58"/>
              </a:spcBef>
            </a:pPr>
            <a:r>
              <a:rPr sz="3000" spc="0" baseline="4348" dirty="0" smtClean="0">
                <a:latin typeface="Arial"/>
                <a:cs typeface="Arial"/>
              </a:rPr>
              <a:t>onde,</a:t>
            </a:r>
            <a:r>
              <a:rPr sz="3000" spc="39" baseline="4348" dirty="0" smtClean="0">
                <a:latin typeface="Arial"/>
                <a:cs typeface="Arial"/>
              </a:rPr>
              <a:t> </a:t>
            </a:r>
            <a:r>
              <a:rPr sz="3150" spc="0" baseline="2455" dirty="0" smtClean="0">
                <a:latin typeface="Meiryo"/>
                <a:cs typeface="Meiryo"/>
              </a:rPr>
              <a:t>ρ</a:t>
            </a:r>
            <a:r>
              <a:rPr sz="3150" spc="-278" baseline="2455" dirty="0" smtClean="0">
                <a:latin typeface="Meiryo"/>
                <a:cs typeface="Meiryo"/>
              </a:rPr>
              <a:t> </a:t>
            </a:r>
            <a:r>
              <a:rPr sz="3000" spc="0" baseline="4348" dirty="0" smtClean="0">
                <a:latin typeface="Arial"/>
                <a:cs typeface="Arial"/>
              </a:rPr>
              <a:t>é</a:t>
            </a:r>
            <a:r>
              <a:rPr sz="3000" spc="54" baseline="4348" dirty="0" smtClean="0">
                <a:latin typeface="Arial"/>
                <a:cs typeface="Arial"/>
              </a:rPr>
              <a:t> </a:t>
            </a:r>
            <a:r>
              <a:rPr sz="3000" spc="0" baseline="4348" dirty="0" smtClean="0">
                <a:latin typeface="Arial"/>
                <a:cs typeface="Arial"/>
              </a:rPr>
              <a:t>a</a:t>
            </a:r>
            <a:r>
              <a:rPr sz="3000" spc="44" baseline="4348" dirty="0" smtClean="0">
                <a:latin typeface="Arial"/>
                <a:cs typeface="Arial"/>
              </a:rPr>
              <a:t> </a:t>
            </a:r>
            <a:r>
              <a:rPr sz="3000" spc="0" baseline="4348" dirty="0" smtClean="0">
                <a:latin typeface="Arial"/>
                <a:cs typeface="Arial"/>
              </a:rPr>
              <a:t>ma</a:t>
            </a:r>
            <a:r>
              <a:rPr sz="3000" spc="-4" baseline="4348" dirty="0" smtClean="0">
                <a:latin typeface="Arial"/>
                <a:cs typeface="Arial"/>
              </a:rPr>
              <a:t>s</a:t>
            </a:r>
            <a:r>
              <a:rPr sz="3000" spc="4" baseline="4348" dirty="0" smtClean="0">
                <a:latin typeface="Arial"/>
                <a:cs typeface="Arial"/>
              </a:rPr>
              <a:t>s</a:t>
            </a:r>
            <a:r>
              <a:rPr sz="3000" spc="0" baseline="4348" dirty="0" smtClean="0">
                <a:latin typeface="Arial"/>
                <a:cs typeface="Arial"/>
              </a:rPr>
              <a:t>a</a:t>
            </a:r>
            <a:r>
              <a:rPr sz="3000" spc="44" baseline="4348" dirty="0" smtClean="0">
                <a:latin typeface="Arial"/>
                <a:cs typeface="Arial"/>
              </a:rPr>
              <a:t> </a:t>
            </a:r>
            <a:r>
              <a:rPr sz="3000" spc="0" baseline="4348" dirty="0" smtClean="0">
                <a:latin typeface="Arial"/>
                <a:cs typeface="Arial"/>
              </a:rPr>
              <a:t>e</a:t>
            </a:r>
            <a:r>
              <a:rPr sz="3000" spc="-4" baseline="4348" dirty="0" smtClean="0">
                <a:latin typeface="Arial"/>
                <a:cs typeface="Arial"/>
              </a:rPr>
              <a:t>s</a:t>
            </a:r>
            <a:r>
              <a:rPr sz="3000" spc="0" baseline="4348" dirty="0" smtClean="0">
                <a:latin typeface="Arial"/>
                <a:cs typeface="Arial"/>
              </a:rPr>
              <a:t>p</a:t>
            </a:r>
            <a:r>
              <a:rPr sz="3000" spc="-9" baseline="4348" dirty="0" smtClean="0">
                <a:latin typeface="Arial"/>
                <a:cs typeface="Arial"/>
              </a:rPr>
              <a:t>e</a:t>
            </a:r>
            <a:r>
              <a:rPr sz="3000" spc="-4" baseline="4348" dirty="0" smtClean="0">
                <a:latin typeface="Arial"/>
                <a:cs typeface="Arial"/>
              </a:rPr>
              <a:t>cíf</a:t>
            </a:r>
            <a:r>
              <a:rPr sz="3000" spc="0" baseline="4348" dirty="0" smtClean="0">
                <a:latin typeface="Arial"/>
                <a:cs typeface="Arial"/>
              </a:rPr>
              <a:t>i</a:t>
            </a:r>
            <a:r>
              <a:rPr sz="3000" spc="4" baseline="4348" dirty="0" smtClean="0">
                <a:latin typeface="Arial"/>
                <a:cs typeface="Arial"/>
              </a:rPr>
              <a:t>c</a:t>
            </a:r>
            <a:r>
              <a:rPr sz="3000" spc="0" baseline="4348" dirty="0" smtClean="0">
                <a:latin typeface="Arial"/>
                <a:cs typeface="Arial"/>
              </a:rPr>
              <a:t>a,</a:t>
            </a:r>
            <a:r>
              <a:rPr sz="3000" spc="50" baseline="4348" dirty="0" smtClean="0">
                <a:latin typeface="Arial"/>
                <a:cs typeface="Arial"/>
              </a:rPr>
              <a:t> </a:t>
            </a:r>
            <a:r>
              <a:rPr sz="3000" spc="0" baseline="4348" dirty="0" smtClean="0">
                <a:latin typeface="Arial"/>
                <a:cs typeface="Arial"/>
              </a:rPr>
              <a:t>m</a:t>
            </a:r>
            <a:r>
              <a:rPr sz="3000" spc="39" baseline="4348" dirty="0" smtClean="0">
                <a:latin typeface="Arial"/>
                <a:cs typeface="Arial"/>
              </a:rPr>
              <a:t> </a:t>
            </a:r>
            <a:r>
              <a:rPr sz="3000" spc="4" baseline="4348" dirty="0" smtClean="0">
                <a:latin typeface="Arial"/>
                <a:cs typeface="Arial"/>
              </a:rPr>
              <a:t>r</a:t>
            </a:r>
            <a:r>
              <a:rPr sz="3000" spc="-9" baseline="4348" dirty="0" smtClean="0">
                <a:latin typeface="Arial"/>
                <a:cs typeface="Arial"/>
              </a:rPr>
              <a:t>ep</a:t>
            </a:r>
            <a:r>
              <a:rPr sz="3000" spc="4" baseline="4348" dirty="0" smtClean="0">
                <a:latin typeface="Arial"/>
                <a:cs typeface="Arial"/>
              </a:rPr>
              <a:t>r</a:t>
            </a:r>
            <a:r>
              <a:rPr sz="3000" spc="-9" baseline="4348" dirty="0" smtClean="0">
                <a:latin typeface="Arial"/>
                <a:cs typeface="Arial"/>
              </a:rPr>
              <a:t>e</a:t>
            </a:r>
            <a:r>
              <a:rPr sz="3000" spc="4" baseline="4348" dirty="0" smtClean="0">
                <a:latin typeface="Arial"/>
                <a:cs typeface="Arial"/>
              </a:rPr>
              <a:t>s</a:t>
            </a:r>
            <a:r>
              <a:rPr sz="3000" spc="0" baseline="4348" dirty="0" smtClean="0">
                <a:latin typeface="Arial"/>
                <a:cs typeface="Arial"/>
              </a:rPr>
              <a:t>en</a:t>
            </a:r>
            <a:r>
              <a:rPr sz="3000" spc="-14" baseline="4348" dirty="0" smtClean="0">
                <a:latin typeface="Arial"/>
                <a:cs typeface="Arial"/>
              </a:rPr>
              <a:t>t</a:t>
            </a:r>
            <a:r>
              <a:rPr sz="3000" spc="0" baseline="4348" dirty="0" smtClean="0">
                <a:latin typeface="Arial"/>
                <a:cs typeface="Arial"/>
              </a:rPr>
              <a:t>a</a:t>
            </a:r>
            <a:r>
              <a:rPr sz="3000" spc="54" baseline="4348" dirty="0" smtClean="0">
                <a:latin typeface="Arial"/>
                <a:cs typeface="Arial"/>
              </a:rPr>
              <a:t> </a:t>
            </a:r>
            <a:r>
              <a:rPr sz="3000" spc="0" baseline="4348" dirty="0" smtClean="0">
                <a:latin typeface="Arial"/>
                <a:cs typeface="Arial"/>
              </a:rPr>
              <a:t>a</a:t>
            </a:r>
            <a:r>
              <a:rPr sz="3000" spc="69" baseline="4348" dirty="0" smtClean="0">
                <a:latin typeface="Arial"/>
                <a:cs typeface="Arial"/>
              </a:rPr>
              <a:t> </a:t>
            </a:r>
            <a:r>
              <a:rPr sz="3000" spc="-14" baseline="4348" dirty="0" smtClean="0">
                <a:latin typeface="Arial"/>
                <a:cs typeface="Arial"/>
              </a:rPr>
              <a:t>m</a:t>
            </a:r>
            <a:r>
              <a:rPr sz="3000" spc="0" baseline="4348" dirty="0" smtClean="0">
                <a:latin typeface="Arial"/>
                <a:cs typeface="Arial"/>
              </a:rPr>
              <a:t>a</a:t>
            </a:r>
            <a:r>
              <a:rPr sz="3000" spc="-4" baseline="4348" dirty="0" smtClean="0">
                <a:latin typeface="Arial"/>
                <a:cs typeface="Arial"/>
              </a:rPr>
              <a:t>ss</a:t>
            </a:r>
            <a:r>
              <a:rPr sz="3000" spc="0" baseline="4348" dirty="0" smtClean="0">
                <a:latin typeface="Arial"/>
                <a:cs typeface="Arial"/>
              </a:rPr>
              <a:t>a</a:t>
            </a:r>
            <a:r>
              <a:rPr sz="3000" spc="69" baseline="4348" dirty="0" smtClean="0">
                <a:latin typeface="Arial"/>
                <a:cs typeface="Arial"/>
              </a:rPr>
              <a:t> </a:t>
            </a:r>
            <a:r>
              <a:rPr sz="3000" spc="0" baseline="4348" dirty="0" smtClean="0">
                <a:latin typeface="Arial"/>
                <a:cs typeface="Arial"/>
              </a:rPr>
              <a:t>da</a:t>
            </a:r>
            <a:r>
              <a:rPr sz="3000" spc="69" baseline="4348" dirty="0" smtClean="0">
                <a:latin typeface="Arial"/>
                <a:cs typeface="Arial"/>
              </a:rPr>
              <a:t> </a:t>
            </a:r>
            <a:r>
              <a:rPr sz="3000" spc="-4" baseline="4348" dirty="0" smtClean="0">
                <a:latin typeface="Arial"/>
                <a:cs typeface="Arial"/>
              </a:rPr>
              <a:t>s</a:t>
            </a:r>
            <a:r>
              <a:rPr sz="3000" spc="0" baseline="4348" dirty="0" smtClean="0">
                <a:latin typeface="Arial"/>
                <a:cs typeface="Arial"/>
              </a:rPr>
              <a:t>u</a:t>
            </a:r>
            <a:r>
              <a:rPr sz="3000" spc="-9" baseline="4348" dirty="0" smtClean="0">
                <a:latin typeface="Arial"/>
                <a:cs typeface="Arial"/>
              </a:rPr>
              <a:t>b</a:t>
            </a:r>
            <a:r>
              <a:rPr sz="3000" spc="4" baseline="4348" dirty="0" smtClean="0">
                <a:latin typeface="Arial"/>
                <a:cs typeface="Arial"/>
              </a:rPr>
              <a:t>s</a:t>
            </a:r>
            <a:r>
              <a:rPr sz="3000" spc="-4" baseline="4348" dirty="0" smtClean="0">
                <a:latin typeface="Arial"/>
                <a:cs typeface="Arial"/>
              </a:rPr>
              <a:t>t</a:t>
            </a:r>
            <a:r>
              <a:rPr sz="3000" spc="0" baseline="4348" dirty="0" smtClean="0">
                <a:latin typeface="Arial"/>
                <a:cs typeface="Arial"/>
              </a:rPr>
              <a:t>â</a:t>
            </a:r>
            <a:r>
              <a:rPr sz="3000" spc="-9" baseline="4348" dirty="0" smtClean="0">
                <a:latin typeface="Arial"/>
                <a:cs typeface="Arial"/>
              </a:rPr>
              <a:t>n</a:t>
            </a:r>
            <a:r>
              <a:rPr sz="3000" spc="4" baseline="4348" dirty="0" smtClean="0">
                <a:latin typeface="Arial"/>
                <a:cs typeface="Arial"/>
              </a:rPr>
              <a:t>c</a:t>
            </a:r>
            <a:r>
              <a:rPr sz="3000" spc="0" baseline="4348" dirty="0" smtClean="0">
                <a:latin typeface="Arial"/>
                <a:cs typeface="Arial"/>
              </a:rPr>
              <a:t>ia</a:t>
            </a:r>
            <a:r>
              <a:rPr sz="3000" spc="69" baseline="4348" dirty="0" smtClean="0">
                <a:latin typeface="Arial"/>
                <a:cs typeface="Arial"/>
              </a:rPr>
              <a:t> </a:t>
            </a:r>
            <a:r>
              <a:rPr sz="3000" spc="0" baseline="4348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 marL="12702" marR="40354">
              <a:lnSpc>
                <a:spcPts val="1955"/>
              </a:lnSpc>
            </a:pPr>
            <a:r>
              <a:rPr sz="3000" spc="0" baseline="1449" dirty="0" smtClean="0">
                <a:latin typeface="Arial"/>
                <a:cs typeface="Arial"/>
              </a:rPr>
              <a:t>V</a:t>
            </a:r>
            <a:r>
              <a:rPr sz="3000" spc="-9" baseline="1449" dirty="0" smtClean="0">
                <a:latin typeface="Arial"/>
                <a:cs typeface="Arial"/>
              </a:rPr>
              <a:t> </a:t>
            </a:r>
            <a:r>
              <a:rPr sz="3000" spc="0" baseline="1449" dirty="0" smtClean="0">
                <a:latin typeface="Arial"/>
                <a:cs typeface="Arial"/>
              </a:rPr>
              <a:t>o </a:t>
            </a:r>
            <a:r>
              <a:rPr sz="3000" spc="-4" baseline="1449" dirty="0" smtClean="0">
                <a:latin typeface="Arial"/>
                <a:cs typeface="Arial"/>
              </a:rPr>
              <a:t>v</a:t>
            </a:r>
            <a:r>
              <a:rPr sz="3000" spc="0" baseline="1449" dirty="0" smtClean="0">
                <a:latin typeface="Arial"/>
                <a:cs typeface="Arial"/>
              </a:rPr>
              <a:t>olume </a:t>
            </a:r>
            <a:r>
              <a:rPr sz="3000" spc="-9" baseline="1449" dirty="0" smtClean="0">
                <a:latin typeface="Arial"/>
                <a:cs typeface="Arial"/>
              </a:rPr>
              <a:t>p</a:t>
            </a:r>
            <a:r>
              <a:rPr sz="3000" spc="0" baseline="1449" dirty="0" smtClean="0">
                <a:latin typeface="Arial"/>
                <a:cs typeface="Arial"/>
              </a:rPr>
              <a:t>or</a:t>
            </a:r>
            <a:r>
              <a:rPr sz="3000" spc="-9" baseline="1449" dirty="0" smtClean="0">
                <a:latin typeface="Arial"/>
                <a:cs typeface="Arial"/>
              </a:rPr>
              <a:t> </a:t>
            </a:r>
            <a:r>
              <a:rPr sz="3000" spc="0" baseline="1449" dirty="0" smtClean="0">
                <a:latin typeface="Arial"/>
                <a:cs typeface="Arial"/>
              </a:rPr>
              <a:t>ela o</a:t>
            </a:r>
            <a:r>
              <a:rPr sz="3000" spc="-4" baseline="1449" dirty="0" smtClean="0">
                <a:latin typeface="Arial"/>
                <a:cs typeface="Arial"/>
              </a:rPr>
              <a:t>c</a:t>
            </a:r>
            <a:r>
              <a:rPr sz="3000" spc="0" baseline="1449" dirty="0" smtClean="0">
                <a:latin typeface="Arial"/>
                <a:cs typeface="Arial"/>
              </a:rPr>
              <a:t>up</a:t>
            </a:r>
            <a:r>
              <a:rPr sz="3000" spc="-9" baseline="1449" dirty="0" smtClean="0">
                <a:latin typeface="Arial"/>
                <a:cs typeface="Arial"/>
              </a:rPr>
              <a:t>ad</a:t>
            </a:r>
            <a:r>
              <a:rPr sz="3000" spc="0" baseline="1449" dirty="0" smtClean="0">
                <a:latin typeface="Arial"/>
                <a:cs typeface="Arial"/>
              </a:rPr>
              <a:t>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8384" y="2722508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81289" y="3336559"/>
            <a:ext cx="650591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9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95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ional</a:t>
            </a:r>
            <a:r>
              <a:rPr sz="2000" spc="2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29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nid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91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(</a:t>
            </a:r>
            <a:r>
              <a:rPr sz="2000" spc="-4" dirty="0" smtClean="0">
                <a:latin typeface="Arial"/>
                <a:cs typeface="Arial"/>
              </a:rPr>
              <a:t>SI</a:t>
            </a:r>
            <a:r>
              <a:rPr sz="2000" spc="-9" dirty="0" smtClean="0">
                <a:latin typeface="Arial"/>
                <a:cs typeface="Arial"/>
              </a:rPr>
              <a:t>)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29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9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1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02146" y="3336559"/>
            <a:ext cx="1466340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1272" marR="1759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q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an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ada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4" dirty="0" smtClean="0">
                <a:latin typeface="Arial"/>
                <a:cs typeface="Arial"/>
              </a:rPr>
              <a:t>íf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38384" y="3388496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81289" y="3641359"/>
            <a:ext cx="803116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25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  <a:p>
            <a:pPr marL="12700" marR="22108">
              <a:lnSpc>
                <a:spcPct val="95825"/>
              </a:lnSpc>
            </a:pPr>
            <a:r>
              <a:rPr sz="2000" spc="4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g</a:t>
            </a:r>
            <a:r>
              <a:rPr sz="2000" spc="-14" dirty="0" smtClean="0">
                <a:latin typeface="Arial"/>
                <a:cs typeface="Arial"/>
              </a:rPr>
              <a:t>/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³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11872" y="3641359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658763" y="3641359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05655" y="3641359"/>
            <a:ext cx="89443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19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olume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829077" y="3641359"/>
            <a:ext cx="42857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86277" y="3641359"/>
            <a:ext cx="44267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³</a:t>
            </a:r>
            <a:r>
              <a:rPr sz="2000" spc="0" dirty="0" smtClean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758797" y="3641359"/>
            <a:ext cx="105762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im,</a:t>
            </a:r>
            <a:r>
              <a:rPr sz="2000" spc="2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846936" y="3641359"/>
            <a:ext cx="98118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idade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58637" y="3641359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247221" y="3641359"/>
            <a:ext cx="82441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11683" y="5200144"/>
            <a:ext cx="315611" cy="3899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25"/>
              </a:lnSpc>
              <a:spcBef>
                <a:spcPts val="151"/>
              </a:spcBef>
            </a:pPr>
            <a:r>
              <a:rPr sz="2850" spc="0" dirty="0" smtClean="0">
                <a:latin typeface="Times New Roman"/>
                <a:cs typeface="Times New Roman"/>
              </a:rPr>
              <a:t>V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841625" y="4642103"/>
            <a:ext cx="1093215" cy="9418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7061">
              <a:lnSpc>
                <a:spcPts val="6018"/>
              </a:lnSpc>
              <a:spcBef>
                <a:spcPts val="50"/>
              </a:spcBef>
            </a:pPr>
            <a:r>
              <a:rPr sz="3000" spc="0" dirty="0" smtClean="0">
                <a:latin typeface="Meiryo"/>
                <a:cs typeface="Meiryo"/>
              </a:rPr>
              <a:t>ρ</a:t>
            </a:r>
            <a:r>
              <a:rPr sz="3000" spc="-344" dirty="0" smtClean="0">
                <a:latin typeface="Meiryo"/>
                <a:cs typeface="Meiryo"/>
              </a:rPr>
              <a:t> </a:t>
            </a:r>
            <a:r>
              <a:rPr sz="2850" spc="-733" dirty="0" smtClean="0">
                <a:latin typeface="Meiryo"/>
                <a:cs typeface="Meiryo"/>
              </a:rPr>
              <a:t>=</a:t>
            </a:r>
            <a:r>
              <a:rPr sz="2850" spc="-25" dirty="0" smtClean="0">
                <a:latin typeface="Meiryo"/>
                <a:cs typeface="Meiryo"/>
              </a:rPr>
              <a:t> </a:t>
            </a:r>
            <a:r>
              <a:rPr sz="4275" spc="0" baseline="36616" dirty="0" smtClean="0">
                <a:latin typeface="Times New Roman"/>
                <a:cs typeface="Times New Roman"/>
              </a:rPr>
              <a:t>m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21334" y="4987034"/>
            <a:ext cx="31090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4769998" y="2161031"/>
            <a:ext cx="865631" cy="752855"/>
          </a:xfrm>
          <a:custGeom>
            <a:avLst/>
            <a:gdLst/>
            <a:ahLst/>
            <a:cxnLst/>
            <a:rect l="l" t="t" r="r" b="b"/>
            <a:pathLst>
              <a:path w="865631" h="752855">
                <a:moveTo>
                  <a:pt x="0" y="0"/>
                </a:moveTo>
                <a:lnTo>
                  <a:pt x="0" y="752855"/>
                </a:lnTo>
                <a:lnTo>
                  <a:pt x="865631" y="752855"/>
                </a:lnTo>
                <a:lnTo>
                  <a:pt x="865631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77495" y="2548122"/>
            <a:ext cx="294134" cy="0"/>
          </a:xfrm>
          <a:custGeom>
            <a:avLst/>
            <a:gdLst/>
            <a:ahLst/>
            <a:cxnLst/>
            <a:rect l="l" t="t" r="r" b="b"/>
            <a:pathLst>
              <a:path w="294134">
                <a:moveTo>
                  <a:pt x="0" y="0"/>
                </a:moveTo>
                <a:lnTo>
                  <a:pt x="294134" y="0"/>
                </a:lnTo>
              </a:path>
            </a:pathLst>
          </a:custGeom>
          <a:ln w="1209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98369" y="3563111"/>
            <a:ext cx="1007363" cy="646175"/>
          </a:xfrm>
          <a:custGeom>
            <a:avLst/>
            <a:gdLst/>
            <a:ahLst/>
            <a:cxnLst/>
            <a:rect l="l" t="t" r="r" b="b"/>
            <a:pathLst>
              <a:path w="1007363" h="646175">
                <a:moveTo>
                  <a:pt x="0" y="0"/>
                </a:moveTo>
                <a:lnTo>
                  <a:pt x="0" y="646175"/>
                </a:lnTo>
                <a:lnTo>
                  <a:pt x="1007363" y="646175"/>
                </a:lnTo>
                <a:lnTo>
                  <a:pt x="10073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25218" y="5017007"/>
            <a:ext cx="1152143" cy="345947"/>
          </a:xfrm>
          <a:custGeom>
            <a:avLst/>
            <a:gdLst/>
            <a:ahLst/>
            <a:cxnLst/>
            <a:rect l="l" t="t" r="r" b="b"/>
            <a:pathLst>
              <a:path w="1152143" h="345947">
                <a:moveTo>
                  <a:pt x="0" y="0"/>
                </a:moveTo>
                <a:lnTo>
                  <a:pt x="0" y="345947"/>
                </a:lnTo>
                <a:lnTo>
                  <a:pt x="1152143" y="345947"/>
                </a:lnTo>
                <a:lnTo>
                  <a:pt x="115214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0017" y="1034143"/>
            <a:ext cx="3612381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Peso</a:t>
            </a:r>
            <a:r>
              <a:rPr sz="3600" spc="378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f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1289" y="1643053"/>
            <a:ext cx="7974149" cy="4734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730"/>
              </a:lnSpc>
              <a:spcBef>
                <a:spcPts val="261"/>
              </a:spcBef>
            </a:pPr>
            <a:r>
              <a:rPr sz="1800" spc="0" dirty="0" smtClean="0">
                <a:latin typeface="Arial"/>
                <a:cs typeface="Arial"/>
              </a:rPr>
              <a:t>É</a:t>
            </a:r>
            <a:r>
              <a:rPr sz="1800" spc="8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7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ela</a:t>
            </a:r>
            <a:r>
              <a:rPr sz="1800" spc="9" dirty="0" smtClean="0">
                <a:latin typeface="Arial"/>
                <a:cs typeface="Arial"/>
              </a:rPr>
              <a:t>ç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79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ent</a:t>
            </a:r>
            <a:r>
              <a:rPr sz="1800" spc="0" dirty="0" smtClean="0">
                <a:latin typeface="Arial"/>
                <a:cs typeface="Arial"/>
              </a:rPr>
              <a:t>re</a:t>
            </a:r>
            <a:r>
              <a:rPr sz="1800" spc="7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79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pe</a:t>
            </a:r>
            <a:r>
              <a:rPr sz="1800" spc="0" dirty="0" smtClean="0">
                <a:latin typeface="Arial"/>
                <a:cs typeface="Arial"/>
              </a:rPr>
              <a:t>so</a:t>
            </a:r>
            <a:r>
              <a:rPr sz="1800" spc="9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9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89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lui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7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7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4" dirty="0" smtClean="0">
                <a:latin typeface="Arial"/>
                <a:cs typeface="Arial"/>
              </a:rPr>
              <a:t>o</a:t>
            </a:r>
            <a:r>
              <a:rPr sz="1800" spc="9" dirty="0" smtClean="0">
                <a:latin typeface="Arial"/>
                <a:cs typeface="Arial"/>
              </a:rPr>
              <a:t>l</a:t>
            </a:r>
            <a:r>
              <a:rPr sz="1800" spc="-4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me</a:t>
            </a:r>
            <a:r>
              <a:rPr sz="1800" spc="9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-4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,</a:t>
            </a:r>
            <a:r>
              <a:rPr sz="1800" spc="9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u</a:t>
            </a:r>
            <a:r>
              <a:rPr sz="1800" spc="9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9" dirty="0" smtClean="0">
                <a:latin typeface="Arial"/>
                <a:cs typeface="Arial"/>
              </a:rPr>
              <a:t>l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10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</a:t>
            </a:r>
            <a:r>
              <a:rPr sz="1800" spc="4" dirty="0" smtClean="0">
                <a:latin typeface="Arial"/>
                <a:cs typeface="Arial"/>
              </a:rPr>
              <a:t>o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10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 </a:t>
            </a:r>
            <a:r>
              <a:rPr sz="1800" spc="-4" dirty="0" smtClean="0">
                <a:latin typeface="Arial"/>
                <a:cs typeface="Arial"/>
              </a:rPr>
              <a:t>ob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id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4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p</a:t>
            </a:r>
            <a:r>
              <a:rPr sz="1800" spc="-4" dirty="0" smtClean="0">
                <a:latin typeface="Arial"/>
                <a:cs typeface="Arial"/>
              </a:rPr>
              <a:t>el</a:t>
            </a:r>
            <a:r>
              <a:rPr sz="1800" spc="0" dirty="0" smtClean="0">
                <a:latin typeface="Arial"/>
                <a:cs typeface="Arial"/>
              </a:rPr>
              <a:t>a </a:t>
            </a:r>
            <a:r>
              <a:rPr sz="1800" spc="4" dirty="0" smtClean="0">
                <a:latin typeface="Arial"/>
                <a:cs typeface="Arial"/>
              </a:rPr>
              <a:t>a</a:t>
            </a:r>
            <a:r>
              <a:rPr sz="1800" spc="-4" dirty="0" smtClean="0">
                <a:latin typeface="Arial"/>
                <a:cs typeface="Arial"/>
              </a:rPr>
              <a:t>pl</a:t>
            </a:r>
            <a:r>
              <a:rPr sz="1800" spc="9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ç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a </a:t>
            </a:r>
            <a:r>
              <a:rPr sz="1800" spc="4" dirty="0" smtClean="0">
                <a:latin typeface="Arial"/>
                <a:cs typeface="Arial"/>
              </a:rPr>
              <a:t>e</a:t>
            </a:r>
            <a:r>
              <a:rPr sz="1800" spc="-4" dirty="0" smtClean="0">
                <a:latin typeface="Arial"/>
                <a:cs typeface="Arial"/>
              </a:rPr>
              <a:t>qu</a:t>
            </a:r>
            <a:r>
              <a:rPr sz="1800" spc="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ç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 a s</a:t>
            </a:r>
            <a:r>
              <a:rPr sz="1800" spc="-4" dirty="0" smtClean="0">
                <a:latin typeface="Arial"/>
                <a:cs typeface="Arial"/>
              </a:rPr>
              <a:t>eg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8384" y="1683872"/>
            <a:ext cx="198039" cy="203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202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289179" y="2604201"/>
            <a:ext cx="259928" cy="3168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445"/>
              </a:lnSpc>
              <a:spcBef>
                <a:spcPts val="122"/>
              </a:spcBef>
            </a:pPr>
            <a:r>
              <a:rPr sz="2300" spc="0" dirty="0" smtClean="0">
                <a:latin typeface="Times New Roman"/>
                <a:cs typeface="Times New Roman"/>
              </a:rPr>
              <a:t>V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9" y="2961312"/>
            <a:ext cx="7986001" cy="4734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85"/>
              </a:lnSpc>
              <a:spcBef>
                <a:spcPts val="94"/>
              </a:spcBef>
            </a:pPr>
            <a:r>
              <a:rPr sz="2700" spc="-4" baseline="-1610" dirty="0" smtClean="0">
                <a:latin typeface="Arial"/>
                <a:cs typeface="Arial"/>
              </a:rPr>
              <a:t>Co</a:t>
            </a:r>
            <a:r>
              <a:rPr sz="2700" spc="0" baseline="-1610" dirty="0" smtClean="0">
                <a:latin typeface="Arial"/>
                <a:cs typeface="Arial"/>
              </a:rPr>
              <a:t>mo</a:t>
            </a:r>
            <a:r>
              <a:rPr sz="2700" spc="275" baseline="-1610" dirty="0" smtClean="0">
                <a:latin typeface="Arial"/>
                <a:cs typeface="Arial"/>
              </a:rPr>
              <a:t> </a:t>
            </a:r>
            <a:r>
              <a:rPr sz="2700" spc="0" baseline="-1610" dirty="0" smtClean="0">
                <a:latin typeface="Arial"/>
                <a:cs typeface="Arial"/>
              </a:rPr>
              <a:t>o</a:t>
            </a:r>
            <a:r>
              <a:rPr sz="2700" spc="275" baseline="-1610" dirty="0" smtClean="0">
                <a:latin typeface="Arial"/>
                <a:cs typeface="Arial"/>
              </a:rPr>
              <a:t> </a:t>
            </a:r>
            <a:r>
              <a:rPr sz="2700" spc="-4" baseline="-1610" dirty="0" smtClean="0">
                <a:latin typeface="Arial"/>
                <a:cs typeface="Arial"/>
              </a:rPr>
              <a:t>pe</a:t>
            </a:r>
            <a:r>
              <a:rPr sz="2700" spc="0" baseline="-1610" dirty="0" smtClean="0">
                <a:latin typeface="Arial"/>
                <a:cs typeface="Arial"/>
              </a:rPr>
              <a:t>so</a:t>
            </a:r>
            <a:r>
              <a:rPr sz="2700" spc="285" baseline="-1610" dirty="0" smtClean="0">
                <a:latin typeface="Arial"/>
                <a:cs typeface="Arial"/>
              </a:rPr>
              <a:t> </a:t>
            </a:r>
            <a:r>
              <a:rPr sz="2700" spc="0" baseline="-1610" dirty="0" smtClean="0">
                <a:latin typeface="Arial"/>
                <a:cs typeface="Arial"/>
              </a:rPr>
              <a:t>é</a:t>
            </a:r>
            <a:r>
              <a:rPr sz="2700" spc="275" baseline="-1610" dirty="0" smtClean="0">
                <a:latin typeface="Arial"/>
                <a:cs typeface="Arial"/>
              </a:rPr>
              <a:t> </a:t>
            </a:r>
            <a:r>
              <a:rPr sz="2700" spc="-4" baseline="-1610" dirty="0" smtClean="0">
                <a:latin typeface="Arial"/>
                <a:cs typeface="Arial"/>
              </a:rPr>
              <a:t>de</a:t>
            </a:r>
            <a:r>
              <a:rPr sz="2700" spc="4" baseline="-1610" dirty="0" smtClean="0">
                <a:latin typeface="Arial"/>
                <a:cs typeface="Arial"/>
              </a:rPr>
              <a:t>f</a:t>
            </a:r>
            <a:r>
              <a:rPr sz="2700" spc="-4" baseline="-1610" dirty="0" smtClean="0">
                <a:latin typeface="Arial"/>
                <a:cs typeface="Arial"/>
              </a:rPr>
              <a:t>in</a:t>
            </a:r>
            <a:r>
              <a:rPr sz="2700" spc="9" baseline="-1610" dirty="0" smtClean="0">
                <a:latin typeface="Arial"/>
                <a:cs typeface="Arial"/>
              </a:rPr>
              <a:t>i</a:t>
            </a:r>
            <a:r>
              <a:rPr sz="2700" spc="-4" baseline="-1610" dirty="0" smtClean="0">
                <a:latin typeface="Arial"/>
                <a:cs typeface="Arial"/>
              </a:rPr>
              <a:t>d</a:t>
            </a:r>
            <a:r>
              <a:rPr sz="2700" spc="0" baseline="-1610" dirty="0" smtClean="0">
                <a:latin typeface="Arial"/>
                <a:cs typeface="Arial"/>
              </a:rPr>
              <a:t>o</a:t>
            </a:r>
            <a:r>
              <a:rPr sz="2700" spc="270" baseline="-1610" dirty="0" smtClean="0">
                <a:latin typeface="Arial"/>
                <a:cs typeface="Arial"/>
              </a:rPr>
              <a:t> </a:t>
            </a:r>
            <a:r>
              <a:rPr sz="2700" spc="-4" baseline="-1610" dirty="0" smtClean="0">
                <a:latin typeface="Arial"/>
                <a:cs typeface="Arial"/>
              </a:rPr>
              <a:t>pe</a:t>
            </a:r>
            <a:r>
              <a:rPr sz="2700" spc="9" baseline="-1610" dirty="0" smtClean="0">
                <a:latin typeface="Arial"/>
                <a:cs typeface="Arial"/>
              </a:rPr>
              <a:t>l</a:t>
            </a:r>
            <a:r>
              <a:rPr sz="2700" spc="0" baseline="-1610" dirty="0" smtClean="0">
                <a:latin typeface="Arial"/>
                <a:cs typeface="Arial"/>
              </a:rPr>
              <a:t>o</a:t>
            </a:r>
            <a:r>
              <a:rPr sz="2700" spc="285" baseline="-1610" dirty="0" smtClean="0">
                <a:latin typeface="Arial"/>
                <a:cs typeface="Arial"/>
              </a:rPr>
              <a:t> </a:t>
            </a:r>
            <a:r>
              <a:rPr sz="2700" spc="-4" baseline="-1610" dirty="0" smtClean="0">
                <a:latin typeface="Arial"/>
                <a:cs typeface="Arial"/>
              </a:rPr>
              <a:t>p</a:t>
            </a:r>
            <a:r>
              <a:rPr sz="2700" spc="0" baseline="-1610" dirty="0" smtClean="0">
                <a:latin typeface="Arial"/>
                <a:cs typeface="Arial"/>
              </a:rPr>
              <a:t>r</a:t>
            </a:r>
            <a:r>
              <a:rPr sz="2700" spc="-4" baseline="-1610" dirty="0" smtClean="0">
                <a:latin typeface="Arial"/>
                <a:cs typeface="Arial"/>
              </a:rPr>
              <a:t>in</a:t>
            </a:r>
            <a:r>
              <a:rPr sz="2700" spc="0" baseline="-1610" dirty="0" smtClean="0">
                <a:latin typeface="Arial"/>
                <a:cs typeface="Arial"/>
              </a:rPr>
              <a:t>c</a:t>
            </a:r>
            <a:r>
              <a:rPr sz="2700" spc="4" baseline="-1610" dirty="0" smtClean="0">
                <a:latin typeface="Arial"/>
                <a:cs typeface="Arial"/>
              </a:rPr>
              <a:t>í</a:t>
            </a:r>
            <a:r>
              <a:rPr sz="2700" spc="-4" baseline="-1610" dirty="0" smtClean="0">
                <a:latin typeface="Arial"/>
                <a:cs typeface="Arial"/>
              </a:rPr>
              <a:t>pi</a:t>
            </a:r>
            <a:r>
              <a:rPr sz="2700" spc="0" baseline="-1610" dirty="0" smtClean="0">
                <a:latin typeface="Arial"/>
                <a:cs typeface="Arial"/>
              </a:rPr>
              <a:t>o</a:t>
            </a:r>
            <a:r>
              <a:rPr sz="2700" spc="270" baseline="-1610" dirty="0" smtClean="0">
                <a:latin typeface="Arial"/>
                <a:cs typeface="Arial"/>
              </a:rPr>
              <a:t> </a:t>
            </a:r>
            <a:r>
              <a:rPr sz="2700" spc="4" baseline="-1610" dirty="0" smtClean="0">
                <a:latin typeface="Arial"/>
                <a:cs typeface="Arial"/>
              </a:rPr>
              <a:t>f</a:t>
            </a:r>
            <a:r>
              <a:rPr sz="2700" spc="-4" baseline="-1610" dirty="0" smtClean="0">
                <a:latin typeface="Arial"/>
                <a:cs typeface="Arial"/>
              </a:rPr>
              <a:t>un</a:t>
            </a:r>
            <a:r>
              <a:rPr sz="2700" spc="4" baseline="-1610" dirty="0" smtClean="0">
                <a:latin typeface="Arial"/>
                <a:cs typeface="Arial"/>
              </a:rPr>
              <a:t>d</a:t>
            </a:r>
            <a:r>
              <a:rPr sz="2700" spc="-4" baseline="-1610" dirty="0" smtClean="0">
                <a:latin typeface="Arial"/>
                <a:cs typeface="Arial"/>
              </a:rPr>
              <a:t>a</a:t>
            </a:r>
            <a:r>
              <a:rPr sz="2700" spc="0" baseline="-1610" dirty="0" smtClean="0">
                <a:latin typeface="Arial"/>
                <a:cs typeface="Arial"/>
              </a:rPr>
              <a:t>m</a:t>
            </a:r>
            <a:r>
              <a:rPr sz="2700" spc="-4" baseline="-1610" dirty="0" smtClean="0">
                <a:latin typeface="Arial"/>
                <a:cs typeface="Arial"/>
              </a:rPr>
              <a:t>en</a:t>
            </a:r>
            <a:r>
              <a:rPr sz="2700" spc="4" baseline="-1610" dirty="0" smtClean="0">
                <a:latin typeface="Arial"/>
                <a:cs typeface="Arial"/>
              </a:rPr>
              <a:t>t</a:t>
            </a:r>
            <a:r>
              <a:rPr sz="2700" spc="-4" baseline="-1610" dirty="0" smtClean="0">
                <a:latin typeface="Arial"/>
                <a:cs typeface="Arial"/>
              </a:rPr>
              <a:t>a</a:t>
            </a:r>
            <a:r>
              <a:rPr sz="2700" spc="0" baseline="-1610" dirty="0" smtClean="0">
                <a:latin typeface="Arial"/>
                <a:cs typeface="Arial"/>
              </a:rPr>
              <a:t>l</a:t>
            </a:r>
            <a:r>
              <a:rPr sz="2700" spc="265" baseline="-1610" dirty="0" smtClean="0">
                <a:latin typeface="Arial"/>
                <a:cs typeface="Arial"/>
              </a:rPr>
              <a:t> </a:t>
            </a:r>
            <a:r>
              <a:rPr sz="2700" spc="4" baseline="-1610" dirty="0" smtClean="0">
                <a:latin typeface="Arial"/>
                <a:cs typeface="Arial"/>
              </a:rPr>
              <a:t>d</a:t>
            </a:r>
            <a:r>
              <a:rPr sz="2700" spc="0" baseline="-1610" dirty="0" smtClean="0">
                <a:latin typeface="Arial"/>
                <a:cs typeface="Arial"/>
              </a:rPr>
              <a:t>a</a:t>
            </a:r>
            <a:r>
              <a:rPr sz="2700" spc="280" baseline="-1610" dirty="0" smtClean="0">
                <a:latin typeface="Arial"/>
                <a:cs typeface="Arial"/>
              </a:rPr>
              <a:t> </a:t>
            </a:r>
            <a:r>
              <a:rPr sz="2700" spc="-4" baseline="-1610" dirty="0" smtClean="0">
                <a:latin typeface="Arial"/>
                <a:cs typeface="Arial"/>
              </a:rPr>
              <a:t>d</a:t>
            </a:r>
            <a:r>
              <a:rPr sz="2700" spc="9" baseline="-1610" dirty="0" smtClean="0">
                <a:latin typeface="Arial"/>
                <a:cs typeface="Arial"/>
              </a:rPr>
              <a:t>i</a:t>
            </a:r>
            <a:r>
              <a:rPr sz="2700" spc="-4" baseline="-1610" dirty="0" smtClean="0">
                <a:latin typeface="Arial"/>
                <a:cs typeface="Arial"/>
              </a:rPr>
              <a:t>nâ</a:t>
            </a:r>
            <a:r>
              <a:rPr sz="2700" spc="0" baseline="-1610" dirty="0" smtClean="0">
                <a:latin typeface="Arial"/>
                <a:cs typeface="Arial"/>
              </a:rPr>
              <a:t>m</a:t>
            </a:r>
            <a:r>
              <a:rPr sz="2700" spc="-4" baseline="-1610" dirty="0" smtClean="0">
                <a:latin typeface="Arial"/>
                <a:cs typeface="Arial"/>
              </a:rPr>
              <a:t>i</a:t>
            </a:r>
            <a:r>
              <a:rPr sz="2700" spc="0" baseline="-1610" dirty="0" smtClean="0">
                <a:latin typeface="Arial"/>
                <a:cs typeface="Arial"/>
              </a:rPr>
              <a:t>ca</a:t>
            </a:r>
            <a:r>
              <a:rPr sz="2700" spc="275" baseline="-1610" dirty="0" smtClean="0">
                <a:latin typeface="Arial"/>
                <a:cs typeface="Arial"/>
              </a:rPr>
              <a:t> </a:t>
            </a:r>
            <a:r>
              <a:rPr sz="2700" spc="0" baseline="-1610" dirty="0" smtClean="0">
                <a:latin typeface="Arial"/>
                <a:cs typeface="Arial"/>
              </a:rPr>
              <a:t>(</a:t>
            </a:r>
            <a:r>
              <a:rPr sz="2700" spc="-4" baseline="-1610" dirty="0" smtClean="0">
                <a:latin typeface="Arial"/>
                <a:cs typeface="Arial"/>
              </a:rPr>
              <a:t>2</a:t>
            </a:r>
            <a:r>
              <a:rPr sz="2700" spc="0" baseline="-1610" dirty="0" smtClean="0">
                <a:latin typeface="Arial"/>
                <a:cs typeface="Arial"/>
              </a:rPr>
              <a:t>ª</a:t>
            </a:r>
            <a:r>
              <a:rPr sz="2700" spc="285" baseline="-1610" dirty="0" smtClean="0">
                <a:latin typeface="Arial"/>
                <a:cs typeface="Arial"/>
              </a:rPr>
              <a:t> </a:t>
            </a:r>
            <a:r>
              <a:rPr sz="2700" spc="-4" baseline="-1610" dirty="0" smtClean="0">
                <a:latin typeface="Arial"/>
                <a:cs typeface="Arial"/>
              </a:rPr>
              <a:t>Le</a:t>
            </a:r>
            <a:r>
              <a:rPr sz="2700" spc="0" baseline="-1610" dirty="0" smtClean="0">
                <a:latin typeface="Arial"/>
                <a:cs typeface="Arial"/>
              </a:rPr>
              <a:t>i</a:t>
            </a:r>
            <a:r>
              <a:rPr sz="2700" spc="300" baseline="-1610" dirty="0" smtClean="0">
                <a:latin typeface="Arial"/>
                <a:cs typeface="Arial"/>
              </a:rPr>
              <a:t> </a:t>
            </a:r>
            <a:r>
              <a:rPr sz="2700" spc="-4" baseline="-1610" dirty="0" smtClean="0">
                <a:latin typeface="Arial"/>
                <a:cs typeface="Arial"/>
              </a:rPr>
              <a:t>d</a:t>
            </a:r>
            <a:r>
              <a:rPr sz="2700" spc="0" baseline="-1610" dirty="0" smtClean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12700" marR="39430">
              <a:lnSpc>
                <a:spcPts val="1785"/>
              </a:lnSpc>
            </a:pPr>
            <a:r>
              <a:rPr sz="1800" spc="-4" smtClean="0">
                <a:latin typeface="Arial"/>
                <a:cs typeface="Arial"/>
              </a:rPr>
              <a:t>N</a:t>
            </a:r>
            <a:r>
              <a:rPr sz="1800" spc="19" smtClean="0">
                <a:latin typeface="Arial"/>
                <a:cs typeface="Arial"/>
              </a:rPr>
              <a:t>e</a:t>
            </a:r>
            <a:r>
              <a:rPr sz="1800" spc="-29" smtClean="0">
                <a:latin typeface="Arial"/>
                <a:cs typeface="Arial"/>
              </a:rPr>
              <a:t>w</a:t>
            </a:r>
            <a:r>
              <a:rPr sz="1800" spc="4" smtClean="0">
                <a:latin typeface="Arial"/>
                <a:cs typeface="Arial"/>
              </a:rPr>
              <a:t>t</a:t>
            </a:r>
            <a:r>
              <a:rPr sz="1800" spc="-4" smtClean="0">
                <a:latin typeface="Arial"/>
                <a:cs typeface="Arial"/>
              </a:rPr>
              <a:t>on</a:t>
            </a:r>
            <a:r>
              <a:rPr sz="1800" spc="0" smtClean="0">
                <a:latin typeface="Arial"/>
                <a:cs typeface="Arial"/>
              </a:rPr>
              <a:t>)</a:t>
            </a:r>
            <a:r>
              <a:rPr sz="1800" spc="4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 </a:t>
            </a:r>
            <a:r>
              <a:rPr sz="1800" spc="-4" dirty="0" smtClean="0">
                <a:latin typeface="Arial"/>
                <a:cs typeface="Arial"/>
              </a:rPr>
              <a:t>equa</a:t>
            </a:r>
            <a:r>
              <a:rPr sz="1800" spc="9" dirty="0" smtClean="0">
                <a:latin typeface="Arial"/>
                <a:cs typeface="Arial"/>
              </a:rPr>
              <a:t>ç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p</a:t>
            </a:r>
            <a:r>
              <a:rPr sz="1800" spc="4" dirty="0" smtClean="0">
                <a:latin typeface="Arial"/>
                <a:cs typeface="Arial"/>
              </a:rPr>
              <a:t>od</a:t>
            </a:r>
            <a:r>
              <a:rPr sz="1800" spc="0" dirty="0" smtClean="0">
                <a:latin typeface="Arial"/>
                <a:cs typeface="Arial"/>
              </a:rPr>
              <a:t>e s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 r</a:t>
            </a:r>
            <a:r>
              <a:rPr sz="1800" spc="-4" dirty="0" smtClean="0">
                <a:latin typeface="Arial"/>
                <a:cs typeface="Arial"/>
              </a:rPr>
              <a:t>ee</a:t>
            </a:r>
            <a:r>
              <a:rPr sz="1800" spc="0" dirty="0" smtClean="0">
                <a:latin typeface="Arial"/>
                <a:cs typeface="Arial"/>
              </a:rPr>
              <a:t>scr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 s</a:t>
            </a:r>
            <a:r>
              <a:rPr sz="1800" spc="-4" dirty="0" smtClean="0">
                <a:latin typeface="Arial"/>
                <a:cs typeface="Arial"/>
              </a:rPr>
              <a:t>eg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i</a:t>
            </a:r>
            <a:r>
              <a:rPr sz="1800" spc="-4" dirty="0" smtClean="0">
                <a:latin typeface="Arial"/>
                <a:cs typeface="Arial"/>
              </a:rPr>
              <a:t>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-4" dirty="0" smtClean="0">
                <a:latin typeface="Arial"/>
                <a:cs typeface="Arial"/>
              </a:rPr>
              <a:t> </a:t>
            </a:r>
            <a:r>
              <a:rPr sz="1800" spc="9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odo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8384" y="3002131"/>
            <a:ext cx="198039" cy="203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202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73939" y="3941971"/>
            <a:ext cx="228495" cy="27553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05"/>
              </a:lnSpc>
              <a:spcBef>
                <a:spcPts val="105"/>
              </a:spcBef>
            </a:pPr>
            <a:r>
              <a:rPr sz="1950" spc="0" dirty="0" smtClean="0">
                <a:latin typeface="Times New Roman"/>
                <a:cs typeface="Times New Roman"/>
              </a:rPr>
              <a:t>V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1174" y="4278048"/>
            <a:ext cx="7973475" cy="6929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814" indent="-114" algn="just">
              <a:lnSpc>
                <a:spcPts val="1730"/>
              </a:lnSpc>
              <a:spcBef>
                <a:spcPts val="261"/>
              </a:spcBef>
            </a:pP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pa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r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4" dirty="0" smtClean="0">
                <a:latin typeface="Arial"/>
                <a:cs typeface="Arial"/>
              </a:rPr>
              <a:t>ná</a:t>
            </a:r>
            <a:r>
              <a:rPr sz="1800" spc="-4" dirty="0" smtClean="0">
                <a:latin typeface="Arial"/>
                <a:cs typeface="Arial"/>
              </a:rPr>
              <a:t>li</a:t>
            </a:r>
            <a:r>
              <a:rPr sz="1800" spc="0" dirty="0" smtClean="0">
                <a:latin typeface="Arial"/>
                <a:cs typeface="Arial"/>
              </a:rPr>
              <a:t>se 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4" dirty="0" smtClean="0">
                <a:latin typeface="Arial"/>
                <a:cs typeface="Arial"/>
              </a:rPr>
              <a:t>q</a:t>
            </a:r>
            <a:r>
              <a:rPr sz="1800" spc="-4" dirty="0" smtClean="0">
                <a:latin typeface="Arial"/>
                <a:cs typeface="Arial"/>
              </a:rPr>
              <a:t>ua</a:t>
            </a:r>
            <a:r>
              <a:rPr sz="1800" spc="9" dirty="0" smtClean="0">
                <a:latin typeface="Arial"/>
                <a:cs typeface="Arial"/>
              </a:rPr>
              <a:t>ç</a:t>
            </a:r>
            <a:r>
              <a:rPr sz="1800" spc="-4" dirty="0" smtClean="0">
                <a:latin typeface="Arial"/>
                <a:cs typeface="Arial"/>
              </a:rPr>
              <a:t>õe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é</a:t>
            </a:r>
            <a:r>
              <a:rPr sz="1800" spc="2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po</a:t>
            </a:r>
            <a:r>
              <a:rPr sz="1800" spc="0" dirty="0" smtClean="0">
                <a:latin typeface="Arial"/>
                <a:cs typeface="Arial"/>
              </a:rPr>
              <a:t>ss</a:t>
            </a:r>
            <a:r>
              <a:rPr sz="1800" spc="4" dirty="0" smtClean="0">
                <a:latin typeface="Arial"/>
                <a:cs typeface="Arial"/>
              </a:rPr>
              <a:t>í</a:t>
            </a: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l</a:t>
            </a:r>
            <a:r>
              <a:rPr sz="1800" spc="1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car</a:t>
            </a:r>
            <a:r>
              <a:rPr sz="1800" spc="25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qu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20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e</a:t>
            </a:r>
            <a:r>
              <a:rPr sz="1800" spc="-9" dirty="0" smtClean="0">
                <a:latin typeface="Arial"/>
                <a:cs typeface="Arial"/>
              </a:rPr>
              <a:t>x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1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ma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9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el</a:t>
            </a:r>
            <a:r>
              <a:rPr sz="1800" spc="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ç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en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re</a:t>
            </a:r>
            <a:r>
              <a:rPr sz="1800" spc="36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37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ssa</a:t>
            </a:r>
            <a:r>
              <a:rPr sz="1800" spc="38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pe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íf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ca</a:t>
            </a:r>
            <a:r>
              <a:rPr sz="1800" spc="36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38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375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luid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37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38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37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u</a:t>
            </a:r>
            <a:r>
              <a:rPr sz="1800" spc="37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pe</a:t>
            </a:r>
            <a:r>
              <a:rPr sz="1800" spc="9" dirty="0" smtClean="0">
                <a:latin typeface="Arial"/>
                <a:cs typeface="Arial"/>
              </a:rPr>
              <a:t>s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370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pe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íf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,</a:t>
            </a:r>
            <a:r>
              <a:rPr sz="1800" spc="36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37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9" dirty="0" smtClean="0">
                <a:latin typeface="Arial"/>
                <a:cs typeface="Arial"/>
              </a:rPr>
              <a:t>s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m, </a:t>
            </a:r>
            <a:r>
              <a:rPr sz="1800" spc="-4" dirty="0" smtClean="0">
                <a:latin typeface="Arial"/>
                <a:cs typeface="Arial"/>
              </a:rPr>
              <a:t>pode</a:t>
            </a:r>
            <a:r>
              <a:rPr sz="1800" spc="0" dirty="0" smtClean="0">
                <a:latin typeface="Arial"/>
                <a:cs typeface="Arial"/>
              </a:rPr>
              <a:t>-</a:t>
            </a:r>
            <a:r>
              <a:rPr sz="1800" spc="9" dirty="0" smtClean="0">
                <a:latin typeface="Arial"/>
                <a:cs typeface="Arial"/>
              </a:rPr>
              <a:t>s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scr</a:t>
            </a:r>
            <a:r>
              <a:rPr sz="1800" spc="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 </a:t>
            </a:r>
            <a:r>
              <a:rPr sz="1800" spc="-4" dirty="0" smtClean="0">
                <a:latin typeface="Arial"/>
                <a:cs typeface="Arial"/>
              </a:rPr>
              <a:t>que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8384" y="4318867"/>
            <a:ext cx="198039" cy="203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202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1289" y="5531449"/>
            <a:ext cx="7982983" cy="2670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05"/>
              </a:lnSpc>
              <a:spcBef>
                <a:spcPts val="105"/>
              </a:spcBef>
            </a:pPr>
            <a:r>
              <a:rPr sz="1800" spc="-4" dirty="0" smtClean="0">
                <a:latin typeface="Arial"/>
                <a:cs typeface="Arial"/>
              </a:rPr>
              <a:t>onde</a:t>
            </a:r>
            <a:r>
              <a:rPr sz="1800" spc="0" dirty="0" smtClean="0">
                <a:latin typeface="Arial"/>
                <a:cs typeface="Arial"/>
              </a:rPr>
              <a:t>,</a:t>
            </a:r>
            <a:r>
              <a:rPr sz="1800" spc="124" dirty="0" smtClean="0">
                <a:latin typeface="Arial"/>
                <a:cs typeface="Arial"/>
              </a:rPr>
              <a:t> </a:t>
            </a:r>
            <a:r>
              <a:rPr sz="1900" spc="-332" dirty="0" smtClean="0">
                <a:latin typeface="Meiryo"/>
                <a:cs typeface="Meiryo"/>
              </a:rPr>
              <a:t>γ</a:t>
            </a:r>
            <a:r>
              <a:rPr sz="1900" spc="-19" dirty="0" smtClean="0">
                <a:latin typeface="Meiryo"/>
                <a:cs typeface="Meiryo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é</a:t>
            </a:r>
            <a:r>
              <a:rPr sz="1800" spc="11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129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</a:t>
            </a:r>
            <a:r>
              <a:rPr sz="1800" spc="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so</a:t>
            </a:r>
            <a:r>
              <a:rPr sz="1800" spc="119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pe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íf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co</a:t>
            </a:r>
            <a:r>
              <a:rPr sz="1800" spc="119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119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lui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,</a:t>
            </a:r>
            <a:r>
              <a:rPr sz="1800" spc="11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W</a:t>
            </a:r>
            <a:r>
              <a:rPr sz="1800" spc="13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é</a:t>
            </a:r>
            <a:r>
              <a:rPr sz="1800" spc="12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139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pe</a:t>
            </a:r>
            <a:r>
              <a:rPr sz="1800" spc="0" dirty="0" smtClean="0">
                <a:latin typeface="Arial"/>
                <a:cs typeface="Arial"/>
              </a:rPr>
              <a:t>so</a:t>
            </a:r>
            <a:r>
              <a:rPr sz="1800" spc="139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129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l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-4" dirty="0" smtClean="0">
                <a:latin typeface="Arial"/>
                <a:cs typeface="Arial"/>
              </a:rPr>
              <a:t>id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13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12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g</a:t>
            </a:r>
            <a:r>
              <a:rPr sz="1800" spc="129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4" dirty="0" smtClean="0">
                <a:latin typeface="Arial"/>
                <a:cs typeface="Arial"/>
              </a:rPr>
              <a:t>e</a:t>
            </a:r>
            <a:r>
              <a:rPr sz="1800" spc="-4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4" dirty="0" smtClean="0">
                <a:latin typeface="Arial"/>
                <a:cs typeface="Arial"/>
              </a:rPr>
              <a:t>e</a:t>
            </a:r>
            <a:r>
              <a:rPr sz="1800" spc="-4" dirty="0" smtClean="0">
                <a:latin typeface="Arial"/>
                <a:cs typeface="Arial"/>
              </a:rPr>
              <a:t>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13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38384" y="5585310"/>
            <a:ext cx="198039" cy="203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35"/>
              </a:lnSpc>
              <a:spcBef>
                <a:spcPts val="76"/>
              </a:spcBef>
            </a:pPr>
            <a:r>
              <a:rPr sz="1400" spc="202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81284" y="5759375"/>
            <a:ext cx="7975035" cy="4734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730"/>
              </a:lnSpc>
              <a:spcBef>
                <a:spcPts val="261"/>
              </a:spcBef>
            </a:pP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ele</a:t>
            </a:r>
            <a:r>
              <a:rPr sz="1800" spc="9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ç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48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49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g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ida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,</a:t>
            </a:r>
            <a:r>
              <a:rPr sz="1800" spc="48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485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unida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485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48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(S</a:t>
            </a:r>
            <a:r>
              <a:rPr sz="1800" spc="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),</a:t>
            </a:r>
            <a:r>
              <a:rPr sz="1800" spc="46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48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pe</a:t>
            </a:r>
            <a:r>
              <a:rPr sz="1800" spc="4" dirty="0" smtClean="0">
                <a:latin typeface="Arial"/>
                <a:cs typeface="Arial"/>
              </a:rPr>
              <a:t>s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48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é</a:t>
            </a:r>
            <a:r>
              <a:rPr sz="1800" spc="475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dad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48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470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,</a:t>
            </a:r>
            <a:r>
              <a:rPr sz="1800" spc="48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 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ele</a:t>
            </a:r>
            <a:r>
              <a:rPr sz="1800" spc="9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ç</a:t>
            </a:r>
            <a:r>
              <a:rPr sz="1800" spc="-4" dirty="0" smtClean="0">
                <a:latin typeface="Arial"/>
                <a:cs typeface="Arial"/>
              </a:rPr>
              <a:t>ã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a </a:t>
            </a:r>
            <a:r>
              <a:rPr sz="1800" spc="-4" dirty="0" smtClean="0">
                <a:latin typeface="Arial"/>
                <a:cs typeface="Arial"/>
              </a:rPr>
              <a:t>g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ad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1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4" dirty="0" smtClean="0">
                <a:latin typeface="Arial"/>
                <a:cs typeface="Arial"/>
              </a:rPr>
              <a:t>/</a:t>
            </a:r>
            <a:r>
              <a:rPr sz="1800" spc="0" dirty="0" smtClean="0">
                <a:latin typeface="Arial"/>
                <a:cs typeface="Arial"/>
              </a:rPr>
              <a:t>s²</a:t>
            </a:r>
            <a:r>
              <a:rPr sz="1800" spc="-4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e o </a:t>
            </a:r>
            <a:r>
              <a:rPr sz="1800" spc="-4" dirty="0" smtClean="0">
                <a:latin typeface="Arial"/>
                <a:cs typeface="Arial"/>
              </a:rPr>
              <a:t>pe</a:t>
            </a:r>
            <a:r>
              <a:rPr sz="1800" spc="0" dirty="0" smtClean="0">
                <a:latin typeface="Arial"/>
                <a:cs typeface="Arial"/>
              </a:rPr>
              <a:t>so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pe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íf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co</a:t>
            </a:r>
            <a:r>
              <a:rPr sz="1800" spc="-9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14" dirty="0" smtClean="0">
                <a:latin typeface="Arial"/>
                <a:cs typeface="Arial"/>
              </a:rPr>
              <a:t> </a:t>
            </a:r>
            <a:r>
              <a:rPr sz="1800" spc="-4" dirty="0" smtClean="0">
                <a:latin typeface="Arial"/>
                <a:cs typeface="Arial"/>
              </a:rPr>
              <a:t>N</a:t>
            </a:r>
            <a:r>
              <a:rPr sz="1800" spc="4" dirty="0" smtClean="0">
                <a:latin typeface="Arial"/>
                <a:cs typeface="Arial"/>
              </a:rPr>
              <a:t>/</a:t>
            </a:r>
            <a:r>
              <a:rPr sz="1800" spc="0" dirty="0" smtClean="0">
                <a:latin typeface="Arial"/>
                <a:cs typeface="Arial"/>
              </a:rPr>
              <a:t>m³.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25218" y="5017007"/>
            <a:ext cx="1407282" cy="3459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2009">
              <a:lnSpc>
                <a:spcPts val="2725"/>
              </a:lnSpc>
              <a:spcBef>
                <a:spcPts val="136"/>
              </a:spcBef>
            </a:pPr>
            <a:r>
              <a:rPr sz="3975" spc="-433" baseline="6485" dirty="0" smtClean="0">
                <a:latin typeface="Meiryo"/>
                <a:cs typeface="Meiryo"/>
              </a:rPr>
              <a:t>γ</a:t>
            </a:r>
            <a:r>
              <a:rPr sz="3975" spc="4" baseline="6485" dirty="0" smtClean="0">
                <a:latin typeface="Meiryo"/>
                <a:cs typeface="Meiryo"/>
              </a:rPr>
              <a:t> </a:t>
            </a:r>
            <a:r>
              <a:rPr sz="3750" spc="-582" baseline="6874" dirty="0" smtClean="0">
                <a:latin typeface="Meiryo"/>
                <a:cs typeface="Meiryo"/>
              </a:rPr>
              <a:t>=</a:t>
            </a:r>
            <a:r>
              <a:rPr sz="3750" spc="-335" baseline="6874" dirty="0" smtClean="0">
                <a:latin typeface="Meiryo"/>
                <a:cs typeface="Meiryo"/>
              </a:rPr>
              <a:t> </a:t>
            </a:r>
            <a:r>
              <a:rPr sz="3975" spc="-465" baseline="6485" dirty="0" smtClean="0">
                <a:latin typeface="Meiryo"/>
                <a:cs typeface="Meiryo"/>
              </a:rPr>
              <a:t>ρ</a:t>
            </a:r>
            <a:r>
              <a:rPr sz="3975" spc="-90" baseline="6485" dirty="0" smtClean="0">
                <a:latin typeface="Meiryo"/>
                <a:cs typeface="Meiryo"/>
              </a:rPr>
              <a:t> </a:t>
            </a:r>
            <a:r>
              <a:rPr sz="3750" spc="-252" baseline="6874" dirty="0" smtClean="0">
                <a:latin typeface="Meiryo"/>
                <a:cs typeface="Meiryo"/>
              </a:rPr>
              <a:t>⋅</a:t>
            </a:r>
            <a:r>
              <a:rPr lang="pt-BR" sz="3750" spc="-252" baseline="6874" dirty="0" smtClean="0">
                <a:latin typeface="Meiryo"/>
                <a:cs typeface="Meiryo"/>
              </a:rPr>
              <a:t> g</a:t>
            </a:r>
            <a:r>
              <a:rPr sz="3750" spc="-296" baseline="6874" dirty="0" smtClean="0">
                <a:latin typeface="Meiryo"/>
                <a:cs typeface="Meiryo"/>
              </a:rPr>
              <a:t> 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98369" y="3563111"/>
            <a:ext cx="1020063" cy="6461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913">
              <a:lnSpc>
                <a:spcPts val="4000"/>
              </a:lnSpc>
              <a:spcBef>
                <a:spcPts val="200"/>
              </a:spcBef>
            </a:pPr>
            <a:r>
              <a:rPr sz="3075" spc="-358" baseline="1676" dirty="0" smtClean="0">
                <a:latin typeface="Meiryo"/>
                <a:cs typeface="Meiryo"/>
              </a:rPr>
              <a:t>γ</a:t>
            </a:r>
            <a:r>
              <a:rPr sz="3075" spc="126" baseline="1676" dirty="0" smtClean="0">
                <a:latin typeface="Meiryo"/>
                <a:cs typeface="Meiryo"/>
              </a:rPr>
              <a:t> </a:t>
            </a:r>
            <a:r>
              <a:rPr sz="2925" spc="-485" baseline="1762" dirty="0" smtClean="0">
                <a:latin typeface="Meiryo"/>
                <a:cs typeface="Meiryo"/>
              </a:rPr>
              <a:t>=</a:t>
            </a:r>
            <a:r>
              <a:rPr sz="2925" spc="-16" baseline="1762" dirty="0" smtClean="0">
                <a:latin typeface="Meiryo"/>
                <a:cs typeface="Meiryo"/>
              </a:rPr>
              <a:t> </a:t>
            </a:r>
            <a:r>
              <a:rPr sz="2925" u="sng" spc="-106" baseline="40137" dirty="0" smtClean="0">
                <a:latin typeface="Times New Roman"/>
                <a:cs typeface="Times New Roman"/>
              </a:rPr>
              <a:t>m</a:t>
            </a:r>
            <a:r>
              <a:rPr sz="2925" u="sng" spc="-974" baseline="40137" dirty="0" smtClean="0">
                <a:latin typeface="Times New Roman"/>
                <a:cs typeface="Times New Roman"/>
              </a:rPr>
              <a:t> </a:t>
            </a:r>
            <a:r>
              <a:rPr sz="2925" u="sng" spc="-190" baseline="23797" dirty="0" smtClean="0">
                <a:latin typeface="Meiryo"/>
                <a:cs typeface="Meiryo"/>
              </a:rPr>
              <a:t>⋅</a:t>
            </a:r>
            <a:r>
              <a:rPr sz="2925" u="sng" spc="-197" baseline="23797" dirty="0" smtClean="0">
                <a:latin typeface="Meiryo"/>
                <a:cs typeface="Meiryo"/>
              </a:rPr>
              <a:t> </a:t>
            </a:r>
            <a:r>
              <a:rPr sz="2925" u="sng" spc="9" baseline="40137" dirty="0" smtClean="0">
                <a:latin typeface="Times New Roman"/>
                <a:cs typeface="Times New Roman"/>
              </a:rPr>
              <a:t>g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69997" y="2161032"/>
            <a:ext cx="878331" cy="7528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485">
              <a:lnSpc>
                <a:spcPts val="4842"/>
              </a:lnSpc>
              <a:spcBef>
                <a:spcPts val="35"/>
              </a:spcBef>
            </a:pPr>
            <a:r>
              <a:rPr sz="2400" spc="-433" dirty="0" smtClean="0">
                <a:latin typeface="Meiryo"/>
                <a:cs typeface="Meiryo"/>
              </a:rPr>
              <a:t>γ</a:t>
            </a:r>
            <a:r>
              <a:rPr sz="2400" spc="163" dirty="0" smtClean="0">
                <a:latin typeface="Meiryo"/>
                <a:cs typeface="Meiryo"/>
              </a:rPr>
              <a:t> </a:t>
            </a:r>
            <a:r>
              <a:rPr sz="2300" spc="-591" dirty="0" smtClean="0">
                <a:latin typeface="Meiryo"/>
                <a:cs typeface="Meiryo"/>
              </a:rPr>
              <a:t>=</a:t>
            </a:r>
            <a:r>
              <a:rPr sz="2300" spc="-254" dirty="0" smtClean="0">
                <a:latin typeface="Meiryo"/>
                <a:cs typeface="Meiryo"/>
              </a:rPr>
              <a:t> </a:t>
            </a:r>
            <a:r>
              <a:rPr sz="3450" spc="0" baseline="36550" dirty="0" smtClean="0">
                <a:latin typeface="Times New Roman"/>
                <a:cs typeface="Times New Roman"/>
              </a:rPr>
              <a:t>W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277495" y="2408422"/>
            <a:ext cx="29413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2" name="object 42"/>
          <p:cNvSpPr txBox="1"/>
          <p:nvPr/>
        </p:nvSpPr>
        <p:spPr>
          <a:xfrm>
            <a:off x="5437599" y="3658106"/>
            <a:ext cx="5935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4481962" y="3994403"/>
            <a:ext cx="1296923" cy="900683"/>
          </a:xfrm>
          <a:custGeom>
            <a:avLst/>
            <a:gdLst/>
            <a:ahLst/>
            <a:cxnLst/>
            <a:rect l="l" t="t" r="r" b="b"/>
            <a:pathLst>
              <a:path w="1296923" h="900683">
                <a:moveTo>
                  <a:pt x="0" y="0"/>
                </a:moveTo>
                <a:lnTo>
                  <a:pt x="0" y="900683"/>
                </a:lnTo>
                <a:lnTo>
                  <a:pt x="1296923" y="900683"/>
                </a:lnTo>
                <a:lnTo>
                  <a:pt x="12969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123570" y="4393687"/>
            <a:ext cx="597402" cy="0"/>
          </a:xfrm>
          <a:custGeom>
            <a:avLst/>
            <a:gdLst/>
            <a:ahLst/>
            <a:cxnLst/>
            <a:rect l="l" t="t" r="r" b="b"/>
            <a:pathLst>
              <a:path w="597402">
                <a:moveTo>
                  <a:pt x="0" y="0"/>
                </a:moveTo>
                <a:lnTo>
                  <a:pt x="597402" y="0"/>
                </a:lnTo>
              </a:path>
            </a:pathLst>
          </a:custGeom>
          <a:ln w="1248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0017" y="1034143"/>
            <a:ext cx="5517395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Peso</a:t>
            </a:r>
            <a:r>
              <a:rPr sz="3600" spc="378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7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79" dirty="0" smtClean="0">
                <a:solidFill>
                  <a:srgbClr val="00CC65"/>
                </a:solidFill>
                <a:latin typeface="Arial"/>
                <a:cs typeface="Arial"/>
              </a:rPr>
              <a:t>f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6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Re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v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1643395"/>
            <a:ext cx="7978494" cy="5237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920"/>
              </a:lnSpc>
              <a:spcBef>
                <a:spcPts val="281"/>
              </a:spcBef>
            </a:pP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4" dirty="0" smtClean="0">
                <a:latin typeface="Arial"/>
                <a:cs typeface="Arial"/>
              </a:rPr>
              <a:t>íf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3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l</a:t>
            </a:r>
            <a:r>
              <a:rPr sz="2000" spc="4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ido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3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udo</a:t>
            </a:r>
            <a:r>
              <a:rPr sz="2000" spc="4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 pe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4" dirty="0" smtClean="0">
                <a:latin typeface="Arial"/>
                <a:cs typeface="Arial"/>
              </a:rPr>
              <a:t>íf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 á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8384" y="169533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1289" y="2496835"/>
            <a:ext cx="798707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520700" algn="l"/>
                <a:tab pos="1803400" algn="l"/>
                <a:tab pos="2222500" algn="l"/>
                <a:tab pos="3492500" algn="l"/>
                <a:tab pos="4419600" algn="l"/>
                <a:tab pos="4699000" algn="l"/>
                <a:tab pos="5384800" algn="l"/>
                <a:tab pos="6654800" algn="l"/>
                <a:tab pos="7073900" algn="l"/>
                <a:tab pos="7772400" algn="l"/>
              </a:tabLst>
            </a:pPr>
            <a:r>
              <a:rPr sz="2000" spc="-4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	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ndi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-9" dirty="0" smtClean="0">
                <a:latin typeface="Arial"/>
                <a:cs typeface="Arial"/>
              </a:rPr>
              <a:t>õe</a:t>
            </a:r>
            <a:r>
              <a:rPr sz="2000" spc="0" dirty="0" smtClean="0">
                <a:latin typeface="Arial"/>
                <a:cs typeface="Arial"/>
              </a:rPr>
              <a:t>s	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	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	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ão	o	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	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4" dirty="0" smtClean="0">
                <a:latin typeface="Arial"/>
                <a:cs typeface="Arial"/>
              </a:rPr>
              <a:t>íf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	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	</a:t>
            </a:r>
            <a:r>
              <a:rPr sz="2000" spc="-9" dirty="0" smtClean="0">
                <a:latin typeface="Arial"/>
                <a:cs typeface="Arial"/>
              </a:rPr>
              <a:t>ág</a:t>
            </a:r>
            <a:r>
              <a:rPr sz="2000" spc="0" dirty="0" smtClean="0">
                <a:latin typeface="Arial"/>
                <a:cs typeface="Arial"/>
              </a:rPr>
              <a:t>ua	é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8384" y="2548772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81289" y="2742199"/>
            <a:ext cx="798642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1000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/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4" dirty="0" smtClean="0">
                <a:latin typeface="Arial"/>
                <a:cs typeface="Arial"/>
              </a:rPr>
              <a:t>³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1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omo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7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4" dirty="0" smtClean="0">
                <a:latin typeface="Arial"/>
                <a:cs typeface="Arial"/>
              </a:rPr>
              <a:t>íf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ela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1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la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ois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9" y="2986039"/>
            <a:ext cx="7980022" cy="5252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930"/>
              </a:lnSpc>
              <a:spcBef>
                <a:spcPts val="276"/>
              </a:spcBef>
            </a:pPr>
            <a:r>
              <a:rPr sz="2000" spc="0" dirty="0" smtClean="0">
                <a:latin typeface="Arial"/>
                <a:cs typeface="Arial"/>
              </a:rPr>
              <a:t>pe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os</a:t>
            </a:r>
            <a:r>
              <a:rPr sz="2000" spc="8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6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9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mo</a:t>
            </a:r>
            <a:r>
              <a:rPr sz="2000" spc="9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9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9" dirty="0" smtClean="0">
                <a:latin typeface="Arial"/>
                <a:cs typeface="Arial"/>
              </a:rPr>
              <a:t>ú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9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adi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ional,</a:t>
            </a:r>
            <a:r>
              <a:rPr sz="2000" spc="9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ou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eja</a:t>
            </a:r>
            <a:r>
              <a:rPr sz="2000" spc="9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não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empla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idade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81107" y="4390944"/>
            <a:ext cx="132561" cy="2005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500"/>
              </a:lnSpc>
              <a:spcBef>
                <a:spcPts val="75"/>
              </a:spcBef>
            </a:pPr>
            <a:r>
              <a:rPr sz="1350" spc="85" dirty="0" smtClean="0">
                <a:latin typeface="Times New Roman"/>
                <a:cs typeface="Times New Roman"/>
              </a:rPr>
              <a:t>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18491" y="4433003"/>
            <a:ext cx="620849" cy="42911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65"/>
              </a:lnSpc>
              <a:spcBef>
                <a:spcPts val="138"/>
              </a:spcBef>
            </a:pPr>
            <a:r>
              <a:rPr sz="2500" spc="-451" dirty="0" smtClean="0">
                <a:latin typeface="Meiryo"/>
                <a:cs typeface="Meiryo"/>
              </a:rPr>
              <a:t>γ</a:t>
            </a:r>
            <a:r>
              <a:rPr sz="2500" spc="-369" dirty="0" smtClean="0">
                <a:latin typeface="Meiryo"/>
                <a:cs typeface="Meiryo"/>
              </a:rPr>
              <a:t> </a:t>
            </a:r>
            <a:r>
              <a:rPr sz="2025" spc="0" baseline="-23619" dirty="0" smtClean="0">
                <a:latin typeface="Times New Roman"/>
                <a:cs typeface="Times New Roman"/>
              </a:rPr>
              <a:t>H </a:t>
            </a:r>
            <a:r>
              <a:rPr sz="2025" spc="54" baseline="-23619" dirty="0" smtClean="0">
                <a:latin typeface="Times New Roman"/>
                <a:cs typeface="Times New Roman"/>
              </a:rPr>
              <a:t> </a:t>
            </a:r>
            <a:r>
              <a:rPr sz="2025" spc="19" baseline="-23619" dirty="0" smtClean="0">
                <a:latin typeface="Times New Roman"/>
                <a:cs typeface="Times New Roman"/>
              </a:rPr>
              <a:t>O</a:t>
            </a:r>
            <a:endParaRPr sz="1350">
              <a:latin typeface="Times New Roman"/>
              <a:cs typeface="Times New Roman"/>
            </a:endParaRPr>
          </a:p>
          <a:p>
            <a:pPr marL="343407" marR="55393">
              <a:lnSpc>
                <a:spcPts val="525"/>
              </a:lnSpc>
            </a:pPr>
            <a:r>
              <a:rPr sz="1425" spc="14" baseline="6102" dirty="0" smtClean="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81962" y="3994403"/>
            <a:ext cx="1309623" cy="9006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0485">
              <a:lnSpc>
                <a:spcPts val="4845"/>
              </a:lnSpc>
              <a:spcBef>
                <a:spcPts val="242"/>
              </a:spcBef>
              <a:tabLst>
                <a:tab pos="393700" algn="l"/>
                <a:tab pos="838200" algn="l"/>
              </a:tabLst>
            </a:pPr>
            <a:r>
              <a:rPr sz="3750" spc="-451" baseline="2062" dirty="0" smtClean="0">
                <a:latin typeface="Meiryo"/>
                <a:cs typeface="Meiryo"/>
              </a:rPr>
              <a:t>γ</a:t>
            </a:r>
            <a:r>
              <a:rPr sz="3750" spc="0" baseline="2062" dirty="0" smtClean="0">
                <a:latin typeface="Meiryo"/>
                <a:cs typeface="Meiryo"/>
              </a:rPr>
              <a:t>	</a:t>
            </a:r>
            <a:r>
              <a:rPr sz="3525" spc="-604" baseline="2194" dirty="0" smtClean="0">
                <a:latin typeface="Meiryo"/>
                <a:cs typeface="Meiryo"/>
              </a:rPr>
              <a:t>=</a:t>
            </a:r>
            <a:r>
              <a:rPr sz="3525" spc="0" baseline="2194" dirty="0" smtClean="0">
                <a:latin typeface="Meiryo"/>
                <a:cs typeface="Meiryo"/>
              </a:rPr>
              <a:t>	</a:t>
            </a:r>
            <a:r>
              <a:rPr sz="3750" spc="-451" baseline="22686" dirty="0" smtClean="0">
                <a:latin typeface="Meiryo"/>
                <a:cs typeface="Meiryo"/>
              </a:rPr>
              <a:t>γ</a:t>
            </a:r>
            <a:endParaRPr sz="2500">
              <a:latin typeface="Meiryo"/>
              <a:cs typeface="Meiry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23570" y="4253987"/>
            <a:ext cx="59740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7392802" y="5460492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35402" y="5460492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278002" y="5460492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20605" y="5460492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92802" y="5126735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335402" y="5126735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278002" y="5126735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20605" y="5126735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92802" y="4794504"/>
            <a:ext cx="2057399" cy="332231"/>
          </a:xfrm>
          <a:custGeom>
            <a:avLst/>
            <a:gdLst/>
            <a:ahLst/>
            <a:cxnLst/>
            <a:rect l="l" t="t" r="r" b="b"/>
            <a:pathLst>
              <a:path w="2057399" h="332231">
                <a:moveTo>
                  <a:pt x="0" y="0"/>
                </a:moveTo>
                <a:lnTo>
                  <a:pt x="0" y="332231"/>
                </a:lnTo>
                <a:lnTo>
                  <a:pt x="2057399" y="332231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335402" y="4794504"/>
            <a:ext cx="2057399" cy="332231"/>
          </a:xfrm>
          <a:custGeom>
            <a:avLst/>
            <a:gdLst/>
            <a:ahLst/>
            <a:cxnLst/>
            <a:rect l="l" t="t" r="r" b="b"/>
            <a:pathLst>
              <a:path w="2057399" h="332231">
                <a:moveTo>
                  <a:pt x="0" y="0"/>
                </a:moveTo>
                <a:lnTo>
                  <a:pt x="0" y="332231"/>
                </a:lnTo>
                <a:lnTo>
                  <a:pt x="2057399" y="332231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78002" y="4794504"/>
            <a:ext cx="2057399" cy="332231"/>
          </a:xfrm>
          <a:custGeom>
            <a:avLst/>
            <a:gdLst/>
            <a:ahLst/>
            <a:cxnLst/>
            <a:rect l="l" t="t" r="r" b="b"/>
            <a:pathLst>
              <a:path w="2057399" h="332231">
                <a:moveTo>
                  <a:pt x="0" y="0"/>
                </a:moveTo>
                <a:lnTo>
                  <a:pt x="0" y="332231"/>
                </a:lnTo>
                <a:lnTo>
                  <a:pt x="2057399" y="332231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20605" y="4794504"/>
            <a:ext cx="2057399" cy="332231"/>
          </a:xfrm>
          <a:custGeom>
            <a:avLst/>
            <a:gdLst/>
            <a:ahLst/>
            <a:cxnLst/>
            <a:rect l="l" t="t" r="r" b="b"/>
            <a:pathLst>
              <a:path w="2057399" h="332231">
                <a:moveTo>
                  <a:pt x="0" y="0"/>
                </a:moveTo>
                <a:lnTo>
                  <a:pt x="0" y="332231"/>
                </a:lnTo>
                <a:lnTo>
                  <a:pt x="2057399" y="332231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392802" y="4460748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335402" y="4460748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278002" y="4460748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220605" y="4460748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392802" y="4126992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335402" y="4126992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278002" y="4126992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220605" y="4126992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392802" y="3793235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335402" y="3793235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278002" y="3793235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220605" y="3793235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392802" y="3461004"/>
            <a:ext cx="2057399" cy="332231"/>
          </a:xfrm>
          <a:custGeom>
            <a:avLst/>
            <a:gdLst/>
            <a:ahLst/>
            <a:cxnLst/>
            <a:rect l="l" t="t" r="r" b="b"/>
            <a:pathLst>
              <a:path w="2057399" h="332231">
                <a:moveTo>
                  <a:pt x="0" y="0"/>
                </a:moveTo>
                <a:lnTo>
                  <a:pt x="0" y="332231"/>
                </a:lnTo>
                <a:lnTo>
                  <a:pt x="2057399" y="332231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335402" y="3461004"/>
            <a:ext cx="2057399" cy="332231"/>
          </a:xfrm>
          <a:custGeom>
            <a:avLst/>
            <a:gdLst/>
            <a:ahLst/>
            <a:cxnLst/>
            <a:rect l="l" t="t" r="r" b="b"/>
            <a:pathLst>
              <a:path w="2057399" h="332231">
                <a:moveTo>
                  <a:pt x="0" y="0"/>
                </a:moveTo>
                <a:lnTo>
                  <a:pt x="0" y="332231"/>
                </a:lnTo>
                <a:lnTo>
                  <a:pt x="2057399" y="332231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278002" y="3461004"/>
            <a:ext cx="2057399" cy="332231"/>
          </a:xfrm>
          <a:custGeom>
            <a:avLst/>
            <a:gdLst/>
            <a:ahLst/>
            <a:cxnLst/>
            <a:rect l="l" t="t" r="r" b="b"/>
            <a:pathLst>
              <a:path w="2057399" h="332231">
                <a:moveTo>
                  <a:pt x="0" y="0"/>
                </a:moveTo>
                <a:lnTo>
                  <a:pt x="0" y="332231"/>
                </a:lnTo>
                <a:lnTo>
                  <a:pt x="2057399" y="332231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20605" y="3461004"/>
            <a:ext cx="2057399" cy="332231"/>
          </a:xfrm>
          <a:custGeom>
            <a:avLst/>
            <a:gdLst/>
            <a:ahLst/>
            <a:cxnLst/>
            <a:rect l="l" t="t" r="r" b="b"/>
            <a:pathLst>
              <a:path w="2057399" h="332231">
                <a:moveTo>
                  <a:pt x="0" y="0"/>
                </a:moveTo>
                <a:lnTo>
                  <a:pt x="0" y="332231"/>
                </a:lnTo>
                <a:lnTo>
                  <a:pt x="2057399" y="332231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392802" y="3127247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335402" y="3127247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278002" y="3127247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220605" y="3127247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392802" y="2793491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335402" y="2793491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278002" y="2793491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220605" y="2793491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7392802" y="2459736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335402" y="2459736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278002" y="2459736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98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220605" y="2459736"/>
            <a:ext cx="2057399" cy="333755"/>
          </a:xfrm>
          <a:custGeom>
            <a:avLst/>
            <a:gdLst/>
            <a:ahLst/>
            <a:cxnLst/>
            <a:rect l="l" t="t" r="r" b="b"/>
            <a:pathLst>
              <a:path w="2057399" h="333755">
                <a:moveTo>
                  <a:pt x="0" y="0"/>
                </a:moveTo>
                <a:lnTo>
                  <a:pt x="0" y="333755"/>
                </a:lnTo>
                <a:lnTo>
                  <a:pt x="2057399" y="333755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392802" y="1908048"/>
            <a:ext cx="2057399" cy="551687"/>
          </a:xfrm>
          <a:custGeom>
            <a:avLst/>
            <a:gdLst/>
            <a:ahLst/>
            <a:cxnLst/>
            <a:rect l="l" t="t" r="r" b="b"/>
            <a:pathLst>
              <a:path w="2057399" h="551687">
                <a:moveTo>
                  <a:pt x="0" y="0"/>
                </a:moveTo>
                <a:lnTo>
                  <a:pt x="0" y="551687"/>
                </a:lnTo>
                <a:lnTo>
                  <a:pt x="2057399" y="551687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335402" y="1908048"/>
            <a:ext cx="2057399" cy="551687"/>
          </a:xfrm>
          <a:custGeom>
            <a:avLst/>
            <a:gdLst/>
            <a:ahLst/>
            <a:cxnLst/>
            <a:rect l="l" t="t" r="r" b="b"/>
            <a:pathLst>
              <a:path w="2057399" h="551687">
                <a:moveTo>
                  <a:pt x="0" y="0"/>
                </a:moveTo>
                <a:lnTo>
                  <a:pt x="0" y="551687"/>
                </a:lnTo>
                <a:lnTo>
                  <a:pt x="2057399" y="551687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278002" y="1908048"/>
            <a:ext cx="2057399" cy="551687"/>
          </a:xfrm>
          <a:custGeom>
            <a:avLst/>
            <a:gdLst/>
            <a:ahLst/>
            <a:cxnLst/>
            <a:rect l="l" t="t" r="r" b="b"/>
            <a:pathLst>
              <a:path w="2057399" h="551687">
                <a:moveTo>
                  <a:pt x="0" y="0"/>
                </a:moveTo>
                <a:lnTo>
                  <a:pt x="0" y="551687"/>
                </a:lnTo>
                <a:lnTo>
                  <a:pt x="2057399" y="551687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220605" y="1908048"/>
            <a:ext cx="2057399" cy="551687"/>
          </a:xfrm>
          <a:custGeom>
            <a:avLst/>
            <a:gdLst/>
            <a:ahLst/>
            <a:cxnLst/>
            <a:rect l="l" t="t" r="r" b="b"/>
            <a:pathLst>
              <a:path w="2057399" h="551687">
                <a:moveTo>
                  <a:pt x="0" y="0"/>
                </a:moveTo>
                <a:lnTo>
                  <a:pt x="0" y="551687"/>
                </a:lnTo>
                <a:lnTo>
                  <a:pt x="2057399" y="551687"/>
                </a:lnTo>
                <a:lnTo>
                  <a:pt x="2057399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220605" y="1908048"/>
            <a:ext cx="8229596" cy="0"/>
          </a:xfrm>
          <a:custGeom>
            <a:avLst/>
            <a:gdLst/>
            <a:ahLst/>
            <a:cxnLst/>
            <a:rect l="l" t="t" r="r" b="b"/>
            <a:pathLst>
              <a:path w="8229596">
                <a:moveTo>
                  <a:pt x="0" y="0"/>
                </a:moveTo>
                <a:lnTo>
                  <a:pt x="822959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220605" y="5794248"/>
            <a:ext cx="8229596" cy="0"/>
          </a:xfrm>
          <a:custGeom>
            <a:avLst/>
            <a:gdLst/>
            <a:ahLst/>
            <a:cxnLst/>
            <a:rect l="l" t="t" r="r" b="b"/>
            <a:pathLst>
              <a:path w="8229596">
                <a:moveTo>
                  <a:pt x="0" y="0"/>
                </a:moveTo>
                <a:lnTo>
                  <a:pt x="822959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220605" y="1908048"/>
            <a:ext cx="0" cy="3886199"/>
          </a:xfrm>
          <a:custGeom>
            <a:avLst/>
            <a:gdLst/>
            <a:ahLst/>
            <a:cxnLst/>
            <a:rect l="l" t="t" r="r" b="b"/>
            <a:pathLst>
              <a:path h="3886199">
                <a:moveTo>
                  <a:pt x="0" y="0"/>
                </a:moveTo>
                <a:lnTo>
                  <a:pt x="0" y="38861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9450202" y="1908048"/>
            <a:ext cx="0" cy="3886199"/>
          </a:xfrm>
          <a:custGeom>
            <a:avLst/>
            <a:gdLst/>
            <a:ahLst/>
            <a:cxnLst/>
            <a:rect l="l" t="t" r="r" b="b"/>
            <a:pathLst>
              <a:path h="3886199">
                <a:moveTo>
                  <a:pt x="0" y="0"/>
                </a:moveTo>
                <a:lnTo>
                  <a:pt x="0" y="38861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220605" y="2459736"/>
            <a:ext cx="8229596" cy="0"/>
          </a:xfrm>
          <a:custGeom>
            <a:avLst/>
            <a:gdLst/>
            <a:ahLst/>
            <a:cxnLst/>
            <a:rect l="l" t="t" r="r" b="b"/>
            <a:pathLst>
              <a:path w="8229596">
                <a:moveTo>
                  <a:pt x="0" y="0"/>
                </a:moveTo>
                <a:lnTo>
                  <a:pt x="822959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278002" y="1908048"/>
            <a:ext cx="0" cy="3886199"/>
          </a:xfrm>
          <a:custGeom>
            <a:avLst/>
            <a:gdLst/>
            <a:ahLst/>
            <a:cxnLst/>
            <a:rect l="l" t="t" r="r" b="b"/>
            <a:pathLst>
              <a:path h="3886199">
                <a:moveTo>
                  <a:pt x="0" y="0"/>
                </a:moveTo>
                <a:lnTo>
                  <a:pt x="0" y="38861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335402" y="1908048"/>
            <a:ext cx="0" cy="3886199"/>
          </a:xfrm>
          <a:custGeom>
            <a:avLst/>
            <a:gdLst/>
            <a:ahLst/>
            <a:cxnLst/>
            <a:rect l="l" t="t" r="r" b="b"/>
            <a:pathLst>
              <a:path h="3886199">
                <a:moveTo>
                  <a:pt x="0" y="0"/>
                </a:moveTo>
                <a:lnTo>
                  <a:pt x="0" y="38861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392802" y="1908048"/>
            <a:ext cx="0" cy="3886199"/>
          </a:xfrm>
          <a:custGeom>
            <a:avLst/>
            <a:gdLst/>
            <a:ahLst/>
            <a:cxnLst/>
            <a:rect l="l" t="t" r="r" b="b"/>
            <a:pathLst>
              <a:path h="3886199">
                <a:moveTo>
                  <a:pt x="0" y="0"/>
                </a:moveTo>
                <a:lnTo>
                  <a:pt x="0" y="3886199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220605" y="2793491"/>
            <a:ext cx="8229596" cy="0"/>
          </a:xfrm>
          <a:custGeom>
            <a:avLst/>
            <a:gdLst/>
            <a:ahLst/>
            <a:cxnLst/>
            <a:rect l="l" t="t" r="r" b="b"/>
            <a:pathLst>
              <a:path w="8229596">
                <a:moveTo>
                  <a:pt x="0" y="0"/>
                </a:moveTo>
                <a:lnTo>
                  <a:pt x="822959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220605" y="3127247"/>
            <a:ext cx="8229596" cy="0"/>
          </a:xfrm>
          <a:custGeom>
            <a:avLst/>
            <a:gdLst/>
            <a:ahLst/>
            <a:cxnLst/>
            <a:rect l="l" t="t" r="r" b="b"/>
            <a:pathLst>
              <a:path w="8229596">
                <a:moveTo>
                  <a:pt x="0" y="0"/>
                </a:moveTo>
                <a:lnTo>
                  <a:pt x="822959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220605" y="3461004"/>
            <a:ext cx="8229596" cy="0"/>
          </a:xfrm>
          <a:custGeom>
            <a:avLst/>
            <a:gdLst/>
            <a:ahLst/>
            <a:cxnLst/>
            <a:rect l="l" t="t" r="r" b="b"/>
            <a:pathLst>
              <a:path w="8229596">
                <a:moveTo>
                  <a:pt x="0" y="0"/>
                </a:moveTo>
                <a:lnTo>
                  <a:pt x="822959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220605" y="3793235"/>
            <a:ext cx="8229596" cy="0"/>
          </a:xfrm>
          <a:custGeom>
            <a:avLst/>
            <a:gdLst/>
            <a:ahLst/>
            <a:cxnLst/>
            <a:rect l="l" t="t" r="r" b="b"/>
            <a:pathLst>
              <a:path w="8229596">
                <a:moveTo>
                  <a:pt x="0" y="0"/>
                </a:moveTo>
                <a:lnTo>
                  <a:pt x="822959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220605" y="4126992"/>
            <a:ext cx="8229596" cy="0"/>
          </a:xfrm>
          <a:custGeom>
            <a:avLst/>
            <a:gdLst/>
            <a:ahLst/>
            <a:cxnLst/>
            <a:rect l="l" t="t" r="r" b="b"/>
            <a:pathLst>
              <a:path w="8229596">
                <a:moveTo>
                  <a:pt x="0" y="0"/>
                </a:moveTo>
                <a:lnTo>
                  <a:pt x="822959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220605" y="4460748"/>
            <a:ext cx="8229596" cy="0"/>
          </a:xfrm>
          <a:custGeom>
            <a:avLst/>
            <a:gdLst/>
            <a:ahLst/>
            <a:cxnLst/>
            <a:rect l="l" t="t" r="r" b="b"/>
            <a:pathLst>
              <a:path w="8229596">
                <a:moveTo>
                  <a:pt x="0" y="0"/>
                </a:moveTo>
                <a:lnTo>
                  <a:pt x="822959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220605" y="4794504"/>
            <a:ext cx="8229596" cy="0"/>
          </a:xfrm>
          <a:custGeom>
            <a:avLst/>
            <a:gdLst/>
            <a:ahLst/>
            <a:cxnLst/>
            <a:rect l="l" t="t" r="r" b="b"/>
            <a:pathLst>
              <a:path w="8229596">
                <a:moveTo>
                  <a:pt x="0" y="0"/>
                </a:moveTo>
                <a:lnTo>
                  <a:pt x="822959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220605" y="5126735"/>
            <a:ext cx="8229596" cy="0"/>
          </a:xfrm>
          <a:custGeom>
            <a:avLst/>
            <a:gdLst/>
            <a:ahLst/>
            <a:cxnLst/>
            <a:rect l="l" t="t" r="r" b="b"/>
            <a:pathLst>
              <a:path w="8229596">
                <a:moveTo>
                  <a:pt x="0" y="0"/>
                </a:moveTo>
                <a:lnTo>
                  <a:pt x="822959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220605" y="5460492"/>
            <a:ext cx="8229596" cy="0"/>
          </a:xfrm>
          <a:custGeom>
            <a:avLst/>
            <a:gdLst/>
            <a:ahLst/>
            <a:cxnLst/>
            <a:rect l="l" t="t" r="r" b="b"/>
            <a:pathLst>
              <a:path w="8229596">
                <a:moveTo>
                  <a:pt x="0" y="0"/>
                </a:moveTo>
                <a:lnTo>
                  <a:pt x="8229596" y="0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310017" y="1277983"/>
            <a:ext cx="155447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b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endParaRPr sz="3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884399" y="1277983"/>
            <a:ext cx="64006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endParaRPr sz="36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544372" y="1277983"/>
            <a:ext cx="3029635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593919" y="1277983"/>
            <a:ext cx="920549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534381" y="1277983"/>
            <a:ext cx="173314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F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3600" spc="209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220605" y="1908047"/>
            <a:ext cx="2057396" cy="5516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62257" marR="750953" algn="ctr">
              <a:lnSpc>
                <a:spcPct val="95825"/>
              </a:lnSpc>
              <a:spcBef>
                <a:spcPts val="400"/>
              </a:spcBef>
            </a:pPr>
            <a:r>
              <a:rPr sz="1200" spc="-14" dirty="0" smtClean="0">
                <a:latin typeface="Times New Roman"/>
                <a:cs typeface="Times New Roman"/>
              </a:rPr>
              <a:t>L</a:t>
            </a:r>
            <a:r>
              <a:rPr sz="1200" spc="11" dirty="0" smtClean="0">
                <a:latin typeface="Times New Roman"/>
                <a:cs typeface="Times New Roman"/>
              </a:rPr>
              <a:t>í</a:t>
            </a:r>
            <a:r>
              <a:rPr sz="1200" spc="0" dirty="0" smtClean="0">
                <a:latin typeface="Times New Roman"/>
                <a:cs typeface="Times New Roman"/>
              </a:rPr>
              <a:t>qu</a:t>
            </a:r>
            <a:r>
              <a:rPr sz="1200" spc="1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do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278001" y="1908047"/>
            <a:ext cx="2070099" cy="5516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0214">
              <a:lnSpc>
                <a:spcPts val="2100"/>
              </a:lnSpc>
              <a:spcBef>
                <a:spcPts val="105"/>
              </a:spcBef>
            </a:pPr>
            <a:r>
              <a:rPr sz="1800" spc="0" baseline="7246" dirty="0" smtClean="0">
                <a:latin typeface="Times New Roman"/>
                <a:cs typeface="Times New Roman"/>
              </a:rPr>
              <a:t>M</a:t>
            </a:r>
            <a:r>
              <a:rPr sz="1800" spc="-4" baseline="7246" dirty="0" smtClean="0">
                <a:latin typeface="Times New Roman"/>
                <a:cs typeface="Times New Roman"/>
              </a:rPr>
              <a:t>a</a:t>
            </a:r>
            <a:r>
              <a:rPr sz="1800" spc="0" baseline="7246" dirty="0" smtClean="0">
                <a:latin typeface="Times New Roman"/>
                <a:cs typeface="Times New Roman"/>
              </a:rPr>
              <a:t>ssa</a:t>
            </a:r>
            <a:r>
              <a:rPr sz="1800" spc="-4" baseline="7246" dirty="0" smtClean="0">
                <a:latin typeface="Times New Roman"/>
                <a:cs typeface="Times New Roman"/>
              </a:rPr>
              <a:t> </a:t>
            </a:r>
            <a:r>
              <a:rPr sz="1800" spc="0" baseline="7246" dirty="0" smtClean="0">
                <a:latin typeface="Times New Roman"/>
                <a:cs typeface="Times New Roman"/>
              </a:rPr>
              <a:t>Esp</a:t>
            </a:r>
            <a:r>
              <a:rPr sz="1800" spc="4" baseline="7246" dirty="0" smtClean="0">
                <a:latin typeface="Times New Roman"/>
                <a:cs typeface="Times New Roman"/>
              </a:rPr>
              <a:t>e</a:t>
            </a:r>
            <a:r>
              <a:rPr sz="1800" spc="-4" baseline="7246" dirty="0" smtClean="0">
                <a:latin typeface="Times New Roman"/>
                <a:cs typeface="Times New Roman"/>
              </a:rPr>
              <a:t>c</a:t>
            </a:r>
            <a:r>
              <a:rPr sz="1800" spc="4" baseline="7246" dirty="0" smtClean="0">
                <a:latin typeface="Times New Roman"/>
                <a:cs typeface="Times New Roman"/>
              </a:rPr>
              <a:t>í</a:t>
            </a:r>
            <a:r>
              <a:rPr sz="1800" spc="-4" baseline="7246" dirty="0" smtClean="0">
                <a:latin typeface="Times New Roman"/>
                <a:cs typeface="Times New Roman"/>
              </a:rPr>
              <a:t>f</a:t>
            </a:r>
            <a:r>
              <a:rPr sz="1800" spc="14" baseline="7246" dirty="0" smtClean="0">
                <a:latin typeface="Times New Roman"/>
                <a:cs typeface="Times New Roman"/>
              </a:rPr>
              <a:t>i</a:t>
            </a:r>
            <a:r>
              <a:rPr sz="1800" spc="4" baseline="7246" dirty="0" smtClean="0">
                <a:latin typeface="Times New Roman"/>
                <a:cs typeface="Times New Roman"/>
              </a:rPr>
              <a:t>c</a:t>
            </a:r>
            <a:r>
              <a:rPr sz="1800" spc="0" baseline="7246" dirty="0" smtClean="0">
                <a:latin typeface="Times New Roman"/>
                <a:cs typeface="Times New Roman"/>
              </a:rPr>
              <a:t>a</a:t>
            </a:r>
            <a:r>
              <a:rPr sz="1800" spc="-11" baseline="7246" dirty="0" smtClean="0">
                <a:latin typeface="Times New Roman"/>
                <a:cs typeface="Times New Roman"/>
              </a:rPr>
              <a:t> </a:t>
            </a:r>
            <a:r>
              <a:rPr sz="1800" spc="0" baseline="7246" dirty="0" smtClean="0">
                <a:latin typeface="Times New Roman"/>
                <a:cs typeface="Times New Roman"/>
              </a:rPr>
              <a:t>-</a:t>
            </a:r>
            <a:r>
              <a:rPr sz="1800" spc="4" baseline="7246" dirty="0" smtClean="0">
                <a:latin typeface="Times New Roman"/>
                <a:cs typeface="Times New Roman"/>
              </a:rPr>
              <a:t> </a:t>
            </a:r>
            <a:r>
              <a:rPr sz="1875" spc="-105" baseline="4124" dirty="0" smtClean="0">
                <a:latin typeface="Meiryo"/>
                <a:cs typeface="Meiryo"/>
              </a:rPr>
              <a:t>ρ</a:t>
            </a:r>
            <a:r>
              <a:rPr sz="1875" spc="-124" baseline="4124" dirty="0" smtClean="0">
                <a:latin typeface="Meiryo"/>
                <a:cs typeface="Meiryo"/>
              </a:rPr>
              <a:t> </a:t>
            </a:r>
            <a:r>
              <a:rPr sz="1800" spc="-4" baseline="7246" dirty="0" smtClean="0">
                <a:latin typeface="Times New Roman"/>
                <a:cs typeface="Times New Roman"/>
              </a:rPr>
              <a:t>(</a:t>
            </a:r>
            <a:r>
              <a:rPr sz="1800" spc="9" baseline="7246" dirty="0" smtClean="0">
                <a:latin typeface="Times New Roman"/>
                <a:cs typeface="Times New Roman"/>
              </a:rPr>
              <a:t>k</a:t>
            </a:r>
            <a:r>
              <a:rPr sz="1800" spc="0" baseline="7246" dirty="0" smtClean="0">
                <a:latin typeface="Times New Roman"/>
                <a:cs typeface="Times New Roman"/>
              </a:rPr>
              <a:t>g</a:t>
            </a:r>
            <a:r>
              <a:rPr sz="1800" spc="4" baseline="7246" dirty="0" smtClean="0">
                <a:latin typeface="Times New Roman"/>
                <a:cs typeface="Times New Roman"/>
              </a:rPr>
              <a:t>/</a:t>
            </a:r>
            <a:r>
              <a:rPr sz="1800" spc="0" baseline="7246" dirty="0" smtClean="0">
                <a:latin typeface="Times New Roman"/>
                <a:cs typeface="Times New Roman"/>
              </a:rPr>
              <a:t>m³)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335401" y="1908047"/>
            <a:ext cx="2070099" cy="5516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9461">
              <a:lnSpc>
                <a:spcPts val="2100"/>
              </a:lnSpc>
              <a:spcBef>
                <a:spcPts val="105"/>
              </a:spcBef>
            </a:pPr>
            <a:r>
              <a:rPr sz="1800" spc="4" baseline="7246" dirty="0" smtClean="0">
                <a:latin typeface="Times New Roman"/>
                <a:cs typeface="Times New Roman"/>
              </a:rPr>
              <a:t>P</a:t>
            </a:r>
            <a:r>
              <a:rPr sz="1800" spc="-4" baseline="7246" dirty="0" smtClean="0">
                <a:latin typeface="Times New Roman"/>
                <a:cs typeface="Times New Roman"/>
              </a:rPr>
              <a:t>e</a:t>
            </a:r>
            <a:r>
              <a:rPr sz="1800" spc="0" baseline="7246" dirty="0" smtClean="0">
                <a:latin typeface="Times New Roman"/>
                <a:cs typeface="Times New Roman"/>
              </a:rPr>
              <a:t>so Esp</a:t>
            </a:r>
            <a:r>
              <a:rPr sz="1800" spc="-4" baseline="7246" dirty="0" smtClean="0">
                <a:latin typeface="Times New Roman"/>
                <a:cs typeface="Times New Roman"/>
              </a:rPr>
              <a:t>ec</a:t>
            </a:r>
            <a:r>
              <a:rPr sz="1800" spc="14" baseline="7246" dirty="0" smtClean="0">
                <a:latin typeface="Times New Roman"/>
                <a:cs typeface="Times New Roman"/>
              </a:rPr>
              <a:t>í</a:t>
            </a:r>
            <a:r>
              <a:rPr sz="1800" spc="-4" baseline="7246" dirty="0" smtClean="0">
                <a:latin typeface="Times New Roman"/>
                <a:cs typeface="Times New Roman"/>
              </a:rPr>
              <a:t>f</a:t>
            </a:r>
            <a:r>
              <a:rPr sz="1800" spc="4" baseline="7246" dirty="0" smtClean="0">
                <a:latin typeface="Times New Roman"/>
                <a:cs typeface="Times New Roman"/>
              </a:rPr>
              <a:t>i</a:t>
            </a:r>
            <a:r>
              <a:rPr sz="1800" spc="-4" baseline="7246" dirty="0" smtClean="0">
                <a:latin typeface="Times New Roman"/>
                <a:cs typeface="Times New Roman"/>
              </a:rPr>
              <a:t>c</a:t>
            </a:r>
            <a:r>
              <a:rPr sz="1800" spc="0" baseline="7246" dirty="0" smtClean="0">
                <a:latin typeface="Times New Roman"/>
                <a:cs typeface="Times New Roman"/>
              </a:rPr>
              <a:t>o</a:t>
            </a:r>
            <a:r>
              <a:rPr sz="1800" spc="3" baseline="7246" dirty="0" smtClean="0">
                <a:latin typeface="Times New Roman"/>
                <a:cs typeface="Times New Roman"/>
              </a:rPr>
              <a:t> </a:t>
            </a:r>
            <a:r>
              <a:rPr sz="1800" spc="0" baseline="7246" dirty="0" smtClean="0">
                <a:latin typeface="Times New Roman"/>
                <a:cs typeface="Times New Roman"/>
              </a:rPr>
              <a:t>-</a:t>
            </a:r>
            <a:r>
              <a:rPr sz="1800" spc="-4" baseline="7246" dirty="0" smtClean="0">
                <a:latin typeface="Times New Roman"/>
                <a:cs typeface="Times New Roman"/>
              </a:rPr>
              <a:t> </a:t>
            </a:r>
            <a:r>
              <a:rPr sz="1875" spc="-211" baseline="4124" dirty="0" smtClean="0">
                <a:latin typeface="Meiryo"/>
                <a:cs typeface="Meiryo"/>
              </a:rPr>
              <a:t>γ</a:t>
            </a:r>
            <a:r>
              <a:rPr sz="1875" spc="-125" baseline="4124" dirty="0" smtClean="0">
                <a:latin typeface="Meiryo"/>
                <a:cs typeface="Meiryo"/>
              </a:rPr>
              <a:t> </a:t>
            </a:r>
            <a:r>
              <a:rPr sz="1800" spc="-4" baseline="7246" dirty="0" smtClean="0">
                <a:latin typeface="Times New Roman"/>
                <a:cs typeface="Times New Roman"/>
              </a:rPr>
              <a:t>(N</a:t>
            </a:r>
            <a:r>
              <a:rPr sz="1800" spc="4" baseline="7246" dirty="0" smtClean="0">
                <a:latin typeface="Times New Roman"/>
                <a:cs typeface="Times New Roman"/>
              </a:rPr>
              <a:t>/</a:t>
            </a:r>
            <a:r>
              <a:rPr sz="1800" spc="14" baseline="7246" dirty="0" smtClean="0">
                <a:latin typeface="Times New Roman"/>
                <a:cs typeface="Times New Roman"/>
              </a:rPr>
              <a:t>m</a:t>
            </a:r>
            <a:r>
              <a:rPr sz="1800" spc="0" baseline="7246" dirty="0" smtClean="0">
                <a:latin typeface="Times New Roman"/>
                <a:cs typeface="Times New Roman"/>
              </a:rPr>
              <a:t>³)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7392802" y="1908047"/>
            <a:ext cx="2070099" cy="5516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1548">
              <a:lnSpc>
                <a:spcPts val="2120"/>
              </a:lnSpc>
              <a:spcBef>
                <a:spcPts val="106"/>
              </a:spcBef>
            </a:pPr>
            <a:r>
              <a:rPr sz="1800" spc="4" baseline="7246" dirty="0" smtClean="0">
                <a:latin typeface="Times New Roman"/>
                <a:cs typeface="Times New Roman"/>
              </a:rPr>
              <a:t>P</a:t>
            </a:r>
            <a:r>
              <a:rPr sz="1800" spc="-4" baseline="7246" dirty="0" smtClean="0">
                <a:latin typeface="Times New Roman"/>
                <a:cs typeface="Times New Roman"/>
              </a:rPr>
              <a:t>e</a:t>
            </a:r>
            <a:r>
              <a:rPr sz="1800" spc="0" baseline="7246" dirty="0" smtClean="0">
                <a:latin typeface="Times New Roman"/>
                <a:cs typeface="Times New Roman"/>
              </a:rPr>
              <a:t>so </a:t>
            </a:r>
            <a:r>
              <a:rPr sz="1800" spc="-4" baseline="7246" dirty="0" smtClean="0">
                <a:latin typeface="Times New Roman"/>
                <a:cs typeface="Times New Roman"/>
              </a:rPr>
              <a:t>e</a:t>
            </a:r>
            <a:r>
              <a:rPr sz="1800" spc="0" baseline="7246" dirty="0" smtClean="0">
                <a:latin typeface="Times New Roman"/>
                <a:cs typeface="Times New Roman"/>
              </a:rPr>
              <a:t>sp</a:t>
            </a:r>
            <a:r>
              <a:rPr sz="1800" spc="-4" baseline="7246" dirty="0" smtClean="0">
                <a:latin typeface="Times New Roman"/>
                <a:cs typeface="Times New Roman"/>
              </a:rPr>
              <a:t>e</a:t>
            </a:r>
            <a:r>
              <a:rPr sz="1800" spc="4" baseline="7246" dirty="0" smtClean="0">
                <a:latin typeface="Times New Roman"/>
                <a:cs typeface="Times New Roman"/>
              </a:rPr>
              <a:t>cí</a:t>
            </a:r>
            <a:r>
              <a:rPr sz="1800" spc="-4" baseline="7246" dirty="0" smtClean="0">
                <a:latin typeface="Times New Roman"/>
                <a:cs typeface="Times New Roman"/>
              </a:rPr>
              <a:t>f</a:t>
            </a:r>
            <a:r>
              <a:rPr sz="1800" spc="14" baseline="7246" dirty="0" smtClean="0">
                <a:latin typeface="Times New Roman"/>
                <a:cs typeface="Times New Roman"/>
              </a:rPr>
              <a:t>i</a:t>
            </a:r>
            <a:r>
              <a:rPr sz="1800" spc="-4" baseline="7246" dirty="0" smtClean="0">
                <a:latin typeface="Times New Roman"/>
                <a:cs typeface="Times New Roman"/>
              </a:rPr>
              <a:t>c</a:t>
            </a:r>
            <a:r>
              <a:rPr sz="1800" spc="0" baseline="7246" dirty="0" smtClean="0">
                <a:latin typeface="Times New Roman"/>
                <a:cs typeface="Times New Roman"/>
              </a:rPr>
              <a:t>o</a:t>
            </a:r>
            <a:r>
              <a:rPr sz="1800" spc="-6" baseline="7246" dirty="0" smtClean="0">
                <a:latin typeface="Times New Roman"/>
                <a:cs typeface="Times New Roman"/>
              </a:rPr>
              <a:t> </a:t>
            </a:r>
            <a:r>
              <a:rPr sz="1800" spc="4" baseline="7246" dirty="0" smtClean="0">
                <a:latin typeface="Times New Roman"/>
                <a:cs typeface="Times New Roman"/>
              </a:rPr>
              <a:t>R</a:t>
            </a:r>
            <a:r>
              <a:rPr sz="1800" spc="-4" baseline="7246" dirty="0" smtClean="0">
                <a:latin typeface="Times New Roman"/>
                <a:cs typeface="Times New Roman"/>
              </a:rPr>
              <a:t>e</a:t>
            </a:r>
            <a:r>
              <a:rPr sz="1800" spc="14" baseline="7246" dirty="0" smtClean="0">
                <a:latin typeface="Times New Roman"/>
                <a:cs typeface="Times New Roman"/>
              </a:rPr>
              <a:t>l</a:t>
            </a:r>
            <a:r>
              <a:rPr sz="1800" spc="-4" baseline="7246" dirty="0" smtClean="0">
                <a:latin typeface="Times New Roman"/>
                <a:cs typeface="Times New Roman"/>
              </a:rPr>
              <a:t>a</a:t>
            </a:r>
            <a:r>
              <a:rPr sz="1800" spc="4" baseline="7246" dirty="0" smtClean="0">
                <a:latin typeface="Times New Roman"/>
                <a:cs typeface="Times New Roman"/>
              </a:rPr>
              <a:t>ti</a:t>
            </a:r>
            <a:r>
              <a:rPr sz="1800" spc="0" baseline="7246" dirty="0" smtClean="0">
                <a:latin typeface="Times New Roman"/>
                <a:cs typeface="Times New Roman"/>
              </a:rPr>
              <a:t>vo -</a:t>
            </a:r>
            <a:r>
              <a:rPr sz="1800" spc="-4" baseline="7246" dirty="0" smtClean="0">
                <a:latin typeface="Times New Roman"/>
                <a:cs typeface="Times New Roman"/>
              </a:rPr>
              <a:t> </a:t>
            </a:r>
            <a:r>
              <a:rPr sz="1875" spc="-211" baseline="4124" dirty="0" smtClean="0">
                <a:latin typeface="Meiryo"/>
                <a:cs typeface="Meiryo"/>
              </a:rPr>
              <a:t>γ</a:t>
            </a:r>
            <a:r>
              <a:rPr sz="1200" spc="45" baseline="-18117" dirty="0" smtClean="0">
                <a:latin typeface="Times New Roman"/>
                <a:cs typeface="Times New Roman"/>
              </a:rPr>
              <a:t>r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220605" y="2459735"/>
            <a:ext cx="2057396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38457" marR="828197" algn="ctr">
              <a:lnSpc>
                <a:spcPct val="95825"/>
              </a:lnSpc>
              <a:spcBef>
                <a:spcPts val="400"/>
              </a:spcBef>
            </a:pPr>
            <a:r>
              <a:rPr sz="1200" spc="-4" dirty="0" smtClean="0">
                <a:latin typeface="Times New Roman"/>
                <a:cs typeface="Times New Roman"/>
              </a:rPr>
              <a:t>Á</a:t>
            </a:r>
            <a:r>
              <a:rPr sz="1200" spc="-9" dirty="0" smtClean="0">
                <a:latin typeface="Times New Roman"/>
                <a:cs typeface="Times New Roman"/>
              </a:rPr>
              <a:t>g</a:t>
            </a:r>
            <a:r>
              <a:rPr sz="1200" spc="9" dirty="0" smtClean="0">
                <a:latin typeface="Times New Roman"/>
                <a:cs typeface="Times New Roman"/>
              </a:rPr>
              <a:t>u</a:t>
            </a:r>
            <a:r>
              <a:rPr sz="1200" spc="0" dirty="0" smtClean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278001" y="2459735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50652" marR="8409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1000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35401" y="2459735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2551" marR="802845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10000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7392802" y="2459735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64950" marR="955247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220605" y="2793491"/>
            <a:ext cx="2070096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29415">
              <a:lnSpc>
                <a:spcPct val="95825"/>
              </a:lnSpc>
              <a:spcBef>
                <a:spcPts val="400"/>
              </a:spcBef>
            </a:pPr>
            <a:r>
              <a:rPr sz="1200" spc="-4" dirty="0" smtClean="0">
                <a:latin typeface="Times New Roman"/>
                <a:cs typeface="Times New Roman"/>
              </a:rPr>
              <a:t>Á</a:t>
            </a:r>
            <a:r>
              <a:rPr sz="1200" spc="-9" dirty="0" smtClean="0">
                <a:latin typeface="Times New Roman"/>
                <a:cs typeface="Times New Roman"/>
              </a:rPr>
              <a:t>g</a:t>
            </a:r>
            <a:r>
              <a:rPr sz="1200" spc="9" dirty="0" smtClean="0">
                <a:latin typeface="Times New Roman"/>
                <a:cs typeface="Times New Roman"/>
              </a:rPr>
              <a:t>u</a:t>
            </a:r>
            <a:r>
              <a:rPr sz="1200" spc="0" dirty="0" smtClean="0">
                <a:latin typeface="Times New Roman"/>
                <a:cs typeface="Times New Roman"/>
              </a:rPr>
              <a:t>a</a:t>
            </a:r>
            <a:r>
              <a:rPr sz="1200" spc="-4" dirty="0" smtClean="0">
                <a:latin typeface="Times New Roman"/>
                <a:cs typeface="Times New Roman"/>
              </a:rPr>
              <a:t> </a:t>
            </a:r>
            <a:r>
              <a:rPr sz="1200" spc="0" dirty="0" smtClean="0">
                <a:latin typeface="Times New Roman"/>
                <a:cs typeface="Times New Roman"/>
              </a:rPr>
              <a:t>do </a:t>
            </a:r>
            <a:r>
              <a:rPr sz="1200" spc="14" dirty="0" smtClean="0">
                <a:latin typeface="Times New Roman"/>
                <a:cs typeface="Times New Roman"/>
              </a:rPr>
              <a:t>m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r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278001" y="2793491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50652" marR="8409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1025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335401" y="2793491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2551" marR="802845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10250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392802" y="2793491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32362" marR="821134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1,025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220605" y="3127247"/>
            <a:ext cx="2057396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36349" marR="726574" algn="ctr">
              <a:lnSpc>
                <a:spcPct val="95825"/>
              </a:lnSpc>
              <a:spcBef>
                <a:spcPts val="400"/>
              </a:spcBef>
            </a:pPr>
            <a:r>
              <a:rPr sz="1200" spc="-9" dirty="0" smtClean="0">
                <a:latin typeface="Times New Roman"/>
                <a:cs typeface="Times New Roman"/>
              </a:rPr>
              <a:t>B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</a:t>
            </a:r>
            <a:r>
              <a:rPr sz="1200" spc="19" dirty="0" smtClean="0">
                <a:latin typeface="Times New Roman"/>
                <a:cs typeface="Times New Roman"/>
              </a:rPr>
              <a:t>z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no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278001" y="3127247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88752" marR="8790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879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5335401" y="3127247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50651" marR="8409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8790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392802" y="3127247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32362" marR="821134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0,879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220605" y="3461003"/>
            <a:ext cx="2057396" cy="3322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31777" marR="722990" algn="ctr">
              <a:lnSpc>
                <a:spcPct val="95825"/>
              </a:lnSpc>
              <a:spcBef>
                <a:spcPts val="400"/>
              </a:spcBef>
            </a:pPr>
            <a:r>
              <a:rPr sz="1200" spc="-4" dirty="0" smtClean="0">
                <a:latin typeface="Times New Roman"/>
                <a:cs typeface="Times New Roman"/>
              </a:rPr>
              <a:t>Ga</a:t>
            </a:r>
            <a:r>
              <a:rPr sz="1200" spc="0" dirty="0" smtClean="0">
                <a:latin typeface="Times New Roman"/>
                <a:cs typeface="Times New Roman"/>
              </a:rPr>
              <a:t>so</a:t>
            </a:r>
            <a:r>
              <a:rPr sz="1200" spc="1" dirty="0" smtClean="0">
                <a:latin typeface="Times New Roman"/>
                <a:cs typeface="Times New Roman"/>
              </a:rPr>
              <a:t>li</a:t>
            </a:r>
            <a:r>
              <a:rPr sz="1200" spc="0" dirty="0" smtClean="0">
                <a:latin typeface="Times New Roman"/>
                <a:cs typeface="Times New Roman"/>
              </a:rPr>
              <a:t>na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278001" y="3461003"/>
            <a:ext cx="2057399" cy="3322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88752" marR="8790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720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335401" y="3461003"/>
            <a:ext cx="2057399" cy="3322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50651" marR="8409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7200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7392802" y="3461003"/>
            <a:ext cx="2057399" cy="3322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32362" marR="821134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0,720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220605" y="3793235"/>
            <a:ext cx="2057396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19585" marR="709836" algn="ctr">
              <a:lnSpc>
                <a:spcPct val="95825"/>
              </a:lnSpc>
              <a:spcBef>
                <a:spcPts val="400"/>
              </a:spcBef>
            </a:pPr>
            <a:r>
              <a:rPr sz="1200" dirty="0" smtClean="0">
                <a:latin typeface="Times New Roman"/>
                <a:cs typeface="Times New Roman"/>
              </a:rPr>
              <a:t>M</a:t>
            </a:r>
            <a:r>
              <a:rPr sz="1200" spc="-4" dirty="0" smtClean="0">
                <a:latin typeface="Times New Roman"/>
                <a:cs typeface="Times New Roman"/>
              </a:rPr>
              <a:t>erc</a:t>
            </a:r>
            <a:r>
              <a:rPr sz="1200" spc="9" dirty="0" smtClean="0">
                <a:latin typeface="Times New Roman"/>
                <a:cs typeface="Times New Roman"/>
              </a:rPr>
              <a:t>ú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1" dirty="0" smtClean="0">
                <a:latin typeface="Times New Roman"/>
                <a:cs typeface="Times New Roman"/>
              </a:rPr>
              <a:t>i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3278001" y="3793235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12552" marR="8028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13600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5335401" y="3793235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74451" marR="7647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136000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7392802" y="3793235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70462" marR="859235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13,6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220605" y="4126991"/>
            <a:ext cx="2070096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07495">
              <a:lnSpc>
                <a:spcPct val="95825"/>
              </a:lnSpc>
              <a:spcBef>
                <a:spcPts val="400"/>
              </a:spcBef>
            </a:pPr>
            <a:r>
              <a:rPr sz="1200" spc="-4" dirty="0" smtClean="0">
                <a:latin typeface="Times New Roman"/>
                <a:cs typeface="Times New Roman"/>
              </a:rPr>
              <a:t>Ó</a:t>
            </a:r>
            <a:r>
              <a:rPr sz="1200" spc="4" dirty="0" smtClean="0">
                <a:latin typeface="Times New Roman"/>
                <a:cs typeface="Times New Roman"/>
              </a:rPr>
              <a:t>l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r>
              <a:rPr sz="1200" spc="-3" dirty="0" smtClean="0">
                <a:latin typeface="Times New Roman"/>
                <a:cs typeface="Times New Roman"/>
              </a:rPr>
              <a:t> </a:t>
            </a:r>
            <a:r>
              <a:rPr sz="1200" spc="4" dirty="0" smtClean="0">
                <a:latin typeface="Times New Roman"/>
                <a:cs typeface="Times New Roman"/>
              </a:rPr>
              <a:t>l</a:t>
            </a:r>
            <a:r>
              <a:rPr sz="1200" spc="0" dirty="0" smtClean="0">
                <a:latin typeface="Times New Roman"/>
                <a:cs typeface="Times New Roman"/>
              </a:rPr>
              <a:t>ub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14" dirty="0" smtClean="0">
                <a:latin typeface="Times New Roman"/>
                <a:cs typeface="Times New Roman"/>
              </a:rPr>
              <a:t>i</a:t>
            </a:r>
            <a:r>
              <a:rPr sz="1200" spc="-4" dirty="0" smtClean="0">
                <a:latin typeface="Times New Roman"/>
                <a:cs typeface="Times New Roman"/>
              </a:rPr>
              <a:t>f</a:t>
            </a:r>
            <a:r>
              <a:rPr sz="1200" spc="14" dirty="0" smtClean="0">
                <a:latin typeface="Times New Roman"/>
                <a:cs typeface="Times New Roman"/>
              </a:rPr>
              <a:t>i</a:t>
            </a:r>
            <a:r>
              <a:rPr sz="1200" spc="-4" dirty="0" smtClean="0">
                <a:latin typeface="Times New Roman"/>
                <a:cs typeface="Times New Roman"/>
              </a:rPr>
              <a:t>ca</a:t>
            </a:r>
            <a:r>
              <a:rPr sz="1200" spc="9" dirty="0" smtClean="0">
                <a:latin typeface="Times New Roman"/>
                <a:cs typeface="Times New Roman"/>
              </a:rPr>
              <a:t>n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278001" y="4126991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88752" marR="8790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880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5335401" y="4126991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50651" marR="8409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8800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92802" y="4126991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32362" marR="821134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0,880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1220605" y="4460747"/>
            <a:ext cx="2070096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592839">
              <a:lnSpc>
                <a:spcPct val="95825"/>
              </a:lnSpc>
              <a:spcBef>
                <a:spcPts val="400"/>
              </a:spcBef>
            </a:pPr>
            <a:r>
              <a:rPr sz="1200" spc="4" dirty="0" smtClean="0">
                <a:latin typeface="Times New Roman"/>
                <a:cs typeface="Times New Roman"/>
              </a:rPr>
              <a:t>P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ó</a:t>
            </a:r>
            <a:r>
              <a:rPr sz="1200" spc="4" dirty="0" smtClean="0">
                <a:latin typeface="Times New Roman"/>
                <a:cs typeface="Times New Roman"/>
              </a:rPr>
              <a:t>l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r>
              <a:rPr sz="1200" spc="-6" dirty="0" smtClean="0">
                <a:latin typeface="Times New Roman"/>
                <a:cs typeface="Times New Roman"/>
              </a:rPr>
              <a:t> </a:t>
            </a:r>
            <a:r>
              <a:rPr sz="1200" spc="9" dirty="0" smtClean="0">
                <a:latin typeface="Times New Roman"/>
                <a:cs typeface="Times New Roman"/>
              </a:rPr>
              <a:t>b</a:t>
            </a:r>
            <a:r>
              <a:rPr sz="1200" spc="-4" dirty="0" smtClean="0">
                <a:latin typeface="Times New Roman"/>
                <a:cs typeface="Times New Roman"/>
              </a:rPr>
              <a:t>r</a:t>
            </a:r>
            <a:r>
              <a:rPr sz="1200" spc="0" dirty="0" smtClean="0">
                <a:latin typeface="Times New Roman"/>
                <a:cs typeface="Times New Roman"/>
              </a:rPr>
              <a:t>u</a:t>
            </a:r>
            <a:r>
              <a:rPr sz="1200" spc="4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o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278001" y="4460747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88752" marR="8790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850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335401" y="4460747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50651" marR="8409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8500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392802" y="4460747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32362" marR="821134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0,850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220605" y="4794503"/>
            <a:ext cx="2057396" cy="3322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78437" marR="666632" algn="ctr">
              <a:lnSpc>
                <a:spcPct val="95825"/>
              </a:lnSpc>
              <a:spcBef>
                <a:spcPts val="400"/>
              </a:spcBef>
            </a:pPr>
            <a:r>
              <a:rPr sz="1200" spc="-4" dirty="0" smtClean="0">
                <a:latin typeface="Times New Roman"/>
                <a:cs typeface="Times New Roman"/>
              </a:rPr>
              <a:t>Q</a:t>
            </a:r>
            <a:r>
              <a:rPr sz="1200" spc="0" dirty="0" smtClean="0">
                <a:latin typeface="Times New Roman"/>
                <a:cs typeface="Times New Roman"/>
              </a:rPr>
              <a:t>u</a:t>
            </a:r>
            <a:r>
              <a:rPr sz="1200" spc="-4" dirty="0" smtClean="0">
                <a:latin typeface="Times New Roman"/>
                <a:cs typeface="Times New Roman"/>
              </a:rPr>
              <a:t>er</a:t>
            </a:r>
            <a:r>
              <a:rPr sz="1200" spc="0" dirty="0" smtClean="0">
                <a:latin typeface="Times New Roman"/>
                <a:cs typeface="Times New Roman"/>
              </a:rPr>
              <a:t>os</a:t>
            </a:r>
            <a:r>
              <a:rPr sz="1200" spc="-4" dirty="0" smtClean="0">
                <a:latin typeface="Times New Roman"/>
                <a:cs typeface="Times New Roman"/>
              </a:rPr>
              <a:t>e</a:t>
            </a:r>
            <a:r>
              <a:rPr sz="1200" spc="9" dirty="0" smtClean="0">
                <a:latin typeface="Times New Roman"/>
                <a:cs typeface="Times New Roman"/>
              </a:rPr>
              <a:t>n</a:t>
            </a:r>
            <a:r>
              <a:rPr sz="1200" spc="0" dirty="0" smtClean="0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3278001" y="4794503"/>
            <a:ext cx="2057399" cy="3322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88752" marR="8790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820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5335401" y="4794503"/>
            <a:ext cx="2057399" cy="3322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50651" marR="8409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8200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7392802" y="4794503"/>
            <a:ext cx="2057399" cy="3322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32362" marR="821134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0,820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1220605" y="5126735"/>
            <a:ext cx="2057396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03405" marR="795500" algn="ctr">
              <a:lnSpc>
                <a:spcPct val="95825"/>
              </a:lnSpc>
              <a:spcBef>
                <a:spcPts val="400"/>
              </a:spcBef>
            </a:pPr>
            <a:r>
              <a:rPr sz="1200" dirty="0" smtClean="0">
                <a:latin typeface="Times New Roman"/>
                <a:cs typeface="Times New Roman"/>
              </a:rPr>
              <a:t>E</a:t>
            </a:r>
            <a:r>
              <a:rPr sz="1200" spc="1" dirty="0" smtClean="0">
                <a:latin typeface="Times New Roman"/>
                <a:cs typeface="Times New Roman"/>
              </a:rPr>
              <a:t>t</a:t>
            </a:r>
            <a:r>
              <a:rPr sz="1200" spc="-4" dirty="0" smtClean="0">
                <a:latin typeface="Times New Roman"/>
                <a:cs typeface="Times New Roman"/>
              </a:rPr>
              <a:t>a</a:t>
            </a:r>
            <a:r>
              <a:rPr sz="1200" spc="0" dirty="0" smtClean="0">
                <a:latin typeface="Times New Roman"/>
                <a:cs typeface="Times New Roman"/>
              </a:rPr>
              <a:t>no</a:t>
            </a:r>
            <a:r>
              <a:rPr sz="1200" spc="-3" dirty="0" smtClean="0">
                <a:latin typeface="Times New Roman"/>
                <a:cs typeface="Times New Roman"/>
              </a:rPr>
              <a:t>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3278001" y="5126735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88752" marR="8790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789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5335401" y="5126735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50651" marR="8409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7890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7392802" y="5126735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32362" marR="821134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0,789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220605" y="5460491"/>
            <a:ext cx="2057396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48541" marR="739733" algn="ctr">
              <a:lnSpc>
                <a:spcPct val="95825"/>
              </a:lnSpc>
              <a:spcBef>
                <a:spcPts val="400"/>
              </a:spcBef>
            </a:pPr>
            <a:r>
              <a:rPr sz="1200" spc="-4" dirty="0" smtClean="0">
                <a:latin typeface="Times New Roman"/>
                <a:cs typeface="Times New Roman"/>
              </a:rPr>
              <a:t>Ac</a:t>
            </a:r>
            <a:r>
              <a:rPr sz="1200" spc="4" dirty="0" smtClean="0">
                <a:latin typeface="Times New Roman"/>
                <a:cs typeface="Times New Roman"/>
              </a:rPr>
              <a:t>e</a:t>
            </a:r>
            <a:r>
              <a:rPr sz="1200" spc="1" dirty="0" smtClean="0">
                <a:latin typeface="Times New Roman"/>
                <a:cs typeface="Times New Roman"/>
              </a:rPr>
              <a:t>t</a:t>
            </a:r>
            <a:r>
              <a:rPr sz="1200" spc="0" dirty="0" smtClean="0">
                <a:latin typeface="Times New Roman"/>
                <a:cs typeface="Times New Roman"/>
              </a:rPr>
              <a:t>ona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3278001" y="5460491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88752" marR="8790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791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5335401" y="5460491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50651" marR="840946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7910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7392802" y="5460491"/>
            <a:ext cx="2057399" cy="3337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32362" marR="821134" algn="ctr">
              <a:lnSpc>
                <a:spcPct val="95825"/>
              </a:lnSpc>
              <a:spcBef>
                <a:spcPts val="400"/>
              </a:spcBef>
            </a:pPr>
            <a:r>
              <a:rPr sz="1200" spc="0" dirty="0" smtClean="0">
                <a:latin typeface="Times New Roman"/>
                <a:cs typeface="Times New Roman"/>
              </a:rPr>
              <a:t>0,791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2519034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Exerc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7251"/>
            <a:ext cx="46020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1</a:t>
            </a:r>
            <a:r>
              <a:rPr sz="3200" spc="0" dirty="0" smtClean="0"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2789" y="1637251"/>
            <a:ext cx="228809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ab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4" dirty="0" smtClean="0">
                <a:latin typeface="Arial"/>
                <a:cs typeface="Arial"/>
              </a:rPr>
              <a:t>ndo</a:t>
            </a:r>
            <a:r>
              <a:rPr sz="3200" spc="0" dirty="0" smtClean="0">
                <a:latin typeface="Arial"/>
                <a:cs typeface="Arial"/>
              </a:rPr>
              <a:t>-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48141" y="1637251"/>
            <a:ext cx="776541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qu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4988" y="1637251"/>
            <a:ext cx="143020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1</a:t>
            </a:r>
            <a:r>
              <a:rPr sz="3200" spc="-19" dirty="0" smtClean="0">
                <a:latin typeface="Arial"/>
                <a:cs typeface="Arial"/>
              </a:rPr>
              <a:t>5</a:t>
            </a:r>
            <a:r>
              <a:rPr sz="3200" spc="-4" dirty="0" smtClean="0">
                <a:latin typeface="Arial"/>
                <a:cs typeface="Arial"/>
              </a:rPr>
              <a:t>00</a:t>
            </a:r>
            <a:r>
              <a:rPr sz="3200" spc="4" dirty="0" smtClean="0">
                <a:latin typeface="Arial"/>
                <a:cs typeface="Arial"/>
              </a:rPr>
              <a:t>k</a:t>
            </a:r>
            <a:r>
              <a:rPr sz="3200" spc="0" dirty="0" smtClean="0">
                <a:latin typeface="Arial"/>
                <a:cs typeface="Arial"/>
              </a:rPr>
              <a:t>g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73978" y="1637251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05901" y="1637251"/>
            <a:ext cx="2080385" cy="8224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127909">
              <a:lnSpc>
                <a:spcPts val="3070"/>
              </a:lnSpc>
              <a:spcBef>
                <a:spcPts val="393"/>
              </a:spcBef>
              <a:tabLst>
                <a:tab pos="1422400" algn="l"/>
                <a:tab pos="1536700" algn="l"/>
              </a:tabLst>
            </a:pPr>
            <a:r>
              <a:rPr sz="3200" spc="-4" dirty="0" smtClean="0">
                <a:latin typeface="Arial"/>
                <a:cs typeface="Arial"/>
              </a:rPr>
              <a:t>mas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a		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up</a:t>
            </a:r>
            <a:r>
              <a:rPr sz="3200" spc="0" dirty="0" smtClean="0">
                <a:latin typeface="Arial"/>
                <a:cs typeface="Arial"/>
              </a:rPr>
              <a:t>a	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0" dirty="0" smtClean="0">
                <a:latin typeface="Arial"/>
                <a:cs typeface="Arial"/>
              </a:rPr>
              <a:t>m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38384" y="1720104"/>
            <a:ext cx="31150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0"/>
              </a:lnSpc>
              <a:spcBef>
                <a:spcPts val="127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9" y="2027395"/>
            <a:ext cx="571067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1104900" algn="l"/>
                <a:tab pos="3683000" algn="l"/>
              </a:tabLst>
            </a:pPr>
            <a:r>
              <a:rPr sz="3200" spc="-4" dirty="0" smtClean="0">
                <a:latin typeface="Arial"/>
                <a:cs typeface="Arial"/>
              </a:rPr>
              <a:t>um</a:t>
            </a:r>
            <a:r>
              <a:rPr sz="3200" spc="0" dirty="0" smtClean="0">
                <a:latin typeface="Arial"/>
                <a:cs typeface="Arial"/>
              </a:rPr>
              <a:t>a	</a:t>
            </a:r>
            <a:r>
              <a:rPr sz="3200" spc="-4" dirty="0" smtClean="0">
                <a:latin typeface="Arial"/>
                <a:cs typeface="Arial"/>
              </a:rPr>
              <a:t>de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min</a:t>
            </a:r>
            <a:r>
              <a:rPr sz="3200" spc="-19" dirty="0" smtClean="0">
                <a:latin typeface="Arial"/>
                <a:cs typeface="Arial"/>
              </a:rPr>
              <a:t>a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a	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-19" dirty="0" smtClean="0">
                <a:latin typeface="Arial"/>
                <a:cs typeface="Arial"/>
              </a:rPr>
              <a:t>b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â</a:t>
            </a:r>
            <a:r>
              <a:rPr sz="3200" spc="-19" dirty="0" smtClean="0">
                <a:latin typeface="Arial"/>
                <a:cs typeface="Arial"/>
              </a:rPr>
              <a:t>n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2417539"/>
            <a:ext cx="140892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4" dirty="0" smtClean="0">
                <a:latin typeface="Arial"/>
                <a:cs typeface="Arial"/>
              </a:rPr>
              <a:t>olum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12355" y="2417539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87072" y="2417539"/>
            <a:ext cx="91169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2m</a:t>
            </a:r>
            <a:r>
              <a:rPr sz="3200" spc="0" dirty="0" smtClean="0">
                <a:latin typeface="Arial"/>
                <a:cs typeface="Arial"/>
              </a:rPr>
              <a:t>³,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421575" y="2417539"/>
            <a:ext cx="1981458" cy="8239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72158" indent="-59458">
              <a:lnSpc>
                <a:spcPts val="3080"/>
              </a:lnSpc>
              <a:spcBef>
                <a:spcPts val="384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min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íf</a:t>
            </a:r>
            <a:r>
              <a:rPr sz="3200" spc="-4" dirty="0" smtClean="0">
                <a:latin typeface="Arial"/>
                <a:cs typeface="Arial"/>
              </a:rPr>
              <a:t>ic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44833" y="2417539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92537" y="2417539"/>
            <a:ext cx="1296281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ma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81289" y="2809207"/>
            <a:ext cx="371628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2235200" algn="l"/>
                <a:tab pos="2743200" algn="l"/>
              </a:tabLst>
            </a:pP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íf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,	o	</a:t>
            </a:r>
            <a:r>
              <a:rPr sz="3200" spc="-4" dirty="0" smtClean="0">
                <a:latin typeface="Arial"/>
                <a:cs typeface="Arial"/>
              </a:rPr>
              <a:t>pe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590128" y="2809207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99149" y="2809207"/>
            <a:ext cx="149129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520700" algn="l"/>
              </a:tabLst>
            </a:pPr>
            <a:r>
              <a:rPr sz="3200" spc="0" dirty="0" smtClean="0">
                <a:latin typeface="Arial"/>
                <a:cs typeface="Arial"/>
              </a:rPr>
              <a:t>o	</a:t>
            </a:r>
            <a:r>
              <a:rPr sz="3200" spc="-4" dirty="0" smtClean="0">
                <a:latin typeface="Arial"/>
                <a:cs typeface="Arial"/>
              </a:rPr>
              <a:t>pe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81289" y="3199351"/>
            <a:ext cx="192868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íf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55559" y="3199351"/>
            <a:ext cx="140740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-14" dirty="0" smtClean="0">
                <a:latin typeface="Arial"/>
                <a:cs typeface="Arial"/>
              </a:rPr>
              <a:t>l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08545" y="3199351"/>
            <a:ext cx="118344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des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36052" y="3199351"/>
            <a:ext cx="215350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ub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14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ân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ia</a:t>
            </a:r>
            <a:r>
              <a:rPr sz="3200" spc="0" dirty="0" smtClean="0">
                <a:latin typeface="Arial"/>
                <a:cs typeface="Arial"/>
              </a:rPr>
              <a:t>.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81289" y="3594067"/>
            <a:ext cx="138699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D</a:t>
            </a:r>
            <a:r>
              <a:rPr sz="3200" spc="-4" dirty="0" smtClean="0">
                <a:latin typeface="Arial"/>
                <a:cs typeface="Arial"/>
              </a:rPr>
              <a:t>ado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80314" y="3589863"/>
            <a:ext cx="826069" cy="5120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29"/>
              </a:lnSpc>
              <a:spcBef>
                <a:spcPts val="201"/>
              </a:spcBef>
            </a:pPr>
            <a:r>
              <a:rPr sz="4800" spc="-487" baseline="5370" dirty="0" smtClean="0">
                <a:latin typeface="Meiryo"/>
                <a:cs typeface="Meiryo"/>
              </a:rPr>
              <a:t>γ</a:t>
            </a:r>
            <a:r>
              <a:rPr sz="3150" spc="-4" baseline="-8282" dirty="0" smtClean="0">
                <a:latin typeface="Arial"/>
                <a:cs typeface="Arial"/>
              </a:rPr>
              <a:t>H2</a:t>
            </a:r>
            <a:r>
              <a:rPr sz="3150" spc="0" baseline="-8282" dirty="0" smtClean="0">
                <a:latin typeface="Arial"/>
                <a:cs typeface="Arial"/>
              </a:rPr>
              <a:t>O</a:t>
            </a:r>
            <a:endParaRPr sz="21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07852" y="3594067"/>
            <a:ext cx="3258291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= </a:t>
            </a:r>
            <a:r>
              <a:rPr sz="3200" spc="-4" dirty="0" smtClean="0">
                <a:latin typeface="Arial"/>
                <a:cs typeface="Arial"/>
              </a:rPr>
              <a:t>10000</a:t>
            </a:r>
            <a:r>
              <a:rPr sz="3200" spc="0" dirty="0" smtClean="0">
                <a:latin typeface="Arial"/>
                <a:cs typeface="Arial"/>
              </a:rPr>
              <a:t>N</a:t>
            </a:r>
            <a:r>
              <a:rPr sz="3200" spc="-14" dirty="0" smtClean="0">
                <a:latin typeface="Arial"/>
                <a:cs typeface="Arial"/>
              </a:rPr>
              <a:t>/</a:t>
            </a:r>
            <a:r>
              <a:rPr sz="3200" spc="-4" dirty="0" smtClean="0">
                <a:latin typeface="Arial"/>
                <a:cs typeface="Arial"/>
              </a:rPr>
              <a:t>m</a:t>
            </a:r>
            <a:r>
              <a:rPr sz="3200" spc="0" dirty="0" smtClean="0">
                <a:latin typeface="Arial"/>
                <a:cs typeface="Arial"/>
              </a:rPr>
              <a:t>³, g =</a:t>
            </a:r>
            <a:endParaRPr sz="3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078317" y="3594067"/>
            <a:ext cx="145271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10m</a:t>
            </a:r>
            <a:r>
              <a:rPr sz="3200" spc="0" dirty="0" smtClean="0">
                <a:latin typeface="Arial"/>
                <a:cs typeface="Arial"/>
              </a:rPr>
              <a:t>/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9" dirty="0" smtClean="0">
                <a:latin typeface="Arial"/>
                <a:cs typeface="Arial"/>
              </a:rPr>
              <a:t>²</a:t>
            </a:r>
            <a:r>
              <a:rPr sz="3200" spc="0" dirty="0" smtClean="0">
                <a:latin typeface="Arial"/>
                <a:cs typeface="Arial"/>
              </a:rPr>
              <a:t>.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2459608" y="3096762"/>
            <a:ext cx="289562" cy="0"/>
          </a:xfrm>
          <a:custGeom>
            <a:avLst/>
            <a:gdLst/>
            <a:ahLst/>
            <a:cxnLst/>
            <a:rect l="l" t="t" r="r" b="b"/>
            <a:pathLst>
              <a:path w="289562">
                <a:moveTo>
                  <a:pt x="0" y="0"/>
                </a:moveTo>
                <a:lnTo>
                  <a:pt x="289562" y="0"/>
                </a:lnTo>
              </a:path>
            </a:pathLst>
          </a:custGeom>
          <a:ln w="1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02641" y="4014214"/>
            <a:ext cx="595878" cy="0"/>
          </a:xfrm>
          <a:custGeom>
            <a:avLst/>
            <a:gdLst/>
            <a:ahLst/>
            <a:cxnLst/>
            <a:rect l="l" t="t" r="r" b="b"/>
            <a:pathLst>
              <a:path w="595878">
                <a:moveTo>
                  <a:pt x="0" y="0"/>
                </a:moveTo>
                <a:lnTo>
                  <a:pt x="595878" y="0"/>
                </a:lnTo>
              </a:path>
            </a:pathLst>
          </a:custGeom>
          <a:ln w="1238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009521" y="2264663"/>
            <a:ext cx="0" cy="3745991"/>
          </a:xfrm>
          <a:custGeom>
            <a:avLst/>
            <a:gdLst/>
            <a:ahLst/>
            <a:cxnLst/>
            <a:rect l="l" t="t" r="r" b="b"/>
            <a:pathLst>
              <a:path h="3745991">
                <a:moveTo>
                  <a:pt x="0" y="0"/>
                </a:moveTo>
                <a:lnTo>
                  <a:pt x="0" y="3745991"/>
                </a:lnTo>
              </a:path>
            </a:pathLst>
          </a:custGeom>
          <a:ln w="134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977517" y="2264663"/>
            <a:ext cx="0" cy="3745991"/>
          </a:xfrm>
          <a:custGeom>
            <a:avLst/>
            <a:gdLst/>
            <a:ahLst/>
            <a:cxnLst/>
            <a:rect l="l" t="t" r="r" b="b"/>
            <a:pathLst>
              <a:path h="3745991">
                <a:moveTo>
                  <a:pt x="0" y="0"/>
                </a:moveTo>
                <a:lnTo>
                  <a:pt x="0" y="3745991"/>
                </a:lnTo>
              </a:path>
            </a:pathLst>
          </a:custGeom>
          <a:ln w="256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945513" y="2264663"/>
            <a:ext cx="0" cy="3745991"/>
          </a:xfrm>
          <a:custGeom>
            <a:avLst/>
            <a:gdLst/>
            <a:ahLst/>
            <a:cxnLst/>
            <a:rect l="l" t="t" r="r" b="b"/>
            <a:pathLst>
              <a:path h="3745991">
                <a:moveTo>
                  <a:pt x="0" y="0"/>
                </a:moveTo>
                <a:lnTo>
                  <a:pt x="0" y="3745991"/>
                </a:lnTo>
              </a:path>
            </a:pathLst>
          </a:custGeom>
          <a:ln w="134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314571" y="2264663"/>
            <a:ext cx="0" cy="3745991"/>
          </a:xfrm>
          <a:custGeom>
            <a:avLst/>
            <a:gdLst/>
            <a:ahLst/>
            <a:cxnLst/>
            <a:rect l="l" t="t" r="r" b="b"/>
            <a:pathLst>
              <a:path h="3745991">
                <a:moveTo>
                  <a:pt x="0" y="0"/>
                </a:moveTo>
                <a:lnTo>
                  <a:pt x="0" y="3745991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68978" y="2264663"/>
            <a:ext cx="27177" cy="3745991"/>
          </a:xfrm>
          <a:custGeom>
            <a:avLst/>
            <a:gdLst/>
            <a:ahLst/>
            <a:cxnLst/>
            <a:rect l="l" t="t" r="r" b="b"/>
            <a:pathLst>
              <a:path w="27177" h="3745991">
                <a:moveTo>
                  <a:pt x="0" y="0"/>
                </a:moveTo>
                <a:lnTo>
                  <a:pt x="0" y="3745991"/>
                </a:lnTo>
                <a:lnTo>
                  <a:pt x="27177" y="3745991"/>
                </a:lnTo>
                <a:lnTo>
                  <a:pt x="2717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44594" y="2264663"/>
            <a:ext cx="13461" cy="3745991"/>
          </a:xfrm>
          <a:custGeom>
            <a:avLst/>
            <a:gdLst/>
            <a:ahLst/>
            <a:cxnLst/>
            <a:rect l="l" t="t" r="r" b="b"/>
            <a:pathLst>
              <a:path w="13461" h="3745991">
                <a:moveTo>
                  <a:pt x="0" y="0"/>
                </a:moveTo>
                <a:lnTo>
                  <a:pt x="0" y="3745991"/>
                </a:lnTo>
                <a:lnTo>
                  <a:pt x="13461" y="3745991"/>
                </a:lnTo>
                <a:lnTo>
                  <a:pt x="1346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21050" y="3090655"/>
            <a:ext cx="559311" cy="0"/>
          </a:xfrm>
          <a:custGeom>
            <a:avLst/>
            <a:gdLst/>
            <a:ahLst/>
            <a:cxnLst/>
            <a:rect l="l" t="t" r="r" b="b"/>
            <a:pathLst>
              <a:path w="559311">
                <a:moveTo>
                  <a:pt x="0" y="0"/>
                </a:moveTo>
                <a:lnTo>
                  <a:pt x="559311" y="0"/>
                </a:lnTo>
              </a:path>
            </a:pathLst>
          </a:custGeom>
          <a:ln w="1228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776850" y="4137660"/>
            <a:ext cx="681232" cy="0"/>
          </a:xfrm>
          <a:custGeom>
            <a:avLst/>
            <a:gdLst/>
            <a:ahLst/>
            <a:cxnLst/>
            <a:rect l="l" t="t" r="r" b="b"/>
            <a:pathLst>
              <a:path w="681232">
                <a:moveTo>
                  <a:pt x="0" y="0"/>
                </a:moveTo>
                <a:lnTo>
                  <a:pt x="681232" y="0"/>
                </a:lnTo>
              </a:path>
            </a:pathLst>
          </a:custGeom>
          <a:ln w="1124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10017" y="1034143"/>
            <a:ext cx="256879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olu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ção</a:t>
            </a:r>
            <a:r>
              <a:rPr sz="3600" spc="938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99753" y="1034143"/>
            <a:ext cx="214004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9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xe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18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59216" y="1034143"/>
            <a:ext cx="361095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45823" y="2362038"/>
            <a:ext cx="1693588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eso</a:t>
            </a:r>
            <a:r>
              <a:rPr sz="1600" spc="148" dirty="0" smtClean="0">
                <a:latin typeface="Arial"/>
                <a:cs typeface="Arial"/>
              </a:rPr>
              <a:t> </a:t>
            </a:r>
            <a:r>
              <a:rPr sz="1600" spc="-5" dirty="0" smtClean="0">
                <a:latin typeface="Arial"/>
                <a:cs typeface="Arial"/>
              </a:rPr>
              <a:t>E</a:t>
            </a:r>
            <a:r>
              <a:rPr sz="1600" spc="87" dirty="0" smtClean="0">
                <a:latin typeface="Arial"/>
                <a:cs typeface="Arial"/>
              </a:rPr>
              <a:t>s</a:t>
            </a:r>
            <a:r>
              <a:rPr sz="1600" spc="75" dirty="0" smtClean="0">
                <a:latin typeface="Arial"/>
                <a:cs typeface="Arial"/>
              </a:rPr>
              <a:t>p</a:t>
            </a:r>
            <a:r>
              <a:rPr sz="1600" spc="-8" dirty="0" smtClean="0">
                <a:latin typeface="Arial"/>
                <a:cs typeface="Arial"/>
              </a:rPr>
              <a:t>e</a:t>
            </a:r>
            <a:r>
              <a:rPr sz="1600" spc="87" dirty="0" smtClean="0">
                <a:latin typeface="Arial"/>
                <a:cs typeface="Arial"/>
              </a:rPr>
              <a:t>c</a:t>
            </a:r>
            <a:r>
              <a:rPr sz="1600" spc="-4" dirty="0" smtClean="0">
                <a:latin typeface="Arial"/>
                <a:cs typeface="Arial"/>
              </a:rPr>
              <a:t>í</a:t>
            </a:r>
            <a:r>
              <a:rPr sz="1600" spc="94" dirty="0" smtClean="0">
                <a:latin typeface="Arial"/>
                <a:cs typeface="Arial"/>
              </a:rPr>
              <a:t>f</a:t>
            </a:r>
            <a:r>
              <a:rPr sz="1600" spc="85" dirty="0" smtClean="0">
                <a:latin typeface="Arial"/>
                <a:cs typeface="Arial"/>
              </a:rPr>
              <a:t>i</a:t>
            </a:r>
            <a:r>
              <a:rPr sz="1600" spc="87" dirty="0" smtClean="0">
                <a:latin typeface="Arial"/>
                <a:cs typeface="Arial"/>
              </a:rPr>
              <a:t>c</a:t>
            </a:r>
            <a:r>
              <a:rPr sz="1600" spc="89" dirty="0" smtClean="0">
                <a:latin typeface="Arial"/>
                <a:cs typeface="Arial"/>
              </a:rPr>
              <a:t>o</a:t>
            </a:r>
            <a:r>
              <a:rPr sz="1600" spc="84" dirty="0" smtClean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05330" y="2362038"/>
            <a:ext cx="2540943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eso</a:t>
            </a:r>
            <a:r>
              <a:rPr sz="1600" spc="148" dirty="0" smtClean="0">
                <a:latin typeface="Arial"/>
                <a:cs typeface="Arial"/>
              </a:rPr>
              <a:t> </a:t>
            </a:r>
            <a:r>
              <a:rPr sz="1600" spc="79" dirty="0" smtClean="0">
                <a:latin typeface="Arial"/>
                <a:cs typeface="Arial"/>
              </a:rPr>
              <a:t>E</a:t>
            </a:r>
            <a:r>
              <a:rPr sz="1600" spc="55" dirty="0" smtClean="0">
                <a:latin typeface="Arial"/>
                <a:cs typeface="Arial"/>
              </a:rPr>
              <a:t>s</a:t>
            </a:r>
            <a:r>
              <a:rPr sz="1600" spc="56" dirty="0" smtClean="0">
                <a:latin typeface="Arial"/>
                <a:cs typeface="Arial"/>
              </a:rPr>
              <a:t>p</a:t>
            </a:r>
            <a:r>
              <a:rPr sz="1600" spc="62" dirty="0" smtClean="0">
                <a:latin typeface="Arial"/>
                <a:cs typeface="Arial"/>
              </a:rPr>
              <a:t>e</a:t>
            </a:r>
            <a:r>
              <a:rPr sz="1600" spc="55" dirty="0" smtClean="0">
                <a:latin typeface="Arial"/>
                <a:cs typeface="Arial"/>
              </a:rPr>
              <a:t>c</a:t>
            </a:r>
            <a:r>
              <a:rPr sz="1600" spc="31" dirty="0" smtClean="0">
                <a:latin typeface="Arial"/>
                <a:cs typeface="Arial"/>
              </a:rPr>
              <a:t>í</a:t>
            </a:r>
            <a:r>
              <a:rPr sz="1600" spc="41" dirty="0" smtClean="0">
                <a:latin typeface="Arial"/>
                <a:cs typeface="Arial"/>
              </a:rPr>
              <a:t>f</a:t>
            </a:r>
            <a:r>
              <a:rPr sz="1600" spc="24" dirty="0" smtClean="0">
                <a:latin typeface="Arial"/>
                <a:cs typeface="Arial"/>
              </a:rPr>
              <a:t>i</a:t>
            </a:r>
            <a:r>
              <a:rPr sz="1600" spc="55" dirty="0" smtClean="0">
                <a:latin typeface="Arial"/>
                <a:cs typeface="Arial"/>
              </a:rPr>
              <a:t>c</a:t>
            </a:r>
            <a:r>
              <a:rPr sz="1600" spc="62" dirty="0" smtClean="0">
                <a:latin typeface="Arial"/>
                <a:cs typeface="Arial"/>
              </a:rPr>
              <a:t>o </a:t>
            </a:r>
            <a:r>
              <a:rPr sz="1600" spc="-10" dirty="0" smtClean="0">
                <a:latin typeface="Arial"/>
                <a:cs typeface="Arial"/>
              </a:rPr>
              <a:t>Re</a:t>
            </a:r>
            <a:r>
              <a:rPr sz="1600" spc="85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79" dirty="0" smtClean="0">
                <a:latin typeface="Arial"/>
                <a:cs typeface="Arial"/>
              </a:rPr>
              <a:t>t</a:t>
            </a:r>
            <a:r>
              <a:rPr sz="1600" spc="110" dirty="0" smtClean="0">
                <a:latin typeface="Arial"/>
                <a:cs typeface="Arial"/>
              </a:rPr>
              <a:t>i</a:t>
            </a:r>
            <a:r>
              <a:rPr sz="1600" spc="62" dirty="0" smtClean="0">
                <a:latin typeface="Arial"/>
                <a:cs typeface="Arial"/>
              </a:rPr>
              <a:t>v</a:t>
            </a:r>
            <a:r>
              <a:rPr sz="1600" spc="89" dirty="0" smtClean="0">
                <a:latin typeface="Arial"/>
                <a:cs typeface="Arial"/>
              </a:rPr>
              <a:t>o</a:t>
            </a:r>
            <a:r>
              <a:rPr sz="1600" spc="84" dirty="0" smtClean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37093" y="2371182"/>
            <a:ext cx="1818396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Massa</a:t>
            </a:r>
            <a:r>
              <a:rPr sz="1600" spc="144" dirty="0" smtClean="0">
                <a:latin typeface="Arial"/>
                <a:cs typeface="Arial"/>
              </a:rPr>
              <a:t> </a:t>
            </a:r>
            <a:r>
              <a:rPr sz="1600" spc="-5" dirty="0" smtClean="0">
                <a:latin typeface="Arial"/>
                <a:cs typeface="Arial"/>
              </a:rPr>
              <a:t>E</a:t>
            </a:r>
            <a:r>
              <a:rPr sz="1600" spc="87" dirty="0" smtClean="0">
                <a:latin typeface="Arial"/>
                <a:cs typeface="Arial"/>
              </a:rPr>
              <a:t>s</a:t>
            </a:r>
            <a:r>
              <a:rPr sz="1600" spc="75" dirty="0" smtClean="0">
                <a:latin typeface="Arial"/>
                <a:cs typeface="Arial"/>
              </a:rPr>
              <a:t>p</a:t>
            </a:r>
            <a:r>
              <a:rPr sz="1600" spc="-8" dirty="0" smtClean="0">
                <a:latin typeface="Arial"/>
                <a:cs typeface="Arial"/>
              </a:rPr>
              <a:t>e</a:t>
            </a:r>
            <a:r>
              <a:rPr sz="1600" spc="87" dirty="0" smtClean="0">
                <a:latin typeface="Arial"/>
                <a:cs typeface="Arial"/>
              </a:rPr>
              <a:t>c</a:t>
            </a:r>
            <a:r>
              <a:rPr sz="1600" spc="10" dirty="0" smtClean="0">
                <a:latin typeface="Arial"/>
                <a:cs typeface="Arial"/>
              </a:rPr>
              <a:t>í</a:t>
            </a:r>
            <a:r>
              <a:rPr sz="1600" spc="79" dirty="0" smtClean="0">
                <a:latin typeface="Arial"/>
                <a:cs typeface="Arial"/>
              </a:rPr>
              <a:t>f</a:t>
            </a:r>
            <a:r>
              <a:rPr sz="1600" spc="100" dirty="0" smtClean="0">
                <a:latin typeface="Arial"/>
                <a:cs typeface="Arial"/>
              </a:rPr>
              <a:t>i</a:t>
            </a:r>
            <a:r>
              <a:rPr sz="1600" spc="87" dirty="0" smtClean="0">
                <a:latin typeface="Arial"/>
                <a:cs typeface="Arial"/>
              </a:rPr>
              <a:t>c</a:t>
            </a:r>
            <a:r>
              <a:rPr sz="1600" spc="-8" dirty="0" smtClean="0">
                <a:latin typeface="Arial"/>
                <a:cs typeface="Arial"/>
              </a:rPr>
              <a:t>a</a:t>
            </a:r>
            <a:r>
              <a:rPr sz="1600" spc="84" dirty="0" smtClean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71304" y="2685197"/>
            <a:ext cx="335115" cy="365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30"/>
              </a:lnSpc>
              <a:spcBef>
                <a:spcPts val="141"/>
              </a:spcBef>
            </a:pPr>
            <a:r>
              <a:rPr sz="2650" spc="0" dirty="0" smtClean="0">
                <a:latin typeface="Times New Roman"/>
                <a:cs typeface="Times New Roman"/>
              </a:rPr>
              <a:t>m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998850" y="2713706"/>
            <a:ext cx="206344" cy="3374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55"/>
              </a:lnSpc>
              <a:spcBef>
                <a:spcPts val="132"/>
              </a:spcBef>
            </a:pPr>
            <a:r>
              <a:rPr sz="2450" spc="-428" dirty="0" smtClean="0">
                <a:latin typeface="Meiryo"/>
                <a:cs typeface="Meiryo"/>
              </a:rPr>
              <a:t>γ</a:t>
            </a:r>
            <a:endParaRPr sz="2450">
              <a:latin typeface="Meiryo"/>
              <a:cs typeface="Meiry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29643" y="2837569"/>
            <a:ext cx="220090" cy="3629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60"/>
              </a:lnSpc>
              <a:spcBef>
                <a:spcPts val="143"/>
              </a:spcBef>
            </a:pPr>
            <a:r>
              <a:rPr sz="2650" spc="-463" dirty="0" smtClean="0">
                <a:latin typeface="Meiryo"/>
                <a:cs typeface="Meiryo"/>
              </a:rPr>
              <a:t>γ</a:t>
            </a:r>
            <a:endParaRPr sz="2650">
              <a:latin typeface="Meiryo"/>
              <a:cs typeface="Meiry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99391" y="2837569"/>
            <a:ext cx="919320" cy="36475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70"/>
              </a:lnSpc>
              <a:spcBef>
                <a:spcPts val="143"/>
              </a:spcBef>
            </a:pPr>
            <a:r>
              <a:rPr sz="2500" spc="-522" dirty="0" smtClean="0">
                <a:latin typeface="Meiryo"/>
                <a:cs typeface="Meiryo"/>
              </a:rPr>
              <a:t>=</a:t>
            </a:r>
            <a:r>
              <a:rPr sz="2500" spc="-240" dirty="0" smtClean="0">
                <a:latin typeface="Meiryo"/>
                <a:cs typeface="Meiryo"/>
              </a:rPr>
              <a:t> </a:t>
            </a:r>
            <a:r>
              <a:rPr sz="2650" spc="-417" dirty="0" smtClean="0">
                <a:latin typeface="Meiryo"/>
                <a:cs typeface="Meiryo"/>
              </a:rPr>
              <a:t>ρ</a:t>
            </a:r>
            <a:r>
              <a:rPr sz="2650" spc="-103" dirty="0" smtClean="0">
                <a:latin typeface="Meiryo"/>
                <a:cs typeface="Meiryo"/>
              </a:rPr>
              <a:t> </a:t>
            </a:r>
            <a:r>
              <a:rPr sz="2500" spc="-226" dirty="0" smtClean="0">
                <a:latin typeface="Meiryo"/>
                <a:cs typeface="Meiryo"/>
              </a:rPr>
              <a:t>⋅</a:t>
            </a:r>
            <a:r>
              <a:rPr sz="2500" spc="-332" dirty="0" smtClean="0">
                <a:latin typeface="Meiryo"/>
                <a:cs typeface="Meiryo"/>
              </a:rPr>
              <a:t> </a:t>
            </a:r>
            <a:r>
              <a:rPr sz="2500" spc="0" dirty="0" smtClean="0">
                <a:latin typeface="Times New Roman"/>
                <a:cs typeface="Times New Roman"/>
              </a:rPr>
              <a:t>g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67800" y="2875692"/>
            <a:ext cx="579215" cy="38516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35"/>
              </a:lnSpc>
              <a:spcBef>
                <a:spcPts val="151"/>
              </a:spcBef>
            </a:pPr>
            <a:r>
              <a:rPr sz="2800" spc="0" dirty="0" smtClean="0">
                <a:latin typeface="Meiryo"/>
                <a:cs typeface="Meiryo"/>
              </a:rPr>
              <a:t>ρ</a:t>
            </a:r>
            <a:r>
              <a:rPr sz="2800" spc="-297" dirty="0" smtClean="0">
                <a:latin typeface="Meiryo"/>
                <a:cs typeface="Meiryo"/>
              </a:rPr>
              <a:t> </a:t>
            </a:r>
            <a:r>
              <a:rPr sz="2650" spc="-660" dirty="0" smtClean="0">
                <a:latin typeface="Meiryo"/>
                <a:cs typeface="Meiryo"/>
              </a:rPr>
              <a:t>=</a:t>
            </a:r>
            <a:endParaRPr sz="2650">
              <a:latin typeface="Meiryo"/>
              <a:cs typeface="Meiry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235326" y="2896586"/>
            <a:ext cx="206344" cy="3374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55"/>
              </a:lnSpc>
              <a:spcBef>
                <a:spcPts val="132"/>
              </a:spcBef>
            </a:pPr>
            <a:r>
              <a:rPr sz="2450" spc="-428" dirty="0" smtClean="0">
                <a:latin typeface="Meiryo"/>
                <a:cs typeface="Meiryo"/>
              </a:rPr>
              <a:t>γ</a:t>
            </a:r>
            <a:endParaRPr sz="2450">
              <a:latin typeface="Meiryo"/>
              <a:cs typeface="Meiry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70606" y="2910379"/>
            <a:ext cx="244495" cy="3206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25"/>
              </a:lnSpc>
              <a:spcBef>
                <a:spcPts val="126"/>
              </a:spcBef>
            </a:pPr>
            <a:r>
              <a:rPr sz="2300" spc="-573" dirty="0" smtClean="0">
                <a:latin typeface="Meiryo"/>
                <a:cs typeface="Meiryo"/>
              </a:rPr>
              <a:t>=</a:t>
            </a:r>
            <a:endParaRPr sz="2300">
              <a:latin typeface="Meiryo"/>
              <a:cs typeface="Meiry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95343" y="3087224"/>
            <a:ext cx="130987" cy="1976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350" spc="76" dirty="0" smtClean="0">
                <a:latin typeface="Times New Roman"/>
                <a:cs typeface="Times New Roman"/>
              </a:rPr>
              <a:t>r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14446" y="3123662"/>
            <a:ext cx="381554" cy="38824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55"/>
              </a:lnSpc>
              <a:spcBef>
                <a:spcPts val="152"/>
              </a:spcBef>
            </a:pPr>
            <a:r>
              <a:rPr sz="3675" spc="-428" baseline="4910" dirty="0" smtClean="0">
                <a:latin typeface="Meiryo"/>
                <a:cs typeface="Meiryo"/>
              </a:rPr>
              <a:t>γ</a:t>
            </a:r>
            <a:r>
              <a:rPr sz="3675" spc="-494" baseline="4910" dirty="0" smtClean="0">
                <a:latin typeface="Meiryo"/>
                <a:cs typeface="Meiryo"/>
              </a:rPr>
              <a:t> </a:t>
            </a:r>
            <a:r>
              <a:rPr sz="2025" spc="0" baseline="-10736" dirty="0" smtClean="0">
                <a:latin typeface="Times New Roman"/>
                <a:cs typeface="Times New Roman"/>
              </a:rPr>
              <a:t>H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49968" y="3159161"/>
            <a:ext cx="297199" cy="365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30"/>
              </a:lnSpc>
              <a:spcBef>
                <a:spcPts val="141"/>
              </a:spcBef>
            </a:pPr>
            <a:r>
              <a:rPr sz="2650" spc="0" dirty="0" smtClean="0">
                <a:latin typeface="Times New Roman"/>
                <a:cs typeface="Times New Roman"/>
              </a:rPr>
              <a:t>V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98494" y="3314300"/>
            <a:ext cx="188367" cy="1976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485"/>
              </a:lnSpc>
              <a:spcBef>
                <a:spcPts val="74"/>
              </a:spcBef>
            </a:pPr>
            <a:r>
              <a:rPr sz="1350" spc="0" dirty="0" smtClean="0">
                <a:latin typeface="Times New Roman"/>
                <a:cs typeface="Times New Roman"/>
              </a:rPr>
              <a:t>O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126866" y="3398092"/>
            <a:ext cx="118087" cy="1484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085"/>
              </a:lnSpc>
              <a:spcBef>
                <a:spcPts val="54"/>
              </a:spcBef>
            </a:pPr>
            <a:r>
              <a:rPr sz="950" spc="9" dirty="0" smtClean="0"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277755" y="3651590"/>
            <a:ext cx="680222" cy="323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sz="2350" spc="0" dirty="0" smtClean="0">
                <a:latin typeface="Times New Roman"/>
                <a:cs typeface="Times New Roman"/>
              </a:rPr>
              <a:t>1500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361064" y="3782736"/>
            <a:ext cx="230914" cy="3829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15"/>
              </a:lnSpc>
              <a:spcBef>
                <a:spcPts val="150"/>
              </a:spcBef>
            </a:pPr>
            <a:r>
              <a:rPr sz="2800" spc="-489" dirty="0" smtClean="0">
                <a:latin typeface="Meiryo"/>
                <a:cs typeface="Meiryo"/>
              </a:rPr>
              <a:t>γ</a:t>
            </a:r>
            <a:endParaRPr sz="2800">
              <a:latin typeface="Meiryo"/>
              <a:cs typeface="Meiry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43003" y="3798542"/>
            <a:ext cx="1356292" cy="369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05"/>
              </a:lnSpc>
              <a:spcBef>
                <a:spcPts val="145"/>
              </a:spcBef>
            </a:pPr>
            <a:r>
              <a:rPr sz="2650" spc="-681" dirty="0" smtClean="0">
                <a:latin typeface="Meiryo"/>
                <a:cs typeface="Meiryo"/>
              </a:rPr>
              <a:t>=</a:t>
            </a:r>
            <a:r>
              <a:rPr sz="2650" spc="-264" dirty="0" smtClean="0">
                <a:latin typeface="Meiryo"/>
                <a:cs typeface="Meiryo"/>
              </a:rPr>
              <a:t> </a:t>
            </a:r>
            <a:r>
              <a:rPr sz="3975" spc="0" baseline="1093" dirty="0" smtClean="0">
                <a:latin typeface="Times New Roman"/>
                <a:cs typeface="Times New Roman"/>
              </a:rPr>
              <a:t>750</a:t>
            </a:r>
            <a:r>
              <a:rPr sz="3975" spc="-244" baseline="1093" dirty="0" smtClean="0">
                <a:latin typeface="Times New Roman"/>
                <a:cs typeface="Times New Roman"/>
              </a:rPr>
              <a:t> </a:t>
            </a:r>
            <a:r>
              <a:rPr sz="2650" spc="-133" dirty="0" smtClean="0">
                <a:latin typeface="Meiryo"/>
                <a:cs typeface="Meiryo"/>
              </a:rPr>
              <a:t>⋅</a:t>
            </a:r>
            <a:r>
              <a:rPr sz="3975" spc="0" baseline="1093" dirty="0" smtClean="0">
                <a:latin typeface="Times New Roman"/>
                <a:cs typeface="Times New Roman"/>
              </a:rPr>
              <a:t>10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834259" y="3808010"/>
            <a:ext cx="620581" cy="29617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70"/>
              </a:lnSpc>
              <a:spcBef>
                <a:spcPts val="113"/>
              </a:spcBef>
            </a:pPr>
            <a:r>
              <a:rPr sz="2100" spc="10" dirty="0" smtClean="0">
                <a:latin typeface="Times New Roman"/>
                <a:cs typeface="Times New Roman"/>
              </a:rPr>
              <a:t>7500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88553" y="3817279"/>
            <a:ext cx="508422" cy="3408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85"/>
              </a:lnSpc>
              <a:spcBef>
                <a:spcPts val="134"/>
              </a:spcBef>
            </a:pPr>
            <a:r>
              <a:rPr sz="2450" spc="0" dirty="0" smtClean="0">
                <a:latin typeface="Meiryo"/>
                <a:cs typeface="Meiryo"/>
              </a:rPr>
              <a:t>ρ</a:t>
            </a:r>
            <a:r>
              <a:rPr sz="2450" spc="-292" dirty="0" smtClean="0">
                <a:latin typeface="Meiryo"/>
                <a:cs typeface="Meiryo"/>
              </a:rPr>
              <a:t> </a:t>
            </a:r>
            <a:r>
              <a:rPr sz="2350" spc="-604" dirty="0" smtClean="0">
                <a:latin typeface="Meiryo"/>
                <a:cs typeface="Meiryo"/>
              </a:rPr>
              <a:t>=</a:t>
            </a:r>
            <a:endParaRPr sz="2350">
              <a:latin typeface="Meiryo"/>
              <a:cs typeface="Meiry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233802" y="3958675"/>
            <a:ext cx="297576" cy="3596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30"/>
              </a:lnSpc>
              <a:spcBef>
                <a:spcPts val="141"/>
              </a:spcBef>
            </a:pPr>
            <a:r>
              <a:rPr sz="3375" spc="-393" baseline="4583" dirty="0" smtClean="0">
                <a:latin typeface="Meiryo"/>
                <a:cs typeface="Meiryo"/>
              </a:rPr>
              <a:t>γ</a:t>
            </a:r>
            <a:r>
              <a:rPr sz="3375" spc="-479" baseline="4583" dirty="0" smtClean="0">
                <a:latin typeface="Meiryo"/>
                <a:cs typeface="Meiryo"/>
              </a:rPr>
              <a:t> </a:t>
            </a:r>
            <a:r>
              <a:rPr sz="1875" spc="66" baseline="-9276" dirty="0" smtClean="0">
                <a:latin typeface="Times New Roman"/>
                <a:cs typeface="Times New Roman"/>
              </a:rPr>
              <a:t>r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544699" y="3971325"/>
            <a:ext cx="964834" cy="5092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0616">
              <a:lnSpc>
                <a:spcPts val="2275"/>
              </a:lnSpc>
              <a:spcBef>
                <a:spcPts val="113"/>
              </a:spcBef>
            </a:pPr>
            <a:r>
              <a:rPr sz="2100" spc="-523" dirty="0" smtClean="0">
                <a:latin typeface="Meiryo"/>
                <a:cs typeface="Meiryo"/>
              </a:rPr>
              <a:t>=</a:t>
            </a:r>
            <a:endParaRPr sz="2100">
              <a:latin typeface="Meiryo"/>
              <a:cs typeface="Meiryo"/>
            </a:endParaRPr>
          </a:p>
          <a:p>
            <a:pPr marL="221487">
              <a:lnSpc>
                <a:spcPts val="1670"/>
              </a:lnSpc>
            </a:pPr>
            <a:r>
              <a:rPr sz="3150" spc="10" baseline="2760" dirty="0" smtClean="0">
                <a:latin typeface="Times New Roman"/>
                <a:cs typeface="Times New Roman"/>
              </a:rPr>
              <a:t>10000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18548" y="4066118"/>
            <a:ext cx="232212" cy="3239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00"/>
              </a:lnSpc>
              <a:spcBef>
                <a:spcPts val="125"/>
              </a:spcBef>
            </a:pPr>
            <a:r>
              <a:rPr sz="2350" spc="0" dirty="0" smtClean="0">
                <a:latin typeface="Times New Roman"/>
                <a:cs typeface="Times New Roman"/>
              </a:rPr>
              <a:t>2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359540" y="4789124"/>
            <a:ext cx="218537" cy="3600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35"/>
              </a:lnSpc>
              <a:spcBef>
                <a:spcPts val="141"/>
              </a:spcBef>
            </a:pPr>
            <a:r>
              <a:rPr sz="2600" spc="-454" dirty="0" smtClean="0">
                <a:latin typeface="Meiryo"/>
                <a:cs typeface="Meiryo"/>
              </a:rPr>
              <a:t>γ</a:t>
            </a:r>
            <a:endParaRPr sz="2600">
              <a:latin typeface="Meiryo"/>
              <a:cs typeface="Meiry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621667" y="4803916"/>
            <a:ext cx="968338" cy="3470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35"/>
              </a:lnSpc>
              <a:spcBef>
                <a:spcPts val="136"/>
              </a:spcBef>
            </a:pPr>
            <a:r>
              <a:rPr sz="2500" spc="-643" dirty="0" smtClean="0">
                <a:latin typeface="Meiryo"/>
                <a:cs typeface="Meiryo"/>
              </a:rPr>
              <a:t>=</a:t>
            </a:r>
            <a:r>
              <a:rPr sz="2500" spc="-264" dirty="0" smtClean="0">
                <a:latin typeface="Meiryo"/>
                <a:cs typeface="Meiryo"/>
              </a:rPr>
              <a:t> </a:t>
            </a:r>
            <a:r>
              <a:rPr sz="3750" spc="0" baseline="1159" dirty="0" smtClean="0">
                <a:latin typeface="Times New Roman"/>
                <a:cs typeface="Times New Roman"/>
              </a:rPr>
              <a:t>7500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648345" y="4807560"/>
            <a:ext cx="1116151" cy="3691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05"/>
              </a:lnSpc>
              <a:spcBef>
                <a:spcPts val="145"/>
              </a:spcBef>
            </a:pPr>
            <a:r>
              <a:rPr sz="2700" spc="0" dirty="0" smtClean="0">
                <a:latin typeface="Meiryo"/>
                <a:cs typeface="Meiryo"/>
              </a:rPr>
              <a:t>ρ</a:t>
            </a:r>
            <a:r>
              <a:rPr sz="2700" spc="-305" dirty="0" smtClean="0">
                <a:latin typeface="Meiryo"/>
                <a:cs typeface="Meiryo"/>
              </a:rPr>
              <a:t> </a:t>
            </a:r>
            <a:r>
              <a:rPr sz="2550" spc="-656" dirty="0" smtClean="0">
                <a:latin typeface="Meiryo"/>
                <a:cs typeface="Meiryo"/>
              </a:rPr>
              <a:t>=</a:t>
            </a:r>
            <a:r>
              <a:rPr sz="2550" spc="-259" dirty="0" smtClean="0">
                <a:latin typeface="Meiryo"/>
                <a:cs typeface="Meiryo"/>
              </a:rPr>
              <a:t> </a:t>
            </a:r>
            <a:r>
              <a:rPr sz="2550" spc="0" dirty="0" smtClean="0">
                <a:latin typeface="Times New Roman"/>
                <a:cs typeface="Times New Roman"/>
              </a:rPr>
              <a:t>750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233802" y="4847986"/>
            <a:ext cx="303788" cy="3689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05"/>
              </a:lnSpc>
              <a:spcBef>
                <a:spcPts val="145"/>
              </a:spcBef>
            </a:pPr>
            <a:r>
              <a:rPr sz="3450" spc="-402" baseline="4483" dirty="0" smtClean="0">
                <a:latin typeface="Meiryo"/>
                <a:cs typeface="Meiryo"/>
              </a:rPr>
              <a:t>γ</a:t>
            </a:r>
            <a:r>
              <a:rPr sz="3450" spc="-494" baseline="4483" dirty="0" smtClean="0">
                <a:latin typeface="Meiryo"/>
                <a:cs typeface="Meiryo"/>
              </a:rPr>
              <a:t> </a:t>
            </a:r>
            <a:r>
              <a:rPr sz="1875" spc="79" baseline="-11595" dirty="0" smtClean="0">
                <a:latin typeface="Times New Roman"/>
                <a:cs typeface="Times New Roman"/>
              </a:rPr>
              <a:t>r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549270" y="4861003"/>
            <a:ext cx="775391" cy="3084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430"/>
              </a:lnSpc>
              <a:spcBef>
                <a:spcPts val="121"/>
              </a:spcBef>
            </a:pPr>
            <a:r>
              <a:rPr sz="2200" spc="-566" dirty="0" smtClean="0">
                <a:latin typeface="Meiryo"/>
                <a:cs typeface="Meiryo"/>
              </a:rPr>
              <a:t>=</a:t>
            </a:r>
            <a:r>
              <a:rPr sz="2200" spc="-274" dirty="0" smtClean="0">
                <a:latin typeface="Meiryo"/>
                <a:cs typeface="Meiryo"/>
              </a:rPr>
              <a:t> </a:t>
            </a:r>
            <a:r>
              <a:rPr sz="3300" spc="-39" baseline="1317" dirty="0" smtClean="0">
                <a:latin typeface="Times New Roman"/>
                <a:cs typeface="Times New Roman"/>
              </a:rPr>
              <a:t>0</a:t>
            </a:r>
            <a:r>
              <a:rPr sz="3300" spc="-9" baseline="1317" dirty="0" smtClean="0">
                <a:latin typeface="Times New Roman"/>
                <a:cs typeface="Times New Roman"/>
              </a:rPr>
              <a:t>,</a:t>
            </a:r>
            <a:r>
              <a:rPr sz="3300" spc="0" baseline="1317" dirty="0" smtClean="0">
                <a:latin typeface="Times New Roman"/>
                <a:cs typeface="Times New Roman"/>
              </a:rPr>
              <a:t>75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569595" y="4878161"/>
            <a:ext cx="509419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N/</a:t>
            </a:r>
            <a:r>
              <a:rPr sz="1600" spc="14" dirty="0" smtClean="0">
                <a:latin typeface="Arial"/>
                <a:cs typeface="Arial"/>
              </a:rPr>
              <a:t>m</a:t>
            </a:r>
            <a:r>
              <a:rPr sz="1600" spc="0" dirty="0" smtClean="0">
                <a:latin typeface="Arial"/>
                <a:cs typeface="Arial"/>
              </a:rPr>
              <a:t>³</a:t>
            </a:r>
            <a:endParaRPr sz="16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763917" y="4925405"/>
            <a:ext cx="576478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k</a:t>
            </a:r>
            <a:r>
              <a:rPr sz="1600" spc="0" dirty="0" smtClean="0">
                <a:latin typeface="Arial"/>
                <a:cs typeface="Arial"/>
              </a:rPr>
              <a:t>g/m³</a:t>
            </a:r>
            <a:endParaRPr sz="16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459608" y="2957062"/>
            <a:ext cx="28956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6" name="object 66"/>
          <p:cNvSpPr txBox="1"/>
          <p:nvPr/>
        </p:nvSpPr>
        <p:spPr>
          <a:xfrm>
            <a:off x="7821050" y="2950955"/>
            <a:ext cx="55931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7" name="object 67"/>
          <p:cNvSpPr txBox="1"/>
          <p:nvPr/>
        </p:nvSpPr>
        <p:spPr>
          <a:xfrm>
            <a:off x="2302641" y="3874514"/>
            <a:ext cx="595878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8" name="object 68"/>
          <p:cNvSpPr txBox="1"/>
          <p:nvPr/>
        </p:nvSpPr>
        <p:spPr>
          <a:xfrm>
            <a:off x="7776850" y="3997960"/>
            <a:ext cx="681232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2138517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xe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2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67956" y="1034143"/>
            <a:ext cx="361095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1289" y="1637251"/>
            <a:ext cx="46020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2</a:t>
            </a:r>
            <a:r>
              <a:rPr sz="3200" spc="0" dirty="0" smtClean="0"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42348" y="1637251"/>
            <a:ext cx="73234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Um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73148" y="1637251"/>
            <a:ext cx="224248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ó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13976" y="1637251"/>
            <a:ext cx="170298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il</a:t>
            </a:r>
            <a:r>
              <a:rPr sz="3200" spc="0" dirty="0" smtClean="0">
                <a:latin typeface="Arial"/>
                <a:cs typeface="Arial"/>
              </a:rPr>
              <a:t>í</a:t>
            </a:r>
            <a:r>
              <a:rPr sz="3200" spc="-4" dirty="0" smtClean="0">
                <a:latin typeface="Arial"/>
                <a:cs typeface="Arial"/>
              </a:rPr>
              <a:t>nd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16828" y="1637251"/>
            <a:ext cx="127143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9" dirty="0" smtClean="0">
                <a:latin typeface="Arial"/>
                <a:cs typeface="Arial"/>
              </a:rPr>
              <a:t>p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su</a:t>
            </a:r>
            <a:r>
              <a:rPr sz="3200" spc="0" dirty="0" smtClean="0">
                <a:latin typeface="Arial"/>
                <a:cs typeface="Arial"/>
              </a:rPr>
              <a:t>i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38384" y="1720104"/>
            <a:ext cx="31150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0"/>
              </a:lnSpc>
              <a:spcBef>
                <a:spcPts val="127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289" y="2027395"/>
            <a:ext cx="16771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diâme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65698" y="2027395"/>
            <a:ext cx="270222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660400" algn="l"/>
                <a:tab pos="1752600" algn="l"/>
              </a:tabLst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	</a:t>
            </a:r>
            <a:r>
              <a:rPr sz="3200" spc="-4" dirty="0" smtClean="0">
                <a:latin typeface="Arial"/>
                <a:cs typeface="Arial"/>
              </a:rPr>
              <a:t>ba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e	</a:t>
            </a:r>
            <a:r>
              <a:rPr sz="3200" spc="-4" dirty="0" smtClean="0">
                <a:latin typeface="Arial"/>
                <a:cs typeface="Arial"/>
              </a:rPr>
              <a:t>igua</a:t>
            </a:r>
            <a:r>
              <a:rPr sz="3200" spc="0" dirty="0" smtClean="0">
                <a:latin typeface="Arial"/>
                <a:cs typeface="Arial"/>
              </a:rPr>
              <a:t>l</a:t>
            </a:r>
            <a:endParaRPr sz="3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175513" y="2027395"/>
            <a:ext cx="341300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444500" algn="l"/>
                <a:tab pos="1206500" algn="l"/>
                <a:tab pos="1651000" algn="l"/>
                <a:tab pos="2870200" algn="l"/>
              </a:tabLst>
            </a:pPr>
            <a:r>
              <a:rPr sz="3200" spc="0" dirty="0" smtClean="0">
                <a:latin typeface="Arial"/>
                <a:cs typeface="Arial"/>
              </a:rPr>
              <a:t>a	</a:t>
            </a:r>
            <a:r>
              <a:rPr sz="3200" spc="-4" dirty="0" smtClean="0">
                <a:latin typeface="Arial"/>
                <a:cs typeface="Arial"/>
              </a:rPr>
              <a:t>2</a:t>
            </a:r>
            <a:r>
              <a:rPr sz="3200" spc="0" dirty="0" smtClean="0">
                <a:latin typeface="Arial"/>
                <a:cs typeface="Arial"/>
              </a:rPr>
              <a:t>m	e	</a:t>
            </a:r>
            <a:r>
              <a:rPr sz="3200" spc="-4" dirty="0" smtClean="0">
                <a:latin typeface="Arial"/>
                <a:cs typeface="Arial"/>
              </a:rPr>
              <a:t>al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0" dirty="0" smtClean="0">
                <a:latin typeface="Arial"/>
                <a:cs typeface="Arial"/>
              </a:rPr>
              <a:t>ra	</a:t>
            </a:r>
            <a:r>
              <a:rPr sz="3200" spc="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1289" y="2417539"/>
            <a:ext cx="77606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4m</a:t>
            </a:r>
            <a:r>
              <a:rPr sz="3200" spc="0" dirty="0" smtClean="0">
                <a:latin typeface="Arial"/>
                <a:cs typeface="Arial"/>
              </a:rPr>
              <a:t>,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81683" y="2417539"/>
            <a:ext cx="221798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19" dirty="0" smtClean="0">
                <a:latin typeface="Arial"/>
                <a:cs typeface="Arial"/>
              </a:rPr>
              <a:t>a</a:t>
            </a:r>
            <a:r>
              <a:rPr sz="3200" spc="-4" dirty="0" smtClean="0">
                <a:latin typeface="Arial"/>
                <a:cs typeface="Arial"/>
              </a:rPr>
              <a:t>bendo</a:t>
            </a:r>
            <a:r>
              <a:rPr sz="3200" spc="-9" dirty="0" smtClean="0">
                <a:latin typeface="Arial"/>
                <a:cs typeface="Arial"/>
              </a:rPr>
              <a:t>-</a:t>
            </a:r>
            <a:r>
              <a:rPr sz="3200" spc="-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23335" y="2417539"/>
            <a:ext cx="776541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qu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22016" y="2417539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969720" y="2417539"/>
            <a:ext cx="143191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me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m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722249" y="2417539"/>
            <a:ext cx="868110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tá</a:t>
            </a:r>
            <a:endParaRPr sz="3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81289" y="2809207"/>
            <a:ext cx="528549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2159000" algn="l"/>
                <a:tab pos="4419600" algn="l"/>
              </a:tabLst>
            </a:pP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almen</a:t>
            </a:r>
            <a:r>
              <a:rPr sz="3200" spc="0" dirty="0" smtClean="0">
                <a:latin typeface="Arial"/>
                <a:cs typeface="Arial"/>
              </a:rPr>
              <a:t>te	</a:t>
            </a: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4" dirty="0" smtClean="0">
                <a:latin typeface="Arial"/>
                <a:cs typeface="Arial"/>
              </a:rPr>
              <a:t>n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hid</a:t>
            </a:r>
            <a:r>
              <a:rPr sz="3200" spc="0" dirty="0" smtClean="0">
                <a:latin typeface="Arial"/>
                <a:cs typeface="Arial"/>
              </a:rPr>
              <a:t>o	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m</a:t>
            </a:r>
            <a:endParaRPr sz="3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24451" y="2809207"/>
            <a:ext cx="160990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g</a:t>
            </a:r>
            <a:r>
              <a:rPr sz="3200" spc="-19" dirty="0" smtClean="0">
                <a:latin typeface="Arial"/>
                <a:cs typeface="Arial"/>
              </a:rPr>
              <a:t>a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olin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91902" y="2809207"/>
            <a:ext cx="79852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9" dirty="0" smtClean="0">
                <a:latin typeface="Arial"/>
                <a:cs typeface="Arial"/>
              </a:rPr>
              <a:t>(</a:t>
            </a: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81289" y="3199351"/>
            <a:ext cx="2466201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op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ie</a:t>
            </a:r>
            <a:r>
              <a:rPr sz="3200" spc="-19" dirty="0" smtClean="0">
                <a:latin typeface="Arial"/>
                <a:cs typeface="Arial"/>
              </a:rPr>
              <a:t>d</a:t>
            </a:r>
            <a:r>
              <a:rPr sz="3200" spc="-4" dirty="0" smtClean="0">
                <a:latin typeface="Arial"/>
                <a:cs typeface="Arial"/>
              </a:rPr>
              <a:t>ade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42262" y="3199351"/>
            <a:ext cx="54952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9" dirty="0" smtClean="0">
                <a:latin typeface="Arial"/>
                <a:cs typeface="Arial"/>
              </a:rPr>
              <a:t>n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184974" y="3199351"/>
            <a:ext cx="158663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ab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4" dirty="0" smtClean="0">
                <a:latin typeface="Arial"/>
                <a:cs typeface="Arial"/>
              </a:rPr>
              <a:t>la</a:t>
            </a:r>
            <a:r>
              <a:rPr sz="3200" spc="0" dirty="0" smtClean="0">
                <a:latin typeface="Arial"/>
                <a:cs typeface="Arial"/>
              </a:rPr>
              <a:t>),</a:t>
            </a:r>
            <a:endParaRPr sz="3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65464" y="3199351"/>
            <a:ext cx="190416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de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min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037518" y="3199351"/>
            <a:ext cx="547413" cy="8224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225293">
              <a:lnSpc>
                <a:spcPts val="3070"/>
              </a:lnSpc>
              <a:spcBef>
                <a:spcPts val="393"/>
              </a:spcBef>
            </a:pPr>
            <a:r>
              <a:rPr sz="3200" spc="0" dirty="0" smtClean="0">
                <a:latin typeface="Arial"/>
                <a:cs typeface="Arial"/>
              </a:rPr>
              <a:t>a </a:t>
            </a:r>
            <a:r>
              <a:rPr sz="3200" spc="-4" dirty="0" smtClean="0">
                <a:latin typeface="Arial"/>
                <a:cs typeface="Arial"/>
              </a:rPr>
              <a:t>n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81289" y="3589494"/>
            <a:ext cx="1296281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mas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457266" y="3589494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89538" y="3589494"/>
            <a:ext cx="160990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gasolin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780662" y="3589494"/>
            <a:ext cx="167715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-19" dirty="0" smtClean="0">
                <a:latin typeface="Arial"/>
                <a:cs typeface="Arial"/>
              </a:rPr>
              <a:t>n</a:t>
            </a:r>
            <a:r>
              <a:rPr sz="3200" spc="-14" dirty="0" smtClean="0">
                <a:latin typeface="Arial"/>
                <a:cs typeface="Arial"/>
              </a:rPr>
              <a:t>t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81289" y="3979638"/>
            <a:ext cx="2353140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va</a:t>
            </a:r>
            <a:r>
              <a:rPr sz="3200" spc="-14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ó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io</a:t>
            </a:r>
            <a:r>
              <a:rPr sz="3200" spc="0" dirty="0" smtClean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5548762" y="2674619"/>
            <a:ext cx="525779" cy="0"/>
          </a:xfrm>
          <a:custGeom>
            <a:avLst/>
            <a:gdLst/>
            <a:ahLst/>
            <a:cxnLst/>
            <a:rect l="l" t="t" r="r" b="b"/>
            <a:pathLst>
              <a:path w="525779">
                <a:moveTo>
                  <a:pt x="0" y="0"/>
                </a:moveTo>
                <a:lnTo>
                  <a:pt x="525779" y="0"/>
                </a:lnTo>
              </a:path>
            </a:pathLst>
          </a:custGeom>
          <a:ln w="933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260211" y="2662424"/>
            <a:ext cx="478534" cy="0"/>
          </a:xfrm>
          <a:custGeom>
            <a:avLst/>
            <a:gdLst/>
            <a:ahLst/>
            <a:cxnLst/>
            <a:rect l="l" t="t" r="r" b="b"/>
            <a:pathLst>
              <a:path w="478534">
                <a:moveTo>
                  <a:pt x="0" y="0"/>
                </a:moveTo>
                <a:lnTo>
                  <a:pt x="478534" y="0"/>
                </a:lnTo>
              </a:path>
            </a:pathLst>
          </a:custGeom>
          <a:ln w="904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60269" y="2590799"/>
            <a:ext cx="359663" cy="108203"/>
          </a:xfrm>
          <a:custGeom>
            <a:avLst/>
            <a:gdLst/>
            <a:ahLst/>
            <a:cxnLst/>
            <a:rect l="l" t="t" r="r" b="b"/>
            <a:pathLst>
              <a:path w="359663" h="108203">
                <a:moveTo>
                  <a:pt x="269747" y="71627"/>
                </a:moveTo>
                <a:lnTo>
                  <a:pt x="269747" y="0"/>
                </a:lnTo>
                <a:lnTo>
                  <a:pt x="0" y="0"/>
                </a:lnTo>
                <a:lnTo>
                  <a:pt x="0" y="71627"/>
                </a:lnTo>
                <a:lnTo>
                  <a:pt x="269747" y="71627"/>
                </a:lnTo>
                <a:close/>
              </a:path>
              <a:path w="359663" h="108203">
                <a:moveTo>
                  <a:pt x="359663" y="35051"/>
                </a:moveTo>
                <a:lnTo>
                  <a:pt x="269747" y="-36575"/>
                </a:lnTo>
                <a:lnTo>
                  <a:pt x="269747" y="108203"/>
                </a:lnTo>
                <a:lnTo>
                  <a:pt x="359663" y="35051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60269" y="2554223"/>
            <a:ext cx="359663" cy="144779"/>
          </a:xfrm>
          <a:custGeom>
            <a:avLst/>
            <a:gdLst/>
            <a:ahLst/>
            <a:cxnLst/>
            <a:rect l="l" t="t" r="r" b="b"/>
            <a:pathLst>
              <a:path w="359663" h="144779">
                <a:moveTo>
                  <a:pt x="269747" y="0"/>
                </a:moveTo>
                <a:lnTo>
                  <a:pt x="269747" y="36575"/>
                </a:lnTo>
                <a:lnTo>
                  <a:pt x="0" y="36575"/>
                </a:lnTo>
                <a:lnTo>
                  <a:pt x="0" y="108203"/>
                </a:lnTo>
                <a:lnTo>
                  <a:pt x="269747" y="108203"/>
                </a:lnTo>
                <a:lnTo>
                  <a:pt x="269747" y="144779"/>
                </a:lnTo>
                <a:lnTo>
                  <a:pt x="359663" y="71627"/>
                </a:lnTo>
                <a:lnTo>
                  <a:pt x="269747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425062" y="2590799"/>
            <a:ext cx="361187" cy="108203"/>
          </a:xfrm>
          <a:custGeom>
            <a:avLst/>
            <a:gdLst/>
            <a:ahLst/>
            <a:cxnLst/>
            <a:rect l="l" t="t" r="r" b="b"/>
            <a:pathLst>
              <a:path w="361187" h="108203">
                <a:moveTo>
                  <a:pt x="271271" y="71627"/>
                </a:moveTo>
                <a:lnTo>
                  <a:pt x="271271" y="0"/>
                </a:lnTo>
                <a:lnTo>
                  <a:pt x="0" y="0"/>
                </a:lnTo>
                <a:lnTo>
                  <a:pt x="0" y="71627"/>
                </a:lnTo>
                <a:lnTo>
                  <a:pt x="271271" y="71627"/>
                </a:lnTo>
                <a:close/>
              </a:path>
              <a:path w="361187" h="108203">
                <a:moveTo>
                  <a:pt x="361187" y="35051"/>
                </a:moveTo>
                <a:lnTo>
                  <a:pt x="271271" y="-36575"/>
                </a:lnTo>
                <a:lnTo>
                  <a:pt x="271271" y="108203"/>
                </a:lnTo>
                <a:lnTo>
                  <a:pt x="361187" y="35051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25062" y="2554223"/>
            <a:ext cx="361187" cy="144779"/>
          </a:xfrm>
          <a:custGeom>
            <a:avLst/>
            <a:gdLst/>
            <a:ahLst/>
            <a:cxnLst/>
            <a:rect l="l" t="t" r="r" b="b"/>
            <a:pathLst>
              <a:path w="361187" h="144779">
                <a:moveTo>
                  <a:pt x="271271" y="0"/>
                </a:moveTo>
                <a:lnTo>
                  <a:pt x="271271" y="36575"/>
                </a:lnTo>
                <a:lnTo>
                  <a:pt x="0" y="36575"/>
                </a:lnTo>
                <a:lnTo>
                  <a:pt x="0" y="108203"/>
                </a:lnTo>
                <a:lnTo>
                  <a:pt x="271271" y="108203"/>
                </a:lnTo>
                <a:lnTo>
                  <a:pt x="271271" y="144779"/>
                </a:lnTo>
                <a:lnTo>
                  <a:pt x="361187" y="71627"/>
                </a:lnTo>
                <a:lnTo>
                  <a:pt x="271271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052693" y="2590799"/>
            <a:ext cx="359663" cy="108203"/>
          </a:xfrm>
          <a:custGeom>
            <a:avLst/>
            <a:gdLst/>
            <a:ahLst/>
            <a:cxnLst/>
            <a:rect l="l" t="t" r="r" b="b"/>
            <a:pathLst>
              <a:path w="359663" h="108203">
                <a:moveTo>
                  <a:pt x="269747" y="71627"/>
                </a:moveTo>
                <a:lnTo>
                  <a:pt x="269747" y="0"/>
                </a:lnTo>
                <a:lnTo>
                  <a:pt x="0" y="0"/>
                </a:lnTo>
                <a:lnTo>
                  <a:pt x="0" y="71627"/>
                </a:lnTo>
                <a:lnTo>
                  <a:pt x="269747" y="71627"/>
                </a:lnTo>
                <a:close/>
              </a:path>
              <a:path w="359663" h="108203">
                <a:moveTo>
                  <a:pt x="359663" y="35051"/>
                </a:moveTo>
                <a:lnTo>
                  <a:pt x="269747" y="-36575"/>
                </a:lnTo>
                <a:lnTo>
                  <a:pt x="269747" y="108203"/>
                </a:lnTo>
                <a:lnTo>
                  <a:pt x="359663" y="35051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8052693" y="2554223"/>
            <a:ext cx="359663" cy="144779"/>
          </a:xfrm>
          <a:custGeom>
            <a:avLst/>
            <a:gdLst/>
            <a:ahLst/>
            <a:cxnLst/>
            <a:rect l="l" t="t" r="r" b="b"/>
            <a:pathLst>
              <a:path w="359663" h="144779">
                <a:moveTo>
                  <a:pt x="269747" y="0"/>
                </a:moveTo>
                <a:lnTo>
                  <a:pt x="269747" y="36575"/>
                </a:lnTo>
                <a:lnTo>
                  <a:pt x="0" y="36575"/>
                </a:lnTo>
                <a:lnTo>
                  <a:pt x="0" y="108203"/>
                </a:lnTo>
                <a:lnTo>
                  <a:pt x="269747" y="108203"/>
                </a:lnTo>
                <a:lnTo>
                  <a:pt x="269747" y="144779"/>
                </a:lnTo>
                <a:lnTo>
                  <a:pt x="359663" y="71627"/>
                </a:lnTo>
                <a:lnTo>
                  <a:pt x="269747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60325" y="5361432"/>
            <a:ext cx="207263" cy="0"/>
          </a:xfrm>
          <a:custGeom>
            <a:avLst/>
            <a:gdLst/>
            <a:ahLst/>
            <a:cxnLst/>
            <a:rect l="l" t="t" r="r" b="b"/>
            <a:pathLst>
              <a:path w="207263">
                <a:moveTo>
                  <a:pt x="0" y="0"/>
                </a:moveTo>
                <a:lnTo>
                  <a:pt x="207263" y="0"/>
                </a:lnTo>
              </a:path>
            </a:pathLst>
          </a:custGeom>
          <a:ln w="10192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608966" y="5326379"/>
            <a:ext cx="361187" cy="108203"/>
          </a:xfrm>
          <a:custGeom>
            <a:avLst/>
            <a:gdLst/>
            <a:ahLst/>
            <a:cxnLst/>
            <a:rect l="l" t="t" r="r" b="b"/>
            <a:pathLst>
              <a:path w="361187" h="108203">
                <a:moveTo>
                  <a:pt x="269747" y="73151"/>
                </a:moveTo>
                <a:lnTo>
                  <a:pt x="269747" y="0"/>
                </a:lnTo>
                <a:lnTo>
                  <a:pt x="0" y="0"/>
                </a:lnTo>
                <a:lnTo>
                  <a:pt x="0" y="73151"/>
                </a:lnTo>
                <a:lnTo>
                  <a:pt x="269747" y="73151"/>
                </a:lnTo>
                <a:close/>
              </a:path>
              <a:path w="361187" h="108203">
                <a:moveTo>
                  <a:pt x="361187" y="36575"/>
                </a:moveTo>
                <a:lnTo>
                  <a:pt x="269747" y="-35051"/>
                </a:lnTo>
                <a:lnTo>
                  <a:pt x="269747" y="108203"/>
                </a:lnTo>
                <a:lnTo>
                  <a:pt x="361187" y="3657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08966" y="5291327"/>
            <a:ext cx="361187" cy="143255"/>
          </a:xfrm>
          <a:custGeom>
            <a:avLst/>
            <a:gdLst/>
            <a:ahLst/>
            <a:cxnLst/>
            <a:rect l="l" t="t" r="r" b="b"/>
            <a:pathLst>
              <a:path w="361187" h="143255">
                <a:moveTo>
                  <a:pt x="269747" y="0"/>
                </a:moveTo>
                <a:lnTo>
                  <a:pt x="269747" y="35051"/>
                </a:lnTo>
                <a:lnTo>
                  <a:pt x="0" y="35051"/>
                </a:lnTo>
                <a:lnTo>
                  <a:pt x="0" y="108203"/>
                </a:lnTo>
                <a:lnTo>
                  <a:pt x="269747" y="108203"/>
                </a:lnTo>
                <a:lnTo>
                  <a:pt x="269747" y="143255"/>
                </a:lnTo>
                <a:lnTo>
                  <a:pt x="361187" y="71627"/>
                </a:lnTo>
                <a:lnTo>
                  <a:pt x="269747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625218" y="5326379"/>
            <a:ext cx="361187" cy="108203"/>
          </a:xfrm>
          <a:custGeom>
            <a:avLst/>
            <a:gdLst/>
            <a:ahLst/>
            <a:cxnLst/>
            <a:rect l="l" t="t" r="r" b="b"/>
            <a:pathLst>
              <a:path w="361187" h="108203">
                <a:moveTo>
                  <a:pt x="269747" y="73151"/>
                </a:moveTo>
                <a:lnTo>
                  <a:pt x="269747" y="0"/>
                </a:lnTo>
                <a:lnTo>
                  <a:pt x="0" y="0"/>
                </a:lnTo>
                <a:lnTo>
                  <a:pt x="0" y="73151"/>
                </a:lnTo>
                <a:lnTo>
                  <a:pt x="269747" y="73151"/>
                </a:lnTo>
                <a:close/>
              </a:path>
              <a:path w="361187" h="108203">
                <a:moveTo>
                  <a:pt x="361187" y="36575"/>
                </a:moveTo>
                <a:lnTo>
                  <a:pt x="269747" y="-35051"/>
                </a:lnTo>
                <a:lnTo>
                  <a:pt x="269747" y="108203"/>
                </a:lnTo>
                <a:lnTo>
                  <a:pt x="361187" y="3657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625218" y="5291327"/>
            <a:ext cx="361187" cy="143255"/>
          </a:xfrm>
          <a:custGeom>
            <a:avLst/>
            <a:gdLst/>
            <a:ahLst/>
            <a:cxnLst/>
            <a:rect l="l" t="t" r="r" b="b"/>
            <a:pathLst>
              <a:path w="361187" h="143255">
                <a:moveTo>
                  <a:pt x="269747" y="0"/>
                </a:moveTo>
                <a:lnTo>
                  <a:pt x="269747" y="35051"/>
                </a:lnTo>
                <a:lnTo>
                  <a:pt x="0" y="35051"/>
                </a:lnTo>
                <a:lnTo>
                  <a:pt x="0" y="108203"/>
                </a:lnTo>
                <a:lnTo>
                  <a:pt x="269747" y="108203"/>
                </a:lnTo>
                <a:lnTo>
                  <a:pt x="269747" y="143255"/>
                </a:lnTo>
                <a:lnTo>
                  <a:pt x="361187" y="71627"/>
                </a:lnTo>
                <a:lnTo>
                  <a:pt x="269747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072762" y="5326379"/>
            <a:ext cx="361187" cy="108203"/>
          </a:xfrm>
          <a:custGeom>
            <a:avLst/>
            <a:gdLst/>
            <a:ahLst/>
            <a:cxnLst/>
            <a:rect l="l" t="t" r="r" b="b"/>
            <a:pathLst>
              <a:path w="361187" h="108203">
                <a:moveTo>
                  <a:pt x="271271" y="73151"/>
                </a:moveTo>
                <a:lnTo>
                  <a:pt x="271271" y="0"/>
                </a:lnTo>
                <a:lnTo>
                  <a:pt x="0" y="0"/>
                </a:lnTo>
                <a:lnTo>
                  <a:pt x="0" y="73151"/>
                </a:lnTo>
                <a:lnTo>
                  <a:pt x="271271" y="73151"/>
                </a:lnTo>
                <a:close/>
              </a:path>
              <a:path w="361187" h="108203">
                <a:moveTo>
                  <a:pt x="361187" y="36575"/>
                </a:moveTo>
                <a:lnTo>
                  <a:pt x="271271" y="-35051"/>
                </a:lnTo>
                <a:lnTo>
                  <a:pt x="271271" y="108203"/>
                </a:lnTo>
                <a:lnTo>
                  <a:pt x="361187" y="36575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072762" y="5291327"/>
            <a:ext cx="361187" cy="143255"/>
          </a:xfrm>
          <a:custGeom>
            <a:avLst/>
            <a:gdLst/>
            <a:ahLst/>
            <a:cxnLst/>
            <a:rect l="l" t="t" r="r" b="b"/>
            <a:pathLst>
              <a:path w="361187" h="143255">
                <a:moveTo>
                  <a:pt x="271271" y="0"/>
                </a:moveTo>
                <a:lnTo>
                  <a:pt x="271271" y="35051"/>
                </a:lnTo>
                <a:lnTo>
                  <a:pt x="0" y="35051"/>
                </a:lnTo>
                <a:lnTo>
                  <a:pt x="0" y="108203"/>
                </a:lnTo>
                <a:lnTo>
                  <a:pt x="271271" y="108203"/>
                </a:lnTo>
                <a:lnTo>
                  <a:pt x="271271" y="143255"/>
                </a:lnTo>
                <a:lnTo>
                  <a:pt x="361187" y="71627"/>
                </a:lnTo>
                <a:lnTo>
                  <a:pt x="271271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584838" y="2215895"/>
            <a:ext cx="1600200" cy="1562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10017" y="1277983"/>
            <a:ext cx="256879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olu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ção</a:t>
            </a:r>
            <a:r>
              <a:rPr sz="3600" spc="938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99753" y="1277983"/>
            <a:ext cx="3470852" cy="87967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4289">
              <a:lnSpc>
                <a:spcPts val="3779"/>
              </a:lnSpc>
              <a:spcBef>
                <a:spcPts val="189"/>
              </a:spcBef>
            </a:pPr>
            <a:r>
              <a:rPr sz="3600" spc="9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xerc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  <a:p>
            <a:pPr marL="961690">
              <a:lnSpc>
                <a:spcPct val="95825"/>
              </a:lnSpc>
              <a:spcBef>
                <a:spcPts val="827"/>
              </a:spcBef>
            </a:pPr>
            <a:r>
              <a:rPr sz="1800" spc="0" dirty="0" smtClean="0">
                <a:latin typeface="Arial"/>
                <a:cs typeface="Arial"/>
              </a:rPr>
              <a:t>V</a:t>
            </a:r>
            <a:r>
              <a:rPr sz="1800" spc="-4" dirty="0" smtClean="0">
                <a:latin typeface="Arial"/>
                <a:cs typeface="Arial"/>
              </a:rPr>
              <a:t>olu</a:t>
            </a:r>
            <a:r>
              <a:rPr sz="1800" spc="0" dirty="0" smtClean="0">
                <a:latin typeface="Arial"/>
                <a:cs typeface="Arial"/>
              </a:rPr>
              <a:t>me 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R</a:t>
            </a:r>
            <a:r>
              <a:rPr sz="1800" spc="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rv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ó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o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37591" y="2373427"/>
            <a:ext cx="568001" cy="2755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70"/>
              </a:lnSpc>
              <a:spcBef>
                <a:spcPts val="108"/>
              </a:spcBef>
            </a:pPr>
            <a:r>
              <a:rPr sz="1850" spc="-184" dirty="0" smtClean="0">
                <a:latin typeface="Meiryo"/>
                <a:cs typeface="Meiryo"/>
              </a:rPr>
              <a:t>π</a:t>
            </a:r>
            <a:r>
              <a:rPr sz="1850" spc="-89" dirty="0" smtClean="0">
                <a:latin typeface="Meiryo"/>
                <a:cs typeface="Meiryo"/>
              </a:rPr>
              <a:t> </a:t>
            </a:r>
            <a:r>
              <a:rPr sz="1750" spc="-170" dirty="0" smtClean="0">
                <a:latin typeface="Meiryo"/>
                <a:cs typeface="Meiryo"/>
              </a:rPr>
              <a:t>⋅</a:t>
            </a:r>
            <a:r>
              <a:rPr sz="1750" spc="-319" dirty="0" smtClean="0">
                <a:latin typeface="Meiryo"/>
                <a:cs typeface="Meiryo"/>
              </a:rPr>
              <a:t> </a:t>
            </a:r>
            <a:r>
              <a:rPr sz="1750" spc="8" dirty="0" smtClean="0">
                <a:latin typeface="Times New Roman"/>
                <a:cs typeface="Times New Roman"/>
              </a:rPr>
              <a:t>d</a:t>
            </a:r>
            <a:r>
              <a:rPr sz="1750" spc="-194" dirty="0" smtClean="0">
                <a:latin typeface="Times New Roman"/>
                <a:cs typeface="Times New Roman"/>
              </a:rPr>
              <a:t> </a:t>
            </a:r>
            <a:r>
              <a:rPr sz="1500" spc="14" baseline="46380" dirty="0" smtClean="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431921" y="2370976"/>
            <a:ext cx="338954" cy="26733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05"/>
              </a:lnSpc>
              <a:spcBef>
                <a:spcPts val="105"/>
              </a:spcBef>
            </a:pPr>
            <a:r>
              <a:rPr sz="1700" spc="-166" dirty="0" smtClean="0">
                <a:latin typeface="Meiryo"/>
                <a:cs typeface="Meiryo"/>
              </a:rPr>
              <a:t>⋅</a:t>
            </a:r>
            <a:r>
              <a:rPr sz="1700" spc="-309" dirty="0" smtClean="0">
                <a:latin typeface="Meiryo"/>
                <a:cs typeface="Meiryo"/>
              </a:rPr>
              <a:t> </a:t>
            </a:r>
            <a:r>
              <a:rPr sz="1700" spc="29" dirty="0" smtClean="0">
                <a:latin typeface="Times New Roman"/>
                <a:cs typeface="Times New Roman"/>
              </a:rPr>
              <a:t>2</a:t>
            </a:r>
            <a:r>
              <a:rPr sz="1500" spc="0" baseline="46380" dirty="0" smtClean="0">
                <a:latin typeface="Times New Roman"/>
                <a:cs typeface="Times New Roman"/>
              </a:rPr>
              <a:t>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249042" y="2382057"/>
            <a:ext cx="191833" cy="2550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10"/>
              </a:lnSpc>
              <a:spcBef>
                <a:spcPts val="100"/>
              </a:spcBef>
            </a:pPr>
            <a:r>
              <a:rPr sz="1800" spc="-190" dirty="0" smtClean="0">
                <a:latin typeface="Meiryo"/>
                <a:cs typeface="Meiryo"/>
              </a:rPr>
              <a:t>π</a:t>
            </a:r>
            <a:endParaRPr sz="1800">
              <a:latin typeface="Meiryo"/>
              <a:cs typeface="Meiry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669410" y="2481253"/>
            <a:ext cx="1020496" cy="2655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90"/>
              </a:lnSpc>
              <a:spcBef>
                <a:spcPts val="104"/>
              </a:spcBef>
            </a:pPr>
            <a:r>
              <a:rPr sz="1750" spc="-436" dirty="0" smtClean="0">
                <a:latin typeface="Meiryo"/>
                <a:cs typeface="Meiryo"/>
              </a:rPr>
              <a:t>=</a:t>
            </a:r>
            <a:r>
              <a:rPr sz="1750" spc="-339" dirty="0" smtClean="0">
                <a:latin typeface="Meiryo"/>
                <a:cs typeface="Meiryo"/>
              </a:rPr>
              <a:t> </a:t>
            </a:r>
            <a:r>
              <a:rPr sz="2625" spc="8" baseline="1656" dirty="0" smtClean="0">
                <a:latin typeface="Times New Roman"/>
                <a:cs typeface="Times New Roman"/>
              </a:rPr>
              <a:t>1</a:t>
            </a:r>
            <a:r>
              <a:rPr sz="2625" spc="13" baseline="1656" dirty="0" smtClean="0">
                <a:latin typeface="Times New Roman"/>
                <a:cs typeface="Times New Roman"/>
              </a:rPr>
              <a:t>2</a:t>
            </a:r>
            <a:r>
              <a:rPr sz="2625" spc="-20" baseline="1656" dirty="0" smtClean="0">
                <a:latin typeface="Times New Roman"/>
                <a:cs typeface="Times New Roman"/>
              </a:rPr>
              <a:t>,</a:t>
            </a:r>
            <a:r>
              <a:rPr sz="2625" spc="8" baseline="1656" dirty="0" smtClean="0">
                <a:latin typeface="Times New Roman"/>
                <a:cs typeface="Times New Roman"/>
              </a:rPr>
              <a:t>56</a:t>
            </a:r>
            <a:r>
              <a:rPr sz="2625" spc="-309" baseline="1656" dirty="0" smtClean="0">
                <a:latin typeface="Times New Roman"/>
                <a:cs typeface="Times New Roman"/>
              </a:rPr>
              <a:t> </a:t>
            </a:r>
            <a:r>
              <a:rPr sz="2700" spc="0" baseline="3220" dirty="0" smtClean="0">
                <a:latin typeface="Arial"/>
                <a:cs typeface="Arial"/>
              </a:rPr>
              <a:t>m³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42334" y="2495050"/>
            <a:ext cx="210364" cy="25171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10"/>
              </a:lnSpc>
              <a:spcBef>
                <a:spcPts val="95"/>
              </a:spcBef>
            </a:pPr>
            <a:r>
              <a:rPr sz="1750" spc="0" dirty="0" smtClean="0">
                <a:latin typeface="Times New Roman"/>
                <a:cs typeface="Times New Roman"/>
              </a:rPr>
              <a:t>V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17350" y="2514437"/>
            <a:ext cx="213652" cy="256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50"/>
              </a:lnSpc>
              <a:spcBef>
                <a:spcPts val="97"/>
              </a:spcBef>
            </a:pPr>
            <a:r>
              <a:rPr sz="1800" spc="0" dirty="0" smtClean="0">
                <a:latin typeface="Times New Roman"/>
                <a:cs typeface="Times New Roman"/>
              </a:rPr>
              <a:t>V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844428" y="2510753"/>
            <a:ext cx="732470" cy="2988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55"/>
              </a:lnSpc>
              <a:spcBef>
                <a:spcPts val="117"/>
              </a:spcBef>
            </a:pPr>
            <a:r>
              <a:rPr sz="2700" spc="-463" baseline="5728" dirty="0" smtClean="0">
                <a:latin typeface="Meiryo"/>
                <a:cs typeface="Meiryo"/>
              </a:rPr>
              <a:t>=</a:t>
            </a:r>
            <a:r>
              <a:rPr sz="2700" spc="-34" baseline="5728" dirty="0" smtClean="0">
                <a:latin typeface="Meiryo"/>
                <a:cs typeface="Meiryo"/>
              </a:rPr>
              <a:t> </a:t>
            </a:r>
            <a:r>
              <a:rPr sz="2700" spc="-159" baseline="9662" dirty="0" smtClean="0">
                <a:latin typeface="Times New Roman"/>
                <a:cs typeface="Times New Roman"/>
              </a:rPr>
              <a:t>A</a:t>
            </a:r>
            <a:r>
              <a:rPr sz="1575" spc="0" baseline="-8282" dirty="0" smtClean="0">
                <a:latin typeface="Times New Roman"/>
                <a:cs typeface="Times New Roman"/>
              </a:rPr>
              <a:t>b</a:t>
            </a:r>
            <a:r>
              <a:rPr sz="1575" spc="-2" baseline="-8282" dirty="0" smtClean="0">
                <a:latin typeface="Times New Roman"/>
                <a:cs typeface="Times New Roman"/>
              </a:rPr>
              <a:t> </a:t>
            </a:r>
            <a:r>
              <a:rPr sz="2700" spc="-175" baseline="5728" dirty="0" smtClean="0">
                <a:latin typeface="Meiryo"/>
                <a:cs typeface="Meiryo"/>
              </a:rPr>
              <a:t>⋅</a:t>
            </a:r>
            <a:r>
              <a:rPr sz="2700" spc="-334" baseline="5728" dirty="0" smtClean="0">
                <a:latin typeface="Meiryo"/>
                <a:cs typeface="Meiryo"/>
              </a:rPr>
              <a:t> </a:t>
            </a:r>
            <a:r>
              <a:rPr sz="2700" spc="0" baseline="9662" dirty="0" smtClean="0">
                <a:latin typeface="Times New Roman"/>
                <a:cs typeface="Times New Roman"/>
              </a:rPr>
              <a:t>h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58899" y="2526317"/>
            <a:ext cx="405380" cy="24610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2550" spc="0" baseline="1705" dirty="0" smtClean="0">
                <a:latin typeface="Times New Roman"/>
                <a:cs typeface="Times New Roman"/>
              </a:rPr>
              <a:t>V</a:t>
            </a:r>
            <a:r>
              <a:rPr sz="2550" spc="35" baseline="1705" dirty="0" smtClean="0">
                <a:latin typeface="Times New Roman"/>
                <a:cs typeface="Times New Roman"/>
              </a:rPr>
              <a:t> </a:t>
            </a:r>
            <a:r>
              <a:rPr sz="2550" spc="-437" baseline="1010" dirty="0" smtClean="0">
                <a:latin typeface="Meiryo"/>
                <a:cs typeface="Meiryo"/>
              </a:rPr>
              <a:t>=</a:t>
            </a:r>
            <a:endParaRPr sz="1700">
              <a:latin typeface="Meiryo"/>
              <a:cs typeface="Meiry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767202" y="2526317"/>
            <a:ext cx="268278" cy="24610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2550" spc="-166" baseline="1010" dirty="0" smtClean="0">
                <a:latin typeface="Meiryo"/>
                <a:cs typeface="Meiryo"/>
              </a:rPr>
              <a:t>⋅</a:t>
            </a:r>
            <a:r>
              <a:rPr sz="2550" spc="-309" baseline="1010" dirty="0" smtClean="0">
                <a:latin typeface="Meiryo"/>
                <a:cs typeface="Meiryo"/>
              </a:rPr>
              <a:t> </a:t>
            </a:r>
            <a:r>
              <a:rPr sz="2550" spc="0" baseline="1705" dirty="0" smtClean="0"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30686" y="2533667"/>
            <a:ext cx="419970" cy="2539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00"/>
              </a:lnSpc>
              <a:spcBef>
                <a:spcPts val="100"/>
              </a:spcBef>
            </a:pPr>
            <a:r>
              <a:rPr sz="2625" spc="0" baseline="1656" dirty="0" smtClean="0">
                <a:latin typeface="Times New Roman"/>
                <a:cs typeface="Times New Roman"/>
              </a:rPr>
              <a:t>V</a:t>
            </a:r>
            <a:r>
              <a:rPr sz="2625" spc="53" baseline="1656" dirty="0" smtClean="0">
                <a:latin typeface="Times New Roman"/>
                <a:cs typeface="Times New Roman"/>
              </a:rPr>
              <a:t> </a:t>
            </a:r>
            <a:r>
              <a:rPr sz="1750" spc="-436" dirty="0" smtClean="0">
                <a:latin typeface="Meiryo"/>
                <a:cs typeface="Meiryo"/>
              </a:rPr>
              <a:t>=</a:t>
            </a:r>
            <a:endParaRPr sz="1750">
              <a:latin typeface="Meiryo"/>
              <a:cs typeface="Meiry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104519" y="2533667"/>
            <a:ext cx="276389" cy="2539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00"/>
              </a:lnSpc>
              <a:spcBef>
                <a:spcPts val="100"/>
              </a:spcBef>
            </a:pPr>
            <a:r>
              <a:rPr sz="1750" spc="-170" dirty="0" smtClean="0">
                <a:latin typeface="Meiryo"/>
                <a:cs typeface="Meiryo"/>
              </a:rPr>
              <a:t>⋅</a:t>
            </a:r>
            <a:r>
              <a:rPr sz="1750" spc="-319" dirty="0" smtClean="0">
                <a:latin typeface="Meiryo"/>
                <a:cs typeface="Meiryo"/>
              </a:rPr>
              <a:t> </a:t>
            </a:r>
            <a:r>
              <a:rPr sz="2625" spc="8" baseline="1656" dirty="0" smtClean="0">
                <a:latin typeface="Times New Roman"/>
                <a:cs typeface="Times New Roman"/>
              </a:rPr>
              <a:t>h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436494" y="2697426"/>
            <a:ext cx="179366" cy="2426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845"/>
              </a:lnSpc>
              <a:spcBef>
                <a:spcPts val="92"/>
              </a:spcBef>
            </a:pPr>
            <a:r>
              <a:rPr sz="1700" spc="0" dirty="0" smtClean="0">
                <a:latin typeface="Times New Roman"/>
                <a:cs typeface="Times New Roman"/>
              </a:rPr>
              <a:t>4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746379" y="2710996"/>
            <a:ext cx="184410" cy="2503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05"/>
              </a:lnSpc>
              <a:spcBef>
                <a:spcPts val="95"/>
              </a:spcBef>
            </a:pPr>
            <a:r>
              <a:rPr sz="1750" spc="8" dirty="0" smtClean="0">
                <a:latin typeface="Times New Roman"/>
                <a:cs typeface="Times New Roman"/>
              </a:rPr>
              <a:t>4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93837" y="3993060"/>
            <a:ext cx="1863746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ssa Es</a:t>
            </a:r>
            <a:r>
              <a:rPr sz="1800" spc="-4" dirty="0" smtClean="0">
                <a:latin typeface="Arial"/>
                <a:cs typeface="Arial"/>
              </a:rPr>
              <a:t>pe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íf</a:t>
            </a:r>
            <a:r>
              <a:rPr sz="1800" spc="9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ca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21269" y="4354136"/>
            <a:ext cx="224141" cy="30325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90"/>
              </a:lnSpc>
              <a:spcBef>
                <a:spcPts val="119"/>
              </a:spcBef>
            </a:pPr>
            <a:r>
              <a:rPr sz="2150" spc="0" dirty="0" smtClean="0">
                <a:latin typeface="Meiryo"/>
                <a:cs typeface="Meiryo"/>
              </a:rPr>
              <a:t>ρ</a:t>
            </a:r>
            <a:endParaRPr sz="2150">
              <a:latin typeface="Meiryo"/>
              <a:cs typeface="Meiry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54441" y="4366418"/>
            <a:ext cx="1272949" cy="2924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050" spc="-527" dirty="0" smtClean="0">
                <a:latin typeface="Meiryo"/>
                <a:cs typeface="Meiryo"/>
              </a:rPr>
              <a:t>=</a:t>
            </a:r>
            <a:r>
              <a:rPr sz="2050" spc="-200" dirty="0" smtClean="0">
                <a:latin typeface="Meiryo"/>
                <a:cs typeface="Meiryo"/>
              </a:rPr>
              <a:t> </a:t>
            </a:r>
            <a:r>
              <a:rPr sz="3075" spc="10" baseline="1414" dirty="0" smtClean="0">
                <a:latin typeface="Times New Roman"/>
                <a:cs typeface="Times New Roman"/>
              </a:rPr>
              <a:t>720</a:t>
            </a:r>
            <a:r>
              <a:rPr sz="3075" spc="-344" baseline="1414" dirty="0" smtClean="0">
                <a:latin typeface="Times New Roman"/>
                <a:cs typeface="Times New Roman"/>
              </a:rPr>
              <a:t> </a:t>
            </a:r>
            <a:r>
              <a:rPr sz="2700" spc="0" baseline="4831" dirty="0" smtClean="0">
                <a:latin typeface="Arial"/>
                <a:cs typeface="Arial"/>
              </a:rPr>
              <a:t>k</a:t>
            </a:r>
            <a:r>
              <a:rPr sz="2700" spc="-4" baseline="4831" dirty="0" smtClean="0">
                <a:latin typeface="Arial"/>
                <a:cs typeface="Arial"/>
              </a:rPr>
              <a:t>g</a:t>
            </a:r>
            <a:r>
              <a:rPr sz="2700" spc="4" baseline="4831" dirty="0" smtClean="0">
                <a:latin typeface="Arial"/>
                <a:cs typeface="Arial"/>
              </a:rPr>
              <a:t>/</a:t>
            </a:r>
            <a:r>
              <a:rPr sz="2700" spc="0" baseline="4831" dirty="0" smtClean="0">
                <a:latin typeface="Arial"/>
                <a:cs typeface="Arial"/>
              </a:rPr>
              <a:t>m³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13266" y="4381680"/>
            <a:ext cx="3485633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(</a:t>
            </a:r>
            <a:r>
              <a:rPr sz="1800" spc="-4" dirty="0" smtClean="0">
                <a:latin typeface="Arial"/>
                <a:cs typeface="Arial"/>
              </a:rPr>
              <a:t>ob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id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4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a 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abel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-4" dirty="0" smtClean="0">
                <a:latin typeface="Arial"/>
                <a:cs typeface="Arial"/>
              </a:rPr>
              <a:t> 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spc="-4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4" dirty="0" smtClean="0">
                <a:latin typeface="Arial"/>
                <a:cs typeface="Arial"/>
              </a:rPr>
              <a:t>o</a:t>
            </a:r>
            <a:r>
              <a:rPr sz="1800" spc="-4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4" dirty="0" smtClean="0">
                <a:latin typeface="Arial"/>
                <a:cs typeface="Arial"/>
              </a:rPr>
              <a:t>ie</a:t>
            </a: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ade</a:t>
            </a:r>
            <a:r>
              <a:rPr sz="1800" spc="0" dirty="0" smtClean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90494" y="4381680"/>
            <a:ext cx="44119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4" dirty="0" smtClean="0">
                <a:latin typeface="Arial"/>
                <a:cs typeface="Arial"/>
              </a:rPr>
              <a:t>d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23281" y="4381680"/>
            <a:ext cx="806785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luido</a:t>
            </a:r>
            <a:r>
              <a:rPr sz="1800" spc="0" dirty="0" smtClean="0">
                <a:latin typeface="Arial"/>
                <a:cs typeface="Arial"/>
              </a:rPr>
              <a:t>s)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065920" y="5060388"/>
            <a:ext cx="253268" cy="271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85"/>
              </a:lnSpc>
              <a:spcBef>
                <a:spcPts val="104"/>
              </a:spcBef>
            </a:pPr>
            <a:r>
              <a:rPr sz="1950" spc="0" dirty="0" smtClean="0">
                <a:latin typeface="Times New Roman"/>
                <a:cs typeface="Times New Roman"/>
              </a:rPr>
              <a:t>m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361316" y="5185765"/>
            <a:ext cx="1105879" cy="33149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10"/>
              </a:lnSpc>
              <a:spcBef>
                <a:spcPts val="130"/>
              </a:spcBef>
            </a:pPr>
            <a:r>
              <a:rPr sz="2250" spc="0" dirty="0" smtClean="0">
                <a:latin typeface="Times New Roman"/>
                <a:cs typeface="Times New Roman"/>
              </a:rPr>
              <a:t>m</a:t>
            </a:r>
            <a:r>
              <a:rPr sz="2250" spc="-92" dirty="0" smtClean="0">
                <a:latin typeface="Times New Roman"/>
                <a:cs typeface="Times New Roman"/>
              </a:rPr>
              <a:t> </a:t>
            </a:r>
            <a:r>
              <a:rPr sz="2250" spc="-434" dirty="0" smtClean="0">
                <a:latin typeface="Meiryo"/>
                <a:cs typeface="Meiryo"/>
              </a:rPr>
              <a:t>=</a:t>
            </a:r>
            <a:r>
              <a:rPr sz="2250" spc="-244" dirty="0" smtClean="0">
                <a:latin typeface="Meiryo"/>
                <a:cs typeface="Meiryo"/>
              </a:rPr>
              <a:t> </a:t>
            </a:r>
            <a:r>
              <a:rPr sz="2400" spc="-349" dirty="0" smtClean="0">
                <a:latin typeface="Meiryo"/>
                <a:cs typeface="Meiryo"/>
              </a:rPr>
              <a:t>ρ</a:t>
            </a:r>
            <a:r>
              <a:rPr sz="2400" spc="-129" dirty="0" smtClean="0">
                <a:latin typeface="Meiryo"/>
                <a:cs typeface="Meiryo"/>
              </a:rPr>
              <a:t> </a:t>
            </a:r>
            <a:r>
              <a:rPr sz="2250" spc="-64" dirty="0" smtClean="0">
                <a:latin typeface="Meiryo"/>
                <a:cs typeface="Meiryo"/>
              </a:rPr>
              <a:t>⋅</a:t>
            </a:r>
            <a:r>
              <a:rPr sz="2250" spc="-243" dirty="0" smtClean="0">
                <a:latin typeface="Times New Roman"/>
                <a:cs typeface="Times New Roman"/>
              </a:rPr>
              <a:t>V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636153" y="5197329"/>
            <a:ext cx="425965" cy="28602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50"/>
              </a:lnSpc>
              <a:spcBef>
                <a:spcPts val="112"/>
              </a:spcBef>
            </a:pPr>
            <a:r>
              <a:rPr sz="2050" spc="0" dirty="0" smtClean="0">
                <a:latin typeface="Meiryo"/>
                <a:cs typeface="Meiryo"/>
              </a:rPr>
              <a:t>ρ</a:t>
            </a:r>
            <a:r>
              <a:rPr sz="2050" spc="-271" dirty="0" smtClean="0">
                <a:latin typeface="Meiryo"/>
                <a:cs typeface="Meiryo"/>
              </a:rPr>
              <a:t> </a:t>
            </a:r>
            <a:r>
              <a:rPr sz="1950" spc="-501" dirty="0" smtClean="0">
                <a:latin typeface="Meiryo"/>
                <a:cs typeface="Meiryo"/>
              </a:rPr>
              <a:t>=</a:t>
            </a:r>
            <a:endParaRPr sz="1950">
              <a:latin typeface="Meiryo"/>
              <a:cs typeface="Meiryo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159639" y="5196998"/>
            <a:ext cx="1653366" cy="2924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3075" spc="0" baseline="1414" dirty="0" smtClean="0">
                <a:latin typeface="Times New Roman"/>
                <a:cs typeface="Times New Roman"/>
              </a:rPr>
              <a:t>m</a:t>
            </a:r>
            <a:r>
              <a:rPr sz="3075" spc="-91" baseline="1414" dirty="0" smtClean="0">
                <a:latin typeface="Times New Roman"/>
                <a:cs typeface="Times New Roman"/>
              </a:rPr>
              <a:t> </a:t>
            </a:r>
            <a:r>
              <a:rPr sz="2050" spc="-527" dirty="0" smtClean="0">
                <a:latin typeface="Meiryo"/>
                <a:cs typeface="Meiryo"/>
              </a:rPr>
              <a:t>=</a:t>
            </a:r>
            <a:r>
              <a:rPr sz="2050" spc="-189" dirty="0" smtClean="0">
                <a:latin typeface="Meiryo"/>
                <a:cs typeface="Meiryo"/>
              </a:rPr>
              <a:t> </a:t>
            </a:r>
            <a:r>
              <a:rPr sz="3075" spc="0" baseline="1414" dirty="0" smtClean="0">
                <a:latin typeface="Times New Roman"/>
                <a:cs typeface="Times New Roman"/>
              </a:rPr>
              <a:t>720</a:t>
            </a:r>
            <a:r>
              <a:rPr sz="3075" spc="-134" baseline="1414" dirty="0" smtClean="0">
                <a:latin typeface="Times New Roman"/>
                <a:cs typeface="Times New Roman"/>
              </a:rPr>
              <a:t> </a:t>
            </a:r>
            <a:r>
              <a:rPr sz="2050" spc="-80" dirty="0" smtClean="0">
                <a:latin typeface="Meiryo"/>
                <a:cs typeface="Meiryo"/>
              </a:rPr>
              <a:t>⋅</a:t>
            </a:r>
            <a:r>
              <a:rPr sz="3075" spc="10" baseline="1414" dirty="0" smtClean="0">
                <a:latin typeface="Times New Roman"/>
                <a:cs typeface="Times New Roman"/>
              </a:rPr>
              <a:t>1</a:t>
            </a:r>
            <a:r>
              <a:rPr sz="3075" spc="15" baseline="1414" dirty="0" smtClean="0">
                <a:latin typeface="Times New Roman"/>
                <a:cs typeface="Times New Roman"/>
              </a:rPr>
              <a:t>2</a:t>
            </a:r>
            <a:r>
              <a:rPr sz="3075" spc="-19" baseline="1414" dirty="0" smtClean="0">
                <a:latin typeface="Times New Roman"/>
                <a:cs typeface="Times New Roman"/>
              </a:rPr>
              <a:t>,</a:t>
            </a:r>
            <a:r>
              <a:rPr sz="3075" spc="10" baseline="1414" dirty="0" smtClean="0">
                <a:latin typeface="Times New Roman"/>
                <a:cs typeface="Times New Roman"/>
              </a:rPr>
              <a:t>56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677286" y="5196530"/>
            <a:ext cx="1615548" cy="28552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50"/>
              </a:lnSpc>
              <a:spcBef>
                <a:spcPts val="112"/>
              </a:spcBef>
            </a:pPr>
            <a:r>
              <a:rPr sz="3000" spc="0" baseline="1449" dirty="0" smtClean="0">
                <a:latin typeface="Times New Roman"/>
                <a:cs typeface="Times New Roman"/>
              </a:rPr>
              <a:t>m</a:t>
            </a:r>
            <a:r>
              <a:rPr sz="3000" spc="-98" baseline="1449" dirty="0" smtClean="0">
                <a:latin typeface="Times New Roman"/>
                <a:cs typeface="Times New Roman"/>
              </a:rPr>
              <a:t> </a:t>
            </a:r>
            <a:r>
              <a:rPr sz="2000" spc="-514" smtClean="0">
                <a:latin typeface="Meiryo"/>
                <a:cs typeface="Meiryo"/>
              </a:rPr>
              <a:t>=</a:t>
            </a:r>
            <a:r>
              <a:rPr sz="2000" spc="-224" smtClean="0">
                <a:latin typeface="Meiryo"/>
                <a:cs typeface="Meiryo"/>
              </a:rPr>
              <a:t> </a:t>
            </a:r>
            <a:r>
              <a:rPr sz="3000" spc="0" baseline="1449" smtClean="0">
                <a:latin typeface="Times New Roman"/>
                <a:cs typeface="Times New Roman"/>
              </a:rPr>
              <a:t>904</a:t>
            </a:r>
            <a:r>
              <a:rPr lang="pt-BR" sz="3000" spc="69" baseline="1449" dirty="0" smtClean="0">
                <a:latin typeface="Times New Roman"/>
                <a:cs typeface="Times New Roman"/>
              </a:rPr>
              <a:t>3</a:t>
            </a:r>
            <a:r>
              <a:rPr sz="3000" spc="9" baseline="1449" smtClean="0">
                <a:latin typeface="Times New Roman"/>
                <a:cs typeface="Times New Roman"/>
              </a:rPr>
              <a:t>,</a:t>
            </a:r>
            <a:r>
              <a:rPr lang="pt-BR" sz="3000" spc="9" baseline="1449" dirty="0" smtClean="0">
                <a:latin typeface="Times New Roman"/>
                <a:cs typeface="Times New Roman"/>
              </a:rPr>
              <a:t>20</a:t>
            </a:r>
            <a:r>
              <a:rPr sz="2700" spc="0" baseline="4831" smtClean="0">
                <a:latin typeface="Arial"/>
                <a:cs typeface="Arial"/>
              </a:rPr>
              <a:t>kg</a:t>
            </a:r>
            <a:endParaRPr sz="1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050680" y="5403288"/>
            <a:ext cx="225800" cy="2719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85"/>
              </a:lnSpc>
              <a:spcBef>
                <a:spcPts val="104"/>
              </a:spcBef>
            </a:pPr>
            <a:r>
              <a:rPr sz="1950" spc="0" dirty="0" smtClean="0">
                <a:latin typeface="Times New Roman"/>
                <a:cs typeface="Times New Roman"/>
              </a:rPr>
              <a:t>V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548762" y="2534919"/>
            <a:ext cx="52577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6" name="object 66"/>
          <p:cNvSpPr txBox="1"/>
          <p:nvPr/>
        </p:nvSpPr>
        <p:spPr>
          <a:xfrm>
            <a:off x="7260211" y="2522724"/>
            <a:ext cx="47853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7" name="object 67"/>
          <p:cNvSpPr txBox="1"/>
          <p:nvPr/>
        </p:nvSpPr>
        <p:spPr>
          <a:xfrm>
            <a:off x="2060325" y="5221732"/>
            <a:ext cx="20726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8091"/>
            <a:ext cx="40774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1</a:t>
            </a:r>
            <a:r>
              <a:rPr sz="2800" spc="0" dirty="0" smtClean="0">
                <a:latin typeface="Arial"/>
                <a:cs typeface="Arial"/>
              </a:rPr>
              <a:t>)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70903" y="1638091"/>
            <a:ext cx="32833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80153" y="1638091"/>
            <a:ext cx="113928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ass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001405" y="1638091"/>
            <a:ext cx="169397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-4" dirty="0" smtClean="0">
                <a:latin typeface="Arial"/>
                <a:cs typeface="Arial"/>
              </a:rPr>
              <a:t>s</a:t>
            </a:r>
            <a:r>
              <a:rPr sz="2800" spc="4" dirty="0" smtClean="0">
                <a:latin typeface="Arial"/>
                <a:cs typeface="Arial"/>
              </a:rPr>
              <a:t>pecíf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74296" y="1638091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43281" y="1638091"/>
            <a:ext cx="78267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09442" y="1638091"/>
            <a:ext cx="207017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deter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nad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8384" y="1709815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1979466"/>
            <a:ext cx="227298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993900" algn="l"/>
              </a:tabLst>
            </a:pPr>
            <a:r>
              <a:rPr sz="2800" spc="4" dirty="0" smtClean="0">
                <a:latin typeface="Arial"/>
                <a:cs typeface="Arial"/>
              </a:rPr>
              <a:t>substânc</a:t>
            </a:r>
            <a:r>
              <a:rPr sz="2800" spc="-9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a	é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045322" y="1979466"/>
            <a:ext cx="318891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041400" algn="l"/>
                <a:tab pos="1524000" algn="l"/>
              </a:tabLst>
            </a:pP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gua</a:t>
            </a:r>
            <a:r>
              <a:rPr sz="2800" spc="0" dirty="0" smtClean="0">
                <a:latin typeface="Arial"/>
                <a:cs typeface="Arial"/>
              </a:rPr>
              <a:t>l	a	</a:t>
            </a:r>
            <a:r>
              <a:rPr sz="2800" spc="4" dirty="0" smtClean="0">
                <a:latin typeface="Arial"/>
                <a:cs typeface="Arial"/>
              </a:rPr>
              <a:t>740kg/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³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425281" y="1979466"/>
            <a:ext cx="2155633" cy="7218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75"/>
              </a:lnSpc>
              <a:spcBef>
                <a:spcPts val="143"/>
              </a:spcBef>
              <a:tabLst>
                <a:tab pos="1866900" algn="l"/>
              </a:tabLst>
            </a:pPr>
            <a:r>
              <a:rPr sz="4200" spc="4" baseline="-1035" dirty="0" smtClean="0">
                <a:latin typeface="Arial"/>
                <a:cs typeface="Arial"/>
              </a:rPr>
              <a:t>deter</a:t>
            </a:r>
            <a:r>
              <a:rPr sz="4200" spc="0" baseline="-1035" dirty="0" smtClean="0">
                <a:latin typeface="Arial"/>
                <a:cs typeface="Arial"/>
              </a:rPr>
              <a:t>mi</a:t>
            </a:r>
            <a:r>
              <a:rPr sz="4200" spc="14" baseline="-1035" dirty="0" smtClean="0">
                <a:latin typeface="Arial"/>
                <a:cs typeface="Arial"/>
              </a:rPr>
              <a:t>n</a:t>
            </a:r>
            <a:r>
              <a:rPr sz="4200" spc="0" baseline="-1035" dirty="0" smtClean="0">
                <a:latin typeface="Arial"/>
                <a:cs typeface="Arial"/>
              </a:rPr>
              <a:t>e	o</a:t>
            </a:r>
            <a:endParaRPr sz="2800">
              <a:latin typeface="Arial"/>
              <a:cs typeface="Arial"/>
            </a:endParaRPr>
          </a:p>
          <a:p>
            <a:pPr marL="35451" marR="1682">
              <a:lnSpc>
                <a:spcPts val="2775"/>
              </a:lnSpc>
            </a:pPr>
            <a:r>
              <a:rPr sz="4200" spc="4" baseline="1035" dirty="0" smtClean="0">
                <a:latin typeface="Arial"/>
                <a:cs typeface="Arial"/>
              </a:rPr>
              <a:t>500k</a:t>
            </a:r>
            <a:r>
              <a:rPr sz="4200" spc="0" baseline="1035" dirty="0" smtClean="0">
                <a:latin typeface="Arial"/>
                <a:cs typeface="Arial"/>
              </a:rPr>
              <a:t>g</a:t>
            </a:r>
            <a:r>
              <a:rPr sz="4200" spc="73" baseline="1035" dirty="0" smtClean="0">
                <a:latin typeface="Arial"/>
                <a:cs typeface="Arial"/>
              </a:rPr>
              <a:t> </a:t>
            </a:r>
            <a:r>
              <a:rPr sz="4200" spc="4" baseline="1035" dirty="0" smtClean="0">
                <a:latin typeface="Arial"/>
                <a:cs typeface="Arial"/>
              </a:rPr>
              <a:t>d</a:t>
            </a:r>
            <a:r>
              <a:rPr sz="4200" spc="14" baseline="1035" dirty="0" smtClean="0">
                <a:latin typeface="Arial"/>
                <a:cs typeface="Arial"/>
              </a:rPr>
              <a:t>e</a:t>
            </a:r>
            <a:r>
              <a:rPr sz="4200" spc="4" baseline="1035" dirty="0" smtClean="0">
                <a:latin typeface="Arial"/>
                <a:cs typeface="Arial"/>
              </a:rPr>
              <a:t>ss</a:t>
            </a:r>
            <a:r>
              <a:rPr sz="4200" spc="0" baseline="1035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289" y="2320842"/>
            <a:ext cx="3350033" cy="7218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90"/>
              </a:lnSpc>
              <a:spcBef>
                <a:spcPts val="344"/>
              </a:spcBef>
            </a:pPr>
            <a:r>
              <a:rPr sz="2800" spc="4" dirty="0" smtClean="0">
                <a:latin typeface="Arial"/>
                <a:cs typeface="Arial"/>
              </a:rPr>
              <a:t>vo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me</a:t>
            </a:r>
            <a:r>
              <a:rPr sz="2800" spc="49" dirty="0" smtClean="0">
                <a:latin typeface="Arial"/>
                <a:cs typeface="Arial"/>
              </a:rPr>
              <a:t> </a:t>
            </a:r>
            <a:r>
              <a:rPr sz="2800" spc="14" dirty="0" smtClean="0">
                <a:latin typeface="Arial"/>
                <a:cs typeface="Arial"/>
              </a:rPr>
              <a:t>o</a:t>
            </a:r>
            <a:r>
              <a:rPr sz="2800" spc="4" dirty="0" smtClean="0">
                <a:latin typeface="Arial"/>
                <a:cs typeface="Arial"/>
              </a:rPr>
              <a:t>cupad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32" dirty="0" smtClean="0">
                <a:latin typeface="Arial"/>
                <a:cs typeface="Arial"/>
              </a:rPr>
              <a:t> </a:t>
            </a:r>
            <a:r>
              <a:rPr sz="2800" spc="14" dirty="0" smtClean="0">
                <a:latin typeface="Arial"/>
                <a:cs typeface="Arial"/>
              </a:rPr>
              <a:t>p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r </a:t>
            </a:r>
            <a:r>
              <a:rPr sz="2800" spc="4" dirty="0" smtClean="0">
                <a:latin typeface="Arial"/>
                <a:cs typeface="Arial"/>
              </a:rPr>
              <a:t>substânc</a:t>
            </a:r>
            <a:r>
              <a:rPr sz="2800" spc="-9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61025" y="2320842"/>
            <a:ext cx="246201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85" dirty="0" smtClean="0">
                <a:latin typeface="Arial"/>
                <a:cs typeface="Arial"/>
              </a:rPr>
              <a:t> 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ass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57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8091"/>
            <a:ext cx="40774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2</a:t>
            </a:r>
            <a:r>
              <a:rPr sz="2800" spc="0" dirty="0" smtClean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59825" y="1638091"/>
            <a:ext cx="217234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498600" algn="l"/>
              </a:tabLst>
            </a:pPr>
            <a:r>
              <a:rPr sz="2800" spc="-4" dirty="0" smtClean="0">
                <a:latin typeface="Arial"/>
                <a:cs typeface="Arial"/>
              </a:rPr>
              <a:t>S</a:t>
            </a:r>
            <a:r>
              <a:rPr sz="2800" spc="4" dirty="0" smtClean="0">
                <a:latin typeface="Arial"/>
                <a:cs typeface="Arial"/>
              </a:rPr>
              <a:t>abe-s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qu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02885" y="1638091"/>
            <a:ext cx="105993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9" dirty="0" smtClean="0">
                <a:latin typeface="Arial"/>
                <a:cs typeface="Arial"/>
              </a:rPr>
              <a:t>4</a:t>
            </a:r>
            <a:r>
              <a:rPr sz="2800" spc="4" dirty="0" smtClean="0">
                <a:latin typeface="Arial"/>
                <a:cs typeface="Arial"/>
              </a:rPr>
              <a:t>00k</a:t>
            </a:r>
            <a:r>
              <a:rPr sz="2800" spc="0" dirty="0" smtClean="0">
                <a:latin typeface="Arial"/>
                <a:cs typeface="Arial"/>
              </a:rPr>
              <a:t>g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3531" y="1638091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89740" y="1638091"/>
            <a:ext cx="179901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660400" algn="l"/>
              </a:tabLst>
            </a:pP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	l</a:t>
            </a:r>
            <a:r>
              <a:rPr sz="2800" spc="4" dirty="0" smtClean="0">
                <a:latin typeface="Arial"/>
                <a:cs typeface="Arial"/>
              </a:rPr>
              <a:t>íqu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60991" y="1638091"/>
            <a:ext cx="106146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ocup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93161" y="1638091"/>
            <a:ext cx="58690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1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8384" y="1709815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1979466"/>
            <a:ext cx="197274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reservatór</a:t>
            </a:r>
            <a:r>
              <a:rPr sz="2800" spc="0" dirty="0" smtClean="0">
                <a:latin typeface="Arial"/>
                <a:cs typeface="Arial"/>
              </a:rPr>
              <a:t>io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97540" y="1979466"/>
            <a:ext cx="76369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03962" y="1979466"/>
            <a:ext cx="123823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vo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84179" y="1979466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411660" y="1979466"/>
            <a:ext cx="88315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150</a:t>
            </a:r>
            <a:r>
              <a:rPr sz="2800" spc="0" dirty="0" smtClean="0">
                <a:latin typeface="Arial"/>
                <a:cs typeface="Arial"/>
              </a:rPr>
              <a:t>0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636794" y="1979466"/>
            <a:ext cx="94280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li</a:t>
            </a:r>
            <a:r>
              <a:rPr sz="2800" spc="4" dirty="0" smtClean="0">
                <a:latin typeface="Arial"/>
                <a:cs typeface="Arial"/>
              </a:rPr>
              <a:t>tros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81289" y="2320842"/>
            <a:ext cx="167556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deter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96732" y="2320842"/>
            <a:ext cx="66532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su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01936" y="2320842"/>
            <a:ext cx="113928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ass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81099" y="2320842"/>
            <a:ext cx="179315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específ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-4" dirty="0" smtClean="0">
                <a:latin typeface="Arial"/>
                <a:cs typeface="Arial"/>
              </a:rPr>
              <a:t>c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814071" y="2320842"/>
            <a:ext cx="66532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se</a:t>
            </a:r>
            <a:r>
              <a:rPr sz="2800" spc="0" dirty="0" smtClean="0">
                <a:latin typeface="Arial"/>
                <a:cs typeface="Arial"/>
              </a:rPr>
              <a:t>u</a:t>
            </a:r>
            <a:endParaRPr sz="2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16226" y="2320842"/>
            <a:ext cx="86339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pes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81289" y="2662218"/>
            <a:ext cx="169397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específ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-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377980" y="2662218"/>
            <a:ext cx="620171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393700" algn="l"/>
                <a:tab pos="787400" algn="l"/>
                <a:tab pos="1752600" algn="l"/>
                <a:tab pos="3556000" algn="l"/>
                <a:tab pos="4991100" algn="l"/>
              </a:tabLst>
            </a:pPr>
            <a:r>
              <a:rPr sz="2800" spc="0" dirty="0" smtClean="0">
                <a:latin typeface="Arial"/>
                <a:cs typeface="Arial"/>
              </a:rPr>
              <a:t>e	o	</a:t>
            </a:r>
            <a:r>
              <a:rPr sz="2800" spc="14" dirty="0" smtClean="0">
                <a:latin typeface="Arial"/>
                <a:cs typeface="Arial"/>
              </a:rPr>
              <a:t>p</a:t>
            </a:r>
            <a:r>
              <a:rPr sz="2800" spc="4" dirty="0" smtClean="0">
                <a:latin typeface="Arial"/>
                <a:cs typeface="Arial"/>
              </a:rPr>
              <a:t>es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específ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re</a:t>
            </a:r>
            <a:r>
              <a:rPr sz="2800" spc="-9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at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vo</a:t>
            </a:r>
            <a:r>
              <a:rPr sz="2800" spc="0" dirty="0" smtClean="0">
                <a:latin typeface="Arial"/>
                <a:cs typeface="Arial"/>
              </a:rPr>
              <a:t>.	</a:t>
            </a:r>
            <a:r>
              <a:rPr sz="2800" spc="-4" dirty="0" smtClean="0">
                <a:latin typeface="Arial"/>
                <a:cs typeface="Arial"/>
              </a:rPr>
              <a:t>D</a:t>
            </a:r>
            <a:r>
              <a:rPr sz="2800" spc="4" dirty="0" smtClean="0">
                <a:latin typeface="Arial"/>
                <a:cs typeface="Arial"/>
              </a:rPr>
              <a:t>ados</a:t>
            </a:r>
            <a:r>
              <a:rPr sz="2800" spc="0" dirty="0" smtClean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81289" y="3004498"/>
            <a:ext cx="743390" cy="4508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550"/>
              </a:lnSpc>
              <a:spcBef>
                <a:spcPts val="177"/>
              </a:spcBef>
            </a:pPr>
            <a:r>
              <a:rPr sz="4200" spc="-442" baseline="5524" dirty="0" smtClean="0">
                <a:latin typeface="Meiryo"/>
                <a:cs typeface="Meiryo"/>
              </a:rPr>
              <a:t>γ</a:t>
            </a:r>
            <a:r>
              <a:rPr sz="2850" spc="-12" baseline="-7628" dirty="0" smtClean="0">
                <a:latin typeface="Arial"/>
                <a:cs typeface="Arial"/>
              </a:rPr>
              <a:t>H2O</a:t>
            </a:r>
            <a:endParaRPr sz="1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21952" y="3008166"/>
            <a:ext cx="700978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=</a:t>
            </a:r>
            <a:r>
              <a:rPr sz="2800" spc="-1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1</a:t>
            </a:r>
            <a:r>
              <a:rPr sz="2800" spc="14" dirty="0" smtClean="0">
                <a:latin typeface="Arial"/>
                <a:cs typeface="Arial"/>
              </a:rPr>
              <a:t>0</a:t>
            </a:r>
            <a:r>
              <a:rPr sz="2800" spc="4" dirty="0" smtClean="0">
                <a:latin typeface="Arial"/>
                <a:cs typeface="Arial"/>
              </a:rPr>
              <a:t>000</a:t>
            </a:r>
            <a:r>
              <a:rPr sz="2800" spc="-4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/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³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-146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g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=</a:t>
            </a:r>
            <a:r>
              <a:rPr sz="2800" spc="-1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10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/s²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-9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100</a:t>
            </a:r>
            <a:r>
              <a:rPr sz="2800" spc="0" dirty="0" smtClean="0">
                <a:latin typeface="Arial"/>
                <a:cs typeface="Arial"/>
              </a:rPr>
              <a:t>0</a:t>
            </a:r>
            <a:r>
              <a:rPr sz="2800" spc="-62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li</a:t>
            </a:r>
            <a:r>
              <a:rPr sz="2800" spc="4" dirty="0" smtClean="0">
                <a:latin typeface="Arial"/>
                <a:cs typeface="Arial"/>
              </a:rPr>
              <a:t>tro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-5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=</a:t>
            </a:r>
            <a:r>
              <a:rPr sz="2800" spc="-1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1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³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8091"/>
            <a:ext cx="7995053" cy="7218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90"/>
              </a:lnSpc>
              <a:spcBef>
                <a:spcPts val="344"/>
              </a:spcBef>
              <a:tabLst>
                <a:tab pos="914400" algn="l"/>
                <a:tab pos="2260600" algn="l"/>
                <a:tab pos="2603500" algn="l"/>
                <a:tab pos="2870200" algn="l"/>
                <a:tab pos="3276600" algn="l"/>
                <a:tab pos="3810000" algn="l"/>
                <a:tab pos="4343400" algn="l"/>
                <a:tab pos="5219700" algn="l"/>
                <a:tab pos="5880100" algn="l"/>
                <a:tab pos="7416800" algn="l"/>
                <a:tab pos="7518400" algn="l"/>
              </a:tabLst>
            </a:pPr>
            <a:r>
              <a:rPr sz="2800" spc="4" dirty="0" smtClean="0">
                <a:latin typeface="Arial"/>
                <a:cs typeface="Arial"/>
              </a:rPr>
              <a:t>3</a:t>
            </a:r>
            <a:r>
              <a:rPr sz="2800" spc="0" dirty="0" smtClean="0">
                <a:latin typeface="Arial"/>
                <a:cs typeface="Arial"/>
              </a:rPr>
              <a:t>)</a:t>
            </a:r>
            <a:r>
              <a:rPr sz="2800" spc="355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D</a:t>
            </a:r>
            <a:r>
              <a:rPr sz="2800" spc="4" dirty="0" smtClean="0">
                <a:latin typeface="Arial"/>
                <a:cs typeface="Arial"/>
              </a:rPr>
              <a:t>ete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e	a	m</a:t>
            </a:r>
            <a:r>
              <a:rPr sz="2800" spc="4" dirty="0" smtClean="0">
                <a:latin typeface="Arial"/>
                <a:cs typeface="Arial"/>
              </a:rPr>
              <a:t>ass</a:t>
            </a:r>
            <a:r>
              <a:rPr sz="2800" spc="0" dirty="0" smtClean="0">
                <a:latin typeface="Arial"/>
                <a:cs typeface="Arial"/>
              </a:rPr>
              <a:t>a	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	m</a:t>
            </a:r>
            <a:r>
              <a:rPr sz="2800" spc="4" dirty="0" smtClean="0">
                <a:latin typeface="Arial"/>
                <a:cs typeface="Arial"/>
              </a:rPr>
              <a:t>ercúr</a:t>
            </a:r>
            <a:r>
              <a:rPr sz="2800" spc="14" dirty="0" smtClean="0">
                <a:latin typeface="Arial"/>
                <a:cs typeface="Arial"/>
              </a:rPr>
              <a:t>i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present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 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ma	</a:t>
            </a:r>
            <a:r>
              <a:rPr sz="2800" spc="4" dirty="0" smtClean="0">
                <a:latin typeface="Arial"/>
                <a:cs typeface="Arial"/>
              </a:rPr>
              <a:t>gar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af</a:t>
            </a:r>
            <a:r>
              <a:rPr sz="2800" spc="0" dirty="0" smtClean="0">
                <a:latin typeface="Arial"/>
                <a:cs typeface="Arial"/>
              </a:rPr>
              <a:t>a	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	2	li</a:t>
            </a:r>
            <a:r>
              <a:rPr sz="2800" spc="4" dirty="0" smtClean="0">
                <a:latin typeface="Arial"/>
                <a:cs typeface="Arial"/>
              </a:rPr>
              <a:t>tros</a:t>
            </a:r>
            <a:r>
              <a:rPr sz="2800" spc="0" dirty="0" smtClean="0">
                <a:latin typeface="Arial"/>
                <a:cs typeface="Arial"/>
              </a:rPr>
              <a:t>.	</a:t>
            </a:r>
            <a:r>
              <a:rPr sz="2800" spc="4" dirty="0" smtClean="0">
                <a:latin typeface="Arial"/>
                <a:cs typeface="Arial"/>
              </a:rPr>
              <a:t>(</a:t>
            </a:r>
            <a:r>
              <a:rPr sz="2800" spc="-4" dirty="0" smtClean="0">
                <a:latin typeface="Arial"/>
                <a:cs typeface="Arial"/>
              </a:rPr>
              <a:t>V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r	</a:t>
            </a:r>
            <a:r>
              <a:rPr sz="2800" spc="4" dirty="0" smtClean="0">
                <a:latin typeface="Arial"/>
                <a:cs typeface="Arial"/>
              </a:rPr>
              <a:t>pro</a:t>
            </a:r>
            <a:r>
              <a:rPr sz="2800" spc="14" dirty="0" smtClean="0">
                <a:latin typeface="Arial"/>
                <a:cs typeface="Arial"/>
              </a:rPr>
              <a:t>p</a:t>
            </a:r>
            <a:r>
              <a:rPr sz="2800" spc="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edade</a:t>
            </a:r>
            <a:r>
              <a:rPr sz="2800" spc="0" dirty="0" smtClean="0">
                <a:latin typeface="Arial"/>
                <a:cs typeface="Arial"/>
              </a:rPr>
              <a:t>s		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709815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2320842"/>
            <a:ext cx="2054985" cy="7218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90"/>
              </a:lnSpc>
              <a:spcBef>
                <a:spcPts val="344"/>
              </a:spcBef>
              <a:tabLst>
                <a:tab pos="1574800" algn="l"/>
              </a:tabLst>
            </a:pP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ercúr</a:t>
            </a:r>
            <a:r>
              <a:rPr sz="2800" spc="0" dirty="0" smtClean="0">
                <a:latin typeface="Arial"/>
                <a:cs typeface="Arial"/>
              </a:rPr>
              <a:t>io	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a li</a:t>
            </a:r>
            <a:r>
              <a:rPr sz="2800" spc="4" dirty="0" smtClean="0">
                <a:latin typeface="Arial"/>
                <a:cs typeface="Arial"/>
              </a:rPr>
              <a:t>tro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-5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=</a:t>
            </a:r>
            <a:r>
              <a:rPr sz="2800" spc="-1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1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³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35996" y="2320842"/>
            <a:ext cx="584368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498600" algn="l"/>
                <a:tab pos="2819400" algn="l"/>
                <a:tab pos="3200400" algn="l"/>
                <a:tab pos="3594100" algn="l"/>
                <a:tab pos="4965700" algn="l"/>
              </a:tabLst>
            </a:pPr>
            <a:r>
              <a:rPr sz="2800" spc="-4" dirty="0" smtClean="0">
                <a:latin typeface="Arial"/>
                <a:cs typeface="Arial"/>
              </a:rPr>
              <a:t>T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14" dirty="0" smtClean="0">
                <a:latin typeface="Arial"/>
                <a:cs typeface="Arial"/>
              </a:rPr>
              <a:t>b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a)</a:t>
            </a:r>
            <a:r>
              <a:rPr sz="2800" spc="0" dirty="0" smtClean="0">
                <a:latin typeface="Arial"/>
                <a:cs typeface="Arial"/>
              </a:rPr>
              <a:t>.	</a:t>
            </a:r>
            <a:r>
              <a:rPr sz="2800" spc="-4" dirty="0" smtClean="0">
                <a:latin typeface="Arial"/>
                <a:cs typeface="Arial"/>
              </a:rPr>
              <a:t>D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4" dirty="0" smtClean="0">
                <a:latin typeface="Arial"/>
                <a:cs typeface="Arial"/>
              </a:rPr>
              <a:t>os</a:t>
            </a:r>
            <a:r>
              <a:rPr sz="2800" spc="0" dirty="0" smtClean="0">
                <a:latin typeface="Arial"/>
                <a:cs typeface="Arial"/>
              </a:rPr>
              <a:t>:	g	=	</a:t>
            </a:r>
            <a:r>
              <a:rPr sz="2800" spc="4" dirty="0" smtClean="0">
                <a:latin typeface="Arial"/>
                <a:cs typeface="Arial"/>
              </a:rPr>
              <a:t>10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/s²</a:t>
            </a:r>
            <a:r>
              <a:rPr sz="2800" spc="0" dirty="0" smtClean="0">
                <a:latin typeface="Arial"/>
                <a:cs typeface="Arial"/>
              </a:rPr>
              <a:t>,	</a:t>
            </a:r>
            <a:r>
              <a:rPr sz="2800" spc="4" dirty="0" smtClean="0">
                <a:latin typeface="Arial"/>
                <a:cs typeface="Arial"/>
              </a:rPr>
              <a:t>10</a:t>
            </a:r>
            <a:r>
              <a:rPr sz="2800" spc="14" dirty="0" smtClean="0">
                <a:latin typeface="Arial"/>
                <a:cs typeface="Arial"/>
              </a:rPr>
              <a:t>0</a:t>
            </a:r>
            <a:r>
              <a:rPr sz="2800" spc="0" dirty="0" smtClean="0">
                <a:latin typeface="Arial"/>
                <a:cs typeface="Arial"/>
              </a:rPr>
              <a:t>0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8091"/>
            <a:ext cx="7995275" cy="10632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just">
              <a:lnSpc>
                <a:spcPts val="2690"/>
              </a:lnSpc>
              <a:spcBef>
                <a:spcPts val="344"/>
              </a:spcBef>
            </a:pPr>
            <a:r>
              <a:rPr sz="2800" spc="4" dirty="0" smtClean="0">
                <a:latin typeface="Arial"/>
                <a:cs typeface="Arial"/>
              </a:rPr>
              <a:t>4</a:t>
            </a:r>
            <a:r>
              <a:rPr sz="2800" spc="0" dirty="0" smtClean="0">
                <a:latin typeface="Arial"/>
                <a:cs typeface="Arial"/>
              </a:rPr>
              <a:t>)</a:t>
            </a:r>
            <a:r>
              <a:rPr sz="2800" spc="7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5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r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servatór</a:t>
            </a:r>
            <a:r>
              <a:rPr sz="2800" spc="0" dirty="0" smtClean="0">
                <a:latin typeface="Arial"/>
                <a:cs typeface="Arial"/>
              </a:rPr>
              <a:t>io</a:t>
            </a:r>
            <a:r>
              <a:rPr sz="2800" spc="-47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cúb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57" dirty="0" smtClean="0">
                <a:latin typeface="Arial"/>
                <a:cs typeface="Arial"/>
              </a:rPr>
              <a:t> </a:t>
            </a:r>
            <a:r>
              <a:rPr sz="2800" spc="14" dirty="0" smtClean="0">
                <a:latin typeface="Arial"/>
                <a:cs typeface="Arial"/>
              </a:rPr>
              <a:t>2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8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8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arest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37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est</a:t>
            </a:r>
            <a:r>
              <a:rPr sz="2800" spc="0" dirty="0" smtClean="0">
                <a:latin typeface="Arial"/>
                <a:cs typeface="Arial"/>
              </a:rPr>
              <a:t>á </a:t>
            </a: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et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ent</a:t>
            </a:r>
            <a:r>
              <a:rPr sz="2800" spc="0" dirty="0" smtClean="0">
                <a:latin typeface="Arial"/>
                <a:cs typeface="Arial"/>
              </a:rPr>
              <a:t>e </a:t>
            </a:r>
            <a:r>
              <a:rPr sz="2800" spc="4" dirty="0" smtClean="0">
                <a:latin typeface="Arial"/>
                <a:cs typeface="Arial"/>
              </a:rPr>
              <a:t>che</a:t>
            </a:r>
            <a:r>
              <a:rPr sz="2800" spc="0" dirty="0" smtClean="0">
                <a:latin typeface="Arial"/>
                <a:cs typeface="Arial"/>
              </a:rPr>
              <a:t>io</a:t>
            </a:r>
            <a:r>
              <a:rPr sz="2800" spc="12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5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ó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28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ub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cant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45" dirty="0" smtClean="0">
                <a:latin typeface="Arial"/>
                <a:cs typeface="Arial"/>
              </a:rPr>
              <a:t> </a:t>
            </a:r>
            <a:r>
              <a:rPr sz="2800" spc="-9" dirty="0" smtClean="0">
                <a:latin typeface="Arial"/>
                <a:cs typeface="Arial"/>
              </a:rPr>
              <a:t>(</a:t>
            </a:r>
            <a:r>
              <a:rPr sz="2800" spc="4" dirty="0" smtClean="0">
                <a:latin typeface="Arial"/>
                <a:cs typeface="Arial"/>
              </a:rPr>
              <a:t>ve</a:t>
            </a:r>
            <a:r>
              <a:rPr sz="2800" spc="0" dirty="0" smtClean="0">
                <a:latin typeface="Arial"/>
                <a:cs typeface="Arial"/>
              </a:rPr>
              <a:t>r </a:t>
            </a:r>
            <a:r>
              <a:rPr sz="2800" spc="4" dirty="0" smtClean="0">
                <a:latin typeface="Arial"/>
                <a:cs typeface="Arial"/>
              </a:rPr>
              <a:t>propr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da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43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552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T</a:t>
            </a:r>
            <a:r>
              <a:rPr sz="2800" spc="4" dirty="0" smtClean="0">
                <a:latin typeface="Arial"/>
                <a:cs typeface="Arial"/>
              </a:rPr>
              <a:t>abe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a)</a:t>
            </a:r>
            <a:r>
              <a:rPr sz="2800" spc="0" dirty="0" smtClean="0">
                <a:latin typeface="Arial"/>
                <a:cs typeface="Arial"/>
              </a:rPr>
              <a:t>.</a:t>
            </a:r>
            <a:r>
              <a:rPr sz="2800" spc="480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D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ter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45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577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ass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51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709815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2662218"/>
            <a:ext cx="76427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ó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96106" y="2662218"/>
            <a:ext cx="12808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q</a:t>
            </a:r>
            <a:r>
              <a:rPr sz="2800" spc="14" dirty="0" smtClean="0">
                <a:latin typeface="Arial"/>
                <a:cs typeface="Arial"/>
              </a:rPr>
              <a:t>u</a:t>
            </a:r>
            <a:r>
              <a:rPr sz="2800" spc="4" dirty="0" smtClean="0">
                <a:latin typeface="Arial"/>
                <a:cs typeface="Arial"/>
              </a:rPr>
              <a:t>and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25930" y="2662218"/>
            <a:ext cx="126085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14" dirty="0" smtClean="0">
                <a:latin typeface="Arial"/>
                <a:cs typeface="Arial"/>
              </a:rPr>
              <a:t>p</a:t>
            </a:r>
            <a:r>
              <a:rPr sz="2800" spc="4" dirty="0" smtClean="0">
                <a:latin typeface="Arial"/>
                <a:cs typeface="Arial"/>
              </a:rPr>
              <a:t>ena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35997" y="2662218"/>
            <a:ext cx="38766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¾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73032" y="2662218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09072" y="2662218"/>
            <a:ext cx="118033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tanqu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38428" y="2662218"/>
            <a:ext cx="114225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s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ve</a:t>
            </a:r>
            <a:r>
              <a:rPr sz="2800" spc="0" dirty="0" smtClean="0"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1289" y="3008166"/>
            <a:ext cx="278348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ocupado</a:t>
            </a:r>
            <a:r>
              <a:rPr sz="2800" spc="0" dirty="0" smtClean="0">
                <a:latin typeface="Arial"/>
                <a:cs typeface="Arial"/>
              </a:rPr>
              <a:t>.</a:t>
            </a:r>
            <a:r>
              <a:rPr sz="2800" spc="-115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D</a:t>
            </a:r>
            <a:r>
              <a:rPr sz="2800" spc="4" dirty="0" smtClean="0">
                <a:latin typeface="Arial"/>
                <a:cs typeface="Arial"/>
              </a:rPr>
              <a:t>ados</a:t>
            </a:r>
            <a:r>
              <a:rPr sz="2800" spc="0" dirty="0" smtClean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373241" y="3004498"/>
            <a:ext cx="743405" cy="4508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550"/>
              </a:lnSpc>
              <a:spcBef>
                <a:spcPts val="177"/>
              </a:spcBef>
            </a:pPr>
            <a:r>
              <a:rPr sz="4200" spc="-442" baseline="5524" dirty="0" smtClean="0">
                <a:latin typeface="Meiryo"/>
                <a:cs typeface="Meiryo"/>
              </a:rPr>
              <a:t>γ</a:t>
            </a:r>
            <a:r>
              <a:rPr sz="2850" spc="-12" baseline="-7628" dirty="0" smtClean="0">
                <a:latin typeface="Arial"/>
                <a:cs typeface="Arial"/>
              </a:rPr>
              <a:t>H2O</a:t>
            </a:r>
            <a:endParaRPr sz="1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13919" y="3008166"/>
            <a:ext cx="29884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20307" y="3008166"/>
            <a:ext cx="384447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10</a:t>
            </a:r>
            <a:r>
              <a:rPr sz="2800" spc="14" dirty="0" smtClean="0">
                <a:latin typeface="Arial"/>
                <a:cs typeface="Arial"/>
              </a:rPr>
              <a:t>0</a:t>
            </a:r>
            <a:r>
              <a:rPr sz="2800" spc="4" dirty="0" smtClean="0">
                <a:latin typeface="Arial"/>
                <a:cs typeface="Arial"/>
              </a:rPr>
              <a:t>00</a:t>
            </a:r>
            <a:r>
              <a:rPr sz="2800" spc="-4" dirty="0" smtClean="0">
                <a:latin typeface="Arial"/>
                <a:cs typeface="Arial"/>
              </a:rPr>
              <a:t>N</a:t>
            </a:r>
            <a:r>
              <a:rPr sz="2800" spc="14" dirty="0" smtClean="0">
                <a:latin typeface="Arial"/>
                <a:cs typeface="Arial"/>
              </a:rPr>
              <a:t>/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³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-146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g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=</a:t>
            </a:r>
            <a:r>
              <a:rPr sz="2800" spc="-1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10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4" dirty="0" smtClean="0">
                <a:latin typeface="Arial"/>
                <a:cs typeface="Arial"/>
              </a:rPr>
              <a:t>/</a:t>
            </a:r>
            <a:r>
              <a:rPr sz="2800" spc="4" dirty="0" smtClean="0">
                <a:latin typeface="Arial"/>
                <a:cs typeface="Arial"/>
              </a:rPr>
              <a:t>s²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8091"/>
            <a:ext cx="799800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5</a:t>
            </a:r>
            <a:r>
              <a:rPr sz="2800" spc="0" dirty="0" smtClean="0">
                <a:latin typeface="Arial"/>
                <a:cs typeface="Arial"/>
              </a:rPr>
              <a:t>)</a:t>
            </a:r>
            <a:r>
              <a:rPr sz="2800" spc="270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S</a:t>
            </a:r>
            <a:r>
              <a:rPr sz="2800" spc="4" dirty="0" smtClean="0">
                <a:latin typeface="Arial"/>
                <a:cs typeface="Arial"/>
              </a:rPr>
              <a:t>abe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do-s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4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qu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258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8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pes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4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específ</a:t>
            </a:r>
            <a:r>
              <a:rPr sz="2800" spc="-9" dirty="0" smtClean="0">
                <a:latin typeface="Arial"/>
                <a:cs typeface="Arial"/>
              </a:rPr>
              <a:t>i</a:t>
            </a:r>
            <a:r>
              <a:rPr sz="2800" spc="-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7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re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at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v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21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709815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1979466"/>
            <a:ext cx="799788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2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dete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na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9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ó</a:t>
            </a:r>
            <a:r>
              <a:rPr sz="2800" spc="14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12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é</a:t>
            </a:r>
            <a:r>
              <a:rPr sz="2800" spc="4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gu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4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0,8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18" dirty="0" smtClean="0">
                <a:latin typeface="Arial"/>
                <a:cs typeface="Arial"/>
              </a:rPr>
              <a:t> </a:t>
            </a:r>
            <a:r>
              <a:rPr sz="2800" spc="-9" dirty="0" smtClean="0">
                <a:latin typeface="Arial"/>
                <a:cs typeface="Arial"/>
              </a:rPr>
              <a:t>d</a:t>
            </a:r>
            <a:r>
              <a:rPr sz="2800" spc="4" dirty="0" smtClean="0">
                <a:latin typeface="Arial"/>
                <a:cs typeface="Arial"/>
              </a:rPr>
              <a:t>eter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4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se</a:t>
            </a:r>
            <a:r>
              <a:rPr sz="2800" spc="0" dirty="0" smtClean="0">
                <a:latin typeface="Arial"/>
                <a:cs typeface="Arial"/>
              </a:rPr>
              <a:t>u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2325414"/>
            <a:ext cx="86339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pes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719609" y="2325414"/>
            <a:ext cx="169550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específ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88512" y="2325414"/>
            <a:ext cx="5853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48048" y="2325414"/>
            <a:ext cx="96120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N/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³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84121" y="2325414"/>
            <a:ext cx="122007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D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4" dirty="0" smtClean="0">
                <a:latin typeface="Arial"/>
                <a:cs typeface="Arial"/>
              </a:rPr>
              <a:t>dos</a:t>
            </a:r>
            <a:r>
              <a:rPr sz="2800" spc="0" dirty="0" smtClean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77714" y="2321746"/>
            <a:ext cx="743418" cy="4508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550"/>
              </a:lnSpc>
              <a:spcBef>
                <a:spcPts val="177"/>
              </a:spcBef>
            </a:pPr>
            <a:r>
              <a:rPr sz="4200" spc="-442" baseline="5524" dirty="0" smtClean="0">
                <a:latin typeface="Meiryo"/>
                <a:cs typeface="Meiryo"/>
              </a:rPr>
              <a:t>γ</a:t>
            </a:r>
            <a:r>
              <a:rPr sz="2850" spc="-12" baseline="-7628" dirty="0" smtClean="0">
                <a:latin typeface="Arial"/>
                <a:cs typeface="Arial"/>
              </a:rPr>
              <a:t>H2O</a:t>
            </a:r>
            <a:endParaRPr sz="19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83582" y="2325414"/>
            <a:ext cx="29884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1322" y="2662218"/>
            <a:ext cx="38414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1000</a:t>
            </a:r>
            <a:r>
              <a:rPr sz="2800" spc="14" dirty="0" smtClean="0">
                <a:latin typeface="Arial"/>
                <a:cs typeface="Arial"/>
              </a:rPr>
              <a:t>0</a:t>
            </a:r>
            <a:r>
              <a:rPr sz="2800" spc="-4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/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³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-146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g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=</a:t>
            </a:r>
            <a:r>
              <a:rPr sz="2800" spc="-1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10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/s²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0094" y="2039111"/>
            <a:ext cx="7427975" cy="2534411"/>
          </a:xfrm>
          <a:custGeom>
            <a:avLst/>
            <a:gdLst/>
            <a:ahLst/>
            <a:cxnLst/>
            <a:rect l="l" t="t" r="r" b="b"/>
            <a:pathLst>
              <a:path w="7427975" h="2534411">
                <a:moveTo>
                  <a:pt x="0" y="0"/>
                </a:moveTo>
                <a:lnTo>
                  <a:pt x="0" y="2534411"/>
                </a:lnTo>
                <a:lnTo>
                  <a:pt x="7427975" y="2534411"/>
                </a:lnTo>
                <a:lnTo>
                  <a:pt x="7427975" y="0"/>
                </a:lnTo>
                <a:lnTo>
                  <a:pt x="0" y="0"/>
                </a:lnTo>
                <a:close/>
              </a:path>
            </a:pathLst>
          </a:custGeom>
          <a:solidFill>
            <a:srgbClr val="65FF3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29999" y="3419646"/>
            <a:ext cx="291927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Au</a:t>
            </a:r>
            <a:r>
              <a:rPr sz="2800" spc="4" dirty="0" smtClean="0">
                <a:latin typeface="Arial"/>
                <a:cs typeface="Arial"/>
              </a:rPr>
              <a:t>l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42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3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–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-23" dirty="0" smtClean="0">
                <a:latin typeface="Arial"/>
                <a:cs typeface="Arial"/>
              </a:rPr>
              <a:t>E</a:t>
            </a:r>
            <a:r>
              <a:rPr sz="2800" spc="158" dirty="0" smtClean="0">
                <a:latin typeface="Arial"/>
                <a:cs typeface="Arial"/>
              </a:rPr>
              <a:t>s</a:t>
            </a:r>
            <a:r>
              <a:rPr sz="2800" spc="152" dirty="0" smtClean="0">
                <a:latin typeface="Arial"/>
                <a:cs typeface="Arial"/>
              </a:rPr>
              <a:t>t</a:t>
            </a:r>
            <a:r>
              <a:rPr sz="2800" spc="-10" dirty="0" smtClean="0">
                <a:latin typeface="Arial"/>
                <a:cs typeface="Arial"/>
              </a:rPr>
              <a:t>á</a:t>
            </a:r>
            <a:r>
              <a:rPr sz="2800" spc="152" dirty="0" smtClean="0">
                <a:latin typeface="Arial"/>
                <a:cs typeface="Arial"/>
              </a:rPr>
              <a:t>t</a:t>
            </a:r>
            <a:r>
              <a:rPr sz="2800" spc="160" dirty="0" smtClean="0">
                <a:latin typeface="Arial"/>
                <a:cs typeface="Arial"/>
              </a:rPr>
              <a:t>i</a:t>
            </a:r>
            <a:r>
              <a:rPr sz="2800" spc="158" dirty="0" smtClean="0">
                <a:latin typeface="Arial"/>
                <a:cs typeface="Arial"/>
              </a:rPr>
              <a:t>c</a:t>
            </a:r>
            <a:r>
              <a:rPr sz="2800" spc="-15" dirty="0" smtClean="0">
                <a:latin typeface="Arial"/>
                <a:cs typeface="Arial"/>
              </a:rPr>
              <a:t>a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156199" y="3419646"/>
            <a:ext cx="2188227" cy="8072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006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d</a:t>
            </a:r>
            <a:r>
              <a:rPr sz="2800" spc="9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434" dirty="0" smtClean="0">
                <a:latin typeface="Arial"/>
                <a:cs typeface="Arial"/>
              </a:rPr>
              <a:t> </a:t>
            </a:r>
            <a:r>
              <a:rPr sz="2800" spc="-22" dirty="0" err="1" smtClean="0">
                <a:latin typeface="Arial"/>
                <a:cs typeface="Arial"/>
              </a:rPr>
              <a:t>F</a:t>
            </a:r>
            <a:r>
              <a:rPr sz="2800" spc="160" dirty="0" err="1" smtClean="0">
                <a:latin typeface="Arial"/>
                <a:cs typeface="Arial"/>
              </a:rPr>
              <a:t>l</a:t>
            </a:r>
            <a:r>
              <a:rPr sz="2800" spc="135" dirty="0" err="1" smtClean="0">
                <a:latin typeface="Arial"/>
                <a:cs typeface="Arial"/>
              </a:rPr>
              <a:t>u</a:t>
            </a:r>
            <a:r>
              <a:rPr sz="2800" spc="170" dirty="0" err="1" smtClean="0">
                <a:latin typeface="Arial"/>
                <a:cs typeface="Arial"/>
              </a:rPr>
              <a:t>i</a:t>
            </a:r>
            <a:r>
              <a:rPr sz="2800" spc="135" dirty="0" err="1" smtClean="0">
                <a:latin typeface="Arial"/>
                <a:cs typeface="Arial"/>
              </a:rPr>
              <a:t>d</a:t>
            </a:r>
            <a:r>
              <a:rPr sz="2800" spc="150" dirty="0" err="1" smtClean="0">
                <a:latin typeface="Arial"/>
                <a:cs typeface="Arial"/>
              </a:rPr>
              <a:t>o</a:t>
            </a:r>
            <a:r>
              <a:rPr sz="2800" spc="158" dirty="0" err="1" smtClean="0">
                <a:latin typeface="Arial"/>
                <a:cs typeface="Arial"/>
              </a:rPr>
              <a:t>s</a:t>
            </a:r>
            <a:r>
              <a:rPr sz="2800" spc="-7" dirty="0" smtClean="0">
                <a:latin typeface="Arial"/>
                <a:cs typeface="Arial"/>
              </a:rPr>
              <a:t>,</a:t>
            </a:r>
            <a:endParaRPr sz="2800" dirty="0">
              <a:latin typeface="Arial"/>
              <a:cs typeface="Arial"/>
            </a:endParaRPr>
          </a:p>
          <a:p>
            <a:pPr marL="12700" marR="53263">
              <a:lnSpc>
                <a:spcPct val="95825"/>
              </a:lnSpc>
            </a:pPr>
            <a:r>
              <a:rPr sz="2800" spc="-23" dirty="0" smtClean="0">
                <a:latin typeface="Arial"/>
                <a:cs typeface="Arial"/>
              </a:rPr>
              <a:t>P</a:t>
            </a:r>
            <a:r>
              <a:rPr sz="2800" spc="15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58" dirty="0" smtClean="0">
                <a:latin typeface="Arial"/>
                <a:cs typeface="Arial"/>
              </a:rPr>
              <a:t>ss</a:t>
            </a:r>
            <a:r>
              <a:rPr sz="2800" spc="-10" dirty="0" smtClean="0">
                <a:latin typeface="Arial"/>
                <a:cs typeface="Arial"/>
              </a:rPr>
              <a:t>ã</a:t>
            </a:r>
            <a:r>
              <a:rPr sz="2800" spc="140" dirty="0" smtClean="0">
                <a:latin typeface="Arial"/>
                <a:cs typeface="Arial"/>
              </a:rPr>
              <a:t>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41705" y="3846366"/>
            <a:ext cx="169364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25" dirty="0" smtClean="0">
                <a:latin typeface="Arial"/>
                <a:cs typeface="Arial"/>
              </a:rPr>
              <a:t>D</a:t>
            </a:r>
            <a:r>
              <a:rPr sz="2800" spc="-10" dirty="0" smtClean="0">
                <a:latin typeface="Arial"/>
                <a:cs typeface="Arial"/>
              </a:rPr>
              <a:t>e</a:t>
            </a:r>
            <a:r>
              <a:rPr sz="2800" spc="152" dirty="0" smtClean="0">
                <a:latin typeface="Arial"/>
                <a:cs typeface="Arial"/>
              </a:rPr>
              <a:t>f</a:t>
            </a:r>
            <a:r>
              <a:rPr sz="2800" spc="160" dirty="0" smtClean="0">
                <a:latin typeface="Arial"/>
                <a:cs typeface="Arial"/>
              </a:rPr>
              <a:t>i</a:t>
            </a:r>
            <a:r>
              <a:rPr sz="2800" spc="135" dirty="0" smtClean="0">
                <a:latin typeface="Arial"/>
                <a:cs typeface="Arial"/>
              </a:rPr>
              <a:t>n</a:t>
            </a:r>
            <a:r>
              <a:rPr sz="2800" spc="160" dirty="0" smtClean="0">
                <a:latin typeface="Arial"/>
                <a:cs typeface="Arial"/>
              </a:rPr>
              <a:t>i</a:t>
            </a:r>
            <a:r>
              <a:rPr sz="2800" spc="158" dirty="0" smtClean="0">
                <a:latin typeface="Arial"/>
                <a:cs typeface="Arial"/>
              </a:rPr>
              <a:t>ç</a:t>
            </a:r>
            <a:r>
              <a:rPr sz="2800" spc="0" dirty="0" smtClean="0">
                <a:latin typeface="Arial"/>
                <a:cs typeface="Arial"/>
              </a:rPr>
              <a:t>ã</a:t>
            </a:r>
            <a:r>
              <a:rPr sz="2800" spc="140" dirty="0" smtClean="0">
                <a:latin typeface="Arial"/>
                <a:cs typeface="Arial"/>
              </a:rPr>
              <a:t>o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42550" y="3846366"/>
            <a:ext cx="50542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57" dirty="0" smtClean="0">
                <a:latin typeface="Arial"/>
                <a:cs typeface="Arial"/>
              </a:rPr>
              <a:t>d</a:t>
            </a:r>
            <a:r>
              <a:rPr sz="2800" spc="62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40713" y="2039111"/>
            <a:ext cx="6290055" cy="643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700">
              <a:lnSpc>
                <a:spcPts val="1000"/>
              </a:lnSpc>
            </a:pPr>
            <a:endParaRPr sz="1000" dirty="0"/>
          </a:p>
          <a:p>
            <a:pPr marL="871733" algn="ctr">
              <a:lnSpc>
                <a:spcPts val="2600"/>
              </a:lnSpc>
              <a:spcBef>
                <a:spcPts val="1592"/>
              </a:spcBef>
            </a:pPr>
            <a:r>
              <a:rPr lang="pt-BR" sz="5100" baseline="-18756" dirty="0" smtClean="0">
                <a:latin typeface="Arial"/>
                <a:cs typeface="Arial"/>
              </a:rPr>
              <a:t>Hidráulica</a:t>
            </a:r>
            <a:endParaRPr sz="34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4552566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  <a:tabLst>
                <a:tab pos="2832100" algn="l"/>
              </a:tabLst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Estát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-9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976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do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-442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	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F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3600" spc="209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085" y="2108167"/>
            <a:ext cx="37068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58366" y="2108167"/>
            <a:ext cx="150050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á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63081" y="2108167"/>
            <a:ext cx="855514" cy="8712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1036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do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  <a:p>
            <a:pPr marL="114534">
              <a:lnSpc>
                <a:spcPts val="3454"/>
              </a:lnSpc>
              <a:spcBef>
                <a:spcPts val="4"/>
              </a:spcBef>
            </a:pPr>
            <a:r>
              <a:rPr sz="3200" spc="-4" dirty="0" smtClean="0">
                <a:latin typeface="Arial"/>
                <a:cs typeface="Arial"/>
              </a:rPr>
              <a:t>do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21034" y="2108167"/>
            <a:ext cx="127170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f</a:t>
            </a:r>
            <a:r>
              <a:rPr sz="3200" spc="-4" dirty="0" smtClean="0">
                <a:latin typeface="Arial"/>
                <a:cs typeface="Arial"/>
              </a:rPr>
              <a:t>luido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98538" y="2108167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é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28242" y="2108167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58014" y="2108167"/>
            <a:ext cx="217695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ami</a:t>
            </a:r>
            <a:r>
              <a:rPr sz="3200" spc="0" dirty="0" smtClean="0">
                <a:latin typeface="Arial"/>
                <a:cs typeface="Arial"/>
              </a:rPr>
              <a:t>f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4" dirty="0" smtClean="0">
                <a:latin typeface="Arial"/>
                <a:cs typeface="Arial"/>
              </a:rPr>
              <a:t>ç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37652" y="2108167"/>
            <a:ext cx="553967" cy="8712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915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  <a:p>
            <a:pPr marL="241104">
              <a:lnSpc>
                <a:spcPts val="3454"/>
              </a:lnSpc>
              <a:spcBef>
                <a:spcPts val="4"/>
              </a:spcBef>
            </a:pP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8384" y="2191020"/>
            <a:ext cx="31150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0"/>
              </a:lnSpc>
              <a:spcBef>
                <a:spcPts val="127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1284" y="2547079"/>
            <a:ext cx="183710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me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ânic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65183" y="2547079"/>
            <a:ext cx="127170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f</a:t>
            </a:r>
            <a:r>
              <a:rPr sz="3200" spc="-4" dirty="0" smtClean="0">
                <a:latin typeface="Arial"/>
                <a:cs typeface="Arial"/>
              </a:rPr>
              <a:t>luido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63867" y="2547079"/>
            <a:ext cx="1070603" cy="8696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2310" marR="61036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qu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ts val="3445"/>
              </a:lnSpc>
              <a:spcBef>
                <a:spcPts val="3"/>
              </a:spcBef>
            </a:pPr>
            <a:r>
              <a:rPr sz="3200" spc="0" dirty="0" smtClean="0">
                <a:latin typeface="Arial"/>
                <a:cs typeface="Arial"/>
              </a:rPr>
              <a:t>f</a:t>
            </a:r>
            <a:r>
              <a:rPr sz="3200" spc="-4" dirty="0" smtClean="0">
                <a:latin typeface="Arial"/>
                <a:cs typeface="Arial"/>
              </a:rPr>
              <a:t>lui</a:t>
            </a:r>
            <a:r>
              <a:rPr sz="3200" spc="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03494" y="2547079"/>
            <a:ext cx="1317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-19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1284" y="2984467"/>
            <a:ext cx="2917630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omp</a:t>
            </a:r>
            <a:r>
              <a:rPr sz="3200" spc="-19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14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amen</a:t>
            </a:r>
            <a:r>
              <a:rPr sz="3200" spc="0" dirty="0" smtClean="0">
                <a:latin typeface="Arial"/>
                <a:cs typeface="Arial"/>
              </a:rPr>
              <a:t>to</a:t>
            </a:r>
            <a:endParaRPr sz="3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47903" y="2984467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549468" y="2984467"/>
            <a:ext cx="66376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0" dirty="0" smtClean="0">
                <a:latin typeface="Arial"/>
                <a:cs typeface="Arial"/>
              </a:rPr>
              <a:t>m</a:t>
            </a:r>
            <a:endParaRPr sz="3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84982" y="2984467"/>
            <a:ext cx="663767" cy="8712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m</a:t>
            </a:r>
            <a:endParaRPr sz="3200">
              <a:latin typeface="Arial"/>
              <a:cs typeface="Arial"/>
            </a:endParaRPr>
          </a:p>
          <a:p>
            <a:pPr marL="27688" marR="61036">
              <a:lnSpc>
                <a:spcPts val="3454"/>
              </a:lnSpc>
              <a:spcBef>
                <a:spcPts val="4"/>
              </a:spcBef>
            </a:pP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96380" y="2984467"/>
            <a:ext cx="1093400" cy="8712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5700" marR="1024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um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ts val="3454"/>
              </a:lnSpc>
              <a:spcBef>
                <a:spcPts val="4"/>
              </a:spcBef>
            </a:pPr>
            <a:r>
              <a:rPr sz="3200" spc="4" dirty="0" smtClean="0">
                <a:latin typeface="Arial"/>
                <a:cs typeface="Arial"/>
              </a:rPr>
              <a:t>l</a:t>
            </a:r>
            <a:r>
              <a:rPr sz="3200" spc="-4" dirty="0" smtClean="0">
                <a:latin typeface="Arial"/>
                <a:cs typeface="Arial"/>
              </a:rPr>
              <a:t>ong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81284" y="3423379"/>
            <a:ext cx="172427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ondi</a:t>
            </a:r>
            <a:r>
              <a:rPr sz="3200" spc="4" dirty="0" smtClean="0">
                <a:latin typeface="Arial"/>
                <a:cs typeface="Arial"/>
              </a:rPr>
              <a:t>ç</a:t>
            </a:r>
            <a:r>
              <a:rPr sz="3200" spc="-19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53962" y="3423379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53419" y="3423379"/>
            <a:ext cx="174401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4" dirty="0" smtClean="0">
                <a:latin typeface="Arial"/>
                <a:cs typeface="Arial"/>
              </a:rPr>
              <a:t>quil</a:t>
            </a:r>
            <a:r>
              <a:rPr sz="3200" spc="0" dirty="0" smtClean="0">
                <a:latin typeface="Arial"/>
                <a:cs typeface="Arial"/>
              </a:rPr>
              <a:t>í</a:t>
            </a:r>
            <a:r>
              <a:rPr sz="3200" spc="-4" dirty="0" smtClean="0">
                <a:latin typeface="Arial"/>
                <a:cs typeface="Arial"/>
              </a:rPr>
              <a:t>b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42789" y="3423379"/>
            <a:ext cx="161115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á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ico</a:t>
            </a:r>
            <a:r>
              <a:rPr sz="3200" spc="0" dirty="0" smtClean="0">
                <a:latin typeface="Arial"/>
                <a:cs typeface="Arial"/>
              </a:rPr>
              <a:t>,</a:t>
            </a:r>
            <a:endParaRPr sz="3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81284" y="3860767"/>
            <a:ext cx="118344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des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24745" y="3860767"/>
            <a:ext cx="86638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aul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51147" y="3860767"/>
            <a:ext cx="75526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66427" y="3860767"/>
            <a:ext cx="255625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ap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19" dirty="0" smtClean="0">
                <a:latin typeface="Arial"/>
                <a:cs typeface="Arial"/>
              </a:rPr>
              <a:t>en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ado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185808" y="3860767"/>
            <a:ext cx="52666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9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775599" y="3860767"/>
            <a:ext cx="181272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-19" dirty="0" smtClean="0">
                <a:latin typeface="Arial"/>
                <a:cs typeface="Arial"/>
              </a:rPr>
              <a:t>n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-14" dirty="0" smtClean="0">
                <a:latin typeface="Arial"/>
                <a:cs typeface="Arial"/>
              </a:rPr>
              <a:t>i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81284" y="4299678"/>
            <a:ext cx="253345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f</a:t>
            </a:r>
            <a:r>
              <a:rPr sz="3200" spc="-4" dirty="0" smtClean="0">
                <a:latin typeface="Arial"/>
                <a:cs typeface="Arial"/>
              </a:rPr>
              <a:t>unda</a:t>
            </a:r>
            <a:r>
              <a:rPr sz="3200" spc="-19" dirty="0" smtClean="0">
                <a:latin typeface="Arial"/>
                <a:cs typeface="Arial"/>
              </a:rPr>
              <a:t>m</a:t>
            </a:r>
            <a:r>
              <a:rPr sz="3200" spc="-4" dirty="0" smtClean="0">
                <a:latin typeface="Arial"/>
                <a:cs typeface="Arial"/>
              </a:rPr>
              <a:t>en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ai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70475" y="4299678"/>
            <a:ext cx="91217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pa</a:t>
            </a:r>
            <a:r>
              <a:rPr sz="3200" spc="0" dirty="0" smtClean="0">
                <a:latin typeface="Arial"/>
                <a:cs typeface="Arial"/>
              </a:rPr>
              <a:t>ra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738316" y="4299678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18024" y="4299678"/>
            <a:ext cx="2534569" cy="8696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2262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quan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0" dirty="0" smtClean="0">
                <a:latin typeface="Arial"/>
                <a:cs typeface="Arial"/>
              </a:rPr>
              <a:t>f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4" dirty="0" smtClean="0">
                <a:latin typeface="Arial"/>
                <a:cs typeface="Arial"/>
              </a:rPr>
              <a:t>ç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  <a:p>
            <a:pPr marL="149653">
              <a:lnSpc>
                <a:spcPts val="3445"/>
              </a:lnSpc>
              <a:spcBef>
                <a:spcPts val="3"/>
              </a:spcBef>
            </a:pP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el</a:t>
            </a:r>
            <a:r>
              <a:rPr sz="3200" spc="-19" dirty="0" smtClean="0">
                <a:latin typeface="Arial"/>
                <a:cs typeface="Arial"/>
              </a:rPr>
              <a:t>a</a:t>
            </a:r>
            <a:r>
              <a:rPr sz="3200" spc="-4" dirty="0" smtClean="0">
                <a:latin typeface="Arial"/>
                <a:cs typeface="Arial"/>
              </a:rPr>
              <a:t>cionado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262605" y="4299678"/>
            <a:ext cx="325908" cy="8696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3045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  <a:p>
            <a:pPr marL="12700" marR="345">
              <a:lnSpc>
                <a:spcPts val="3445"/>
              </a:lnSpc>
              <a:spcBef>
                <a:spcPts val="3"/>
              </a:spcBef>
            </a:pPr>
            <a:r>
              <a:rPr sz="3200" spc="0" dirty="0" smtClean="0">
                <a:latin typeface="Arial"/>
                <a:cs typeface="Arial"/>
              </a:rPr>
              <a:t>à</a:t>
            </a:r>
            <a:endParaRPr sz="3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581284" y="4737066"/>
            <a:ext cx="150030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olu</a:t>
            </a:r>
            <a:r>
              <a:rPr sz="3200" spc="4" dirty="0" smtClean="0">
                <a:latin typeface="Arial"/>
                <a:cs typeface="Arial"/>
              </a:rPr>
              <a:t>ç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391540" y="4737066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252541" y="4737066"/>
            <a:ext cx="1990900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9" dirty="0" smtClean="0">
                <a:latin typeface="Arial"/>
                <a:cs typeface="Arial"/>
              </a:rPr>
              <a:t>p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oblem</a:t>
            </a:r>
            <a:r>
              <a:rPr sz="3200" spc="-19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581284" y="5175978"/>
            <a:ext cx="711369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es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r>
              <a:rPr sz="3200" spc="-1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á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-1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-4" dirty="0" smtClean="0">
                <a:latin typeface="Arial"/>
                <a:cs typeface="Arial"/>
              </a:rPr>
              <a:t>es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ala</a:t>
            </a:r>
            <a:r>
              <a:rPr sz="3200" spc="0" dirty="0" smtClean="0">
                <a:latin typeface="Arial"/>
                <a:cs typeface="Arial"/>
              </a:rPr>
              <a:t>s 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ss</a:t>
            </a:r>
            <a:r>
              <a:rPr sz="3200" spc="-19" dirty="0" smtClean="0">
                <a:latin typeface="Arial"/>
                <a:cs typeface="Arial"/>
              </a:rPr>
              <a:t>ã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4769998" y="4642103"/>
            <a:ext cx="1007363" cy="879347"/>
          </a:xfrm>
          <a:custGeom>
            <a:avLst/>
            <a:gdLst/>
            <a:ahLst/>
            <a:cxnLst/>
            <a:rect l="l" t="t" r="r" b="b"/>
            <a:pathLst>
              <a:path w="1007363" h="879347">
                <a:moveTo>
                  <a:pt x="0" y="0"/>
                </a:moveTo>
                <a:lnTo>
                  <a:pt x="0" y="879347"/>
                </a:lnTo>
                <a:lnTo>
                  <a:pt x="1007363" y="879347"/>
                </a:lnTo>
                <a:lnTo>
                  <a:pt x="10073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03961" y="5094728"/>
            <a:ext cx="294135" cy="0"/>
          </a:xfrm>
          <a:custGeom>
            <a:avLst/>
            <a:gdLst/>
            <a:ahLst/>
            <a:cxnLst/>
            <a:rect l="l" t="t" r="r" b="b"/>
            <a:pathLst>
              <a:path w="294135">
                <a:moveTo>
                  <a:pt x="0" y="0"/>
                </a:moveTo>
                <a:lnTo>
                  <a:pt x="294135" y="0"/>
                </a:lnTo>
              </a:path>
            </a:pathLst>
          </a:custGeom>
          <a:ln w="1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0017" y="1034143"/>
            <a:ext cx="47293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  <a:tabLst>
                <a:tab pos="2857500" algn="l"/>
              </a:tabLst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Def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ini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ção </a:t>
            </a:r>
            <a:r>
              <a:rPr sz="3600" spc="14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	</a:t>
            </a:r>
            <a:r>
              <a:rPr sz="3600" spc="-82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8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-9" dirty="0" smtClean="0">
                <a:solidFill>
                  <a:srgbClr val="00CC65"/>
                </a:solidFill>
                <a:latin typeface="Arial"/>
                <a:cs typeface="Arial"/>
              </a:rPr>
              <a:t>ã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085" y="1852135"/>
            <a:ext cx="37068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07717" y="1852135"/>
            <a:ext cx="154456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es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07370" y="1852135"/>
            <a:ext cx="120318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9" dirty="0" smtClean="0">
                <a:latin typeface="Arial"/>
                <a:cs typeface="Arial"/>
              </a:rPr>
              <a:t>m</a:t>
            </a:r>
            <a:r>
              <a:rPr sz="3200" spc="-4" dirty="0" smtClean="0">
                <a:latin typeface="Arial"/>
                <a:cs typeface="Arial"/>
              </a:rPr>
              <a:t>édi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65642" y="1852135"/>
            <a:ext cx="161142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apli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ad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30630" y="1852135"/>
            <a:ext cx="111638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ob</a:t>
            </a:r>
            <a:r>
              <a:rPr sz="3200" spc="0" dirty="0" smtClean="0">
                <a:latin typeface="Arial"/>
                <a:cs typeface="Arial"/>
              </a:rPr>
              <a:t>re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99053" y="1852135"/>
            <a:ext cx="88937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um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8384" y="1934988"/>
            <a:ext cx="31150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0"/>
              </a:lnSpc>
              <a:spcBef>
                <a:spcPts val="127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1284" y="2243803"/>
            <a:ext cx="379135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1993900" algn="l"/>
                <a:tab pos="3136900" algn="l"/>
              </a:tabLst>
            </a:pP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upe</a:t>
            </a:r>
            <a:r>
              <a:rPr sz="3200" spc="0" dirty="0" smtClean="0">
                <a:latin typeface="Arial"/>
                <a:cs typeface="Arial"/>
              </a:rPr>
              <a:t>rf</a:t>
            </a:r>
            <a:r>
              <a:rPr sz="3200" spc="-14" dirty="0" smtClean="0">
                <a:latin typeface="Arial"/>
                <a:cs typeface="Arial"/>
              </a:rPr>
              <a:t>í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14" dirty="0" smtClean="0">
                <a:latin typeface="Arial"/>
                <a:cs typeface="Arial"/>
              </a:rPr>
              <a:t>i</a:t>
            </a:r>
            <a:r>
              <a:rPr sz="3200" spc="0" dirty="0" smtClean="0">
                <a:latin typeface="Arial"/>
                <a:cs typeface="Arial"/>
              </a:rPr>
              <a:t>e	</a:t>
            </a:r>
            <a:r>
              <a:rPr sz="3200" spc="-4" dirty="0" smtClean="0">
                <a:latin typeface="Arial"/>
                <a:cs typeface="Arial"/>
              </a:rPr>
              <a:t>pod</a:t>
            </a:r>
            <a:r>
              <a:rPr sz="3200" spc="0" dirty="0" smtClean="0">
                <a:latin typeface="Arial"/>
                <a:cs typeface="Arial"/>
              </a:rPr>
              <a:t>e	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06800" y="2243803"/>
            <a:ext cx="408297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1663700" algn="l"/>
                <a:tab pos="2654300" algn="l"/>
              </a:tabLst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f</a:t>
            </a:r>
            <a:r>
              <a:rPr sz="3200" spc="-4" dirty="0" smtClean="0">
                <a:latin typeface="Arial"/>
                <a:cs typeface="Arial"/>
              </a:rPr>
              <a:t>inid</a:t>
            </a:r>
            <a:r>
              <a:rPr sz="3200" spc="0" dirty="0" smtClean="0">
                <a:latin typeface="Arial"/>
                <a:cs typeface="Arial"/>
              </a:rPr>
              <a:t>a	</a:t>
            </a:r>
            <a:r>
              <a:rPr sz="3200" spc="-4" dirty="0" smtClean="0">
                <a:latin typeface="Arial"/>
                <a:cs typeface="Arial"/>
              </a:rPr>
              <a:t>pel</a:t>
            </a:r>
            <a:r>
              <a:rPr sz="3200" spc="0" dirty="0" smtClean="0">
                <a:latin typeface="Arial"/>
                <a:cs typeface="Arial"/>
              </a:rPr>
              <a:t>a	r</a:t>
            </a:r>
            <a:r>
              <a:rPr sz="3200" spc="-4" dirty="0" smtClean="0">
                <a:latin typeface="Arial"/>
                <a:cs typeface="Arial"/>
              </a:rPr>
              <a:t>ela</a:t>
            </a:r>
            <a:r>
              <a:rPr sz="3200" spc="4" dirty="0" smtClean="0">
                <a:latin typeface="Arial"/>
                <a:cs typeface="Arial"/>
              </a:rPr>
              <a:t>ç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284" y="2633947"/>
            <a:ext cx="8010410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1219200" algn="l"/>
                <a:tab pos="1727200" algn="l"/>
                <a:tab pos="2921000" algn="l"/>
                <a:tab pos="4711700" algn="l"/>
                <a:tab pos="5232400" algn="l"/>
                <a:tab pos="5740400" algn="l"/>
                <a:tab pos="6832600" algn="l"/>
              </a:tabLst>
            </a:pPr>
            <a:r>
              <a:rPr sz="3200" spc="-4" dirty="0" smtClean="0">
                <a:latin typeface="Arial"/>
                <a:cs typeface="Arial"/>
              </a:rPr>
              <a:t>en</a:t>
            </a:r>
            <a:r>
              <a:rPr sz="3200" spc="0" dirty="0" smtClean="0">
                <a:latin typeface="Arial"/>
                <a:cs typeface="Arial"/>
              </a:rPr>
              <a:t>tre	a	f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4" dirty="0" smtClean="0">
                <a:latin typeface="Arial"/>
                <a:cs typeface="Arial"/>
              </a:rPr>
              <a:t>ç</a:t>
            </a:r>
            <a:r>
              <a:rPr sz="3200" spc="0" dirty="0" smtClean="0">
                <a:latin typeface="Arial"/>
                <a:cs typeface="Arial"/>
              </a:rPr>
              <a:t>a	</a:t>
            </a:r>
            <a:r>
              <a:rPr sz="3200" spc="-4" dirty="0" smtClean="0">
                <a:latin typeface="Arial"/>
                <a:cs typeface="Arial"/>
              </a:rPr>
              <a:t>apli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ad</a:t>
            </a:r>
            <a:r>
              <a:rPr sz="3200" spc="0" dirty="0" smtClean="0">
                <a:latin typeface="Arial"/>
                <a:cs typeface="Arial"/>
              </a:rPr>
              <a:t>a	e	a	</a:t>
            </a:r>
            <a:r>
              <a:rPr sz="3200" spc="-19" dirty="0" smtClean="0">
                <a:latin typeface="Arial"/>
                <a:cs typeface="Arial"/>
              </a:rPr>
              <a:t>á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a	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4" dirty="0" smtClean="0">
                <a:latin typeface="Arial"/>
                <a:cs typeface="Arial"/>
              </a:rPr>
              <a:t>s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1284" y="3024091"/>
            <a:ext cx="1854941" cy="12141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just">
              <a:lnSpc>
                <a:spcPts val="3679"/>
              </a:lnSpc>
              <a:spcBef>
                <a:spcPts val="185"/>
              </a:spcBef>
            </a:pP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upe</a:t>
            </a:r>
            <a:r>
              <a:rPr sz="3200" spc="0" dirty="0" smtClean="0">
                <a:latin typeface="Arial"/>
                <a:cs typeface="Arial"/>
              </a:rPr>
              <a:t>rf</a:t>
            </a:r>
            <a:r>
              <a:rPr sz="3200" spc="-14" dirty="0" smtClean="0">
                <a:latin typeface="Arial"/>
                <a:cs typeface="Arial"/>
              </a:rPr>
              <a:t>í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14" dirty="0" smtClean="0">
                <a:latin typeface="Arial"/>
                <a:cs typeface="Arial"/>
              </a:rPr>
              <a:t>i</a:t>
            </a:r>
            <a:r>
              <a:rPr sz="3200" spc="0" dirty="0" smtClean="0">
                <a:latin typeface="Arial"/>
                <a:cs typeface="Arial"/>
              </a:rPr>
              <a:t>e </a:t>
            </a:r>
            <a:endParaRPr sz="3200">
              <a:latin typeface="Arial"/>
              <a:cs typeface="Arial"/>
            </a:endParaRPr>
          </a:p>
          <a:p>
            <a:pPr marL="12700" algn="just">
              <a:lnSpc>
                <a:spcPts val="3076"/>
              </a:lnSpc>
            </a:pP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al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ula</a:t>
            </a:r>
            <a:r>
              <a:rPr sz="3200" spc="-19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a </a:t>
            </a:r>
            <a:endParaRPr sz="3200">
              <a:latin typeface="Arial"/>
              <a:cs typeface="Arial"/>
            </a:endParaRPr>
          </a:p>
          <a:p>
            <a:pPr marL="12700" algn="just">
              <a:lnSpc>
                <a:spcPts val="3076"/>
              </a:lnSpc>
            </a:pP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egui</a:t>
            </a:r>
            <a:r>
              <a:rPr sz="3200" spc="0" dirty="0" smtClean="0">
                <a:latin typeface="Arial"/>
                <a:cs typeface="Arial"/>
              </a:rPr>
              <a:t>r.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755908" y="3024091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97516" y="3024091"/>
            <a:ext cx="1002030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pod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715590" y="3024091"/>
            <a:ext cx="66289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68954" y="3024091"/>
            <a:ext cx="2918447" cy="8224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26567">
              <a:lnSpc>
                <a:spcPts val="3070"/>
              </a:lnSpc>
              <a:spcBef>
                <a:spcPts val="393"/>
              </a:spcBef>
              <a:tabLst>
                <a:tab pos="749300" algn="l"/>
                <a:tab pos="2603500" algn="l"/>
              </a:tabLst>
            </a:pPr>
            <a:r>
              <a:rPr sz="3200" spc="-4" dirty="0" smtClean="0">
                <a:latin typeface="Arial"/>
                <a:cs typeface="Arial"/>
              </a:rPr>
              <a:t>nu</a:t>
            </a:r>
            <a:r>
              <a:rPr sz="3200" spc="-19" dirty="0" smtClean="0">
                <a:latin typeface="Arial"/>
                <a:cs typeface="Arial"/>
              </a:rPr>
              <a:t>m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am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4" dirty="0" smtClean="0">
                <a:latin typeface="Arial"/>
                <a:cs typeface="Arial"/>
              </a:rPr>
              <a:t>n</a:t>
            </a:r>
            <a:r>
              <a:rPr sz="3200" spc="0" dirty="0" smtClean="0">
                <a:latin typeface="Arial"/>
                <a:cs typeface="Arial"/>
              </a:rPr>
              <a:t>te 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a	</a:t>
            </a:r>
            <a:r>
              <a:rPr sz="3200" spc="-4" dirty="0" smtClean="0">
                <a:latin typeface="Arial"/>
                <a:cs typeface="Arial"/>
              </a:rPr>
              <a:t>equaçã</a:t>
            </a:r>
            <a:r>
              <a:rPr sz="3200" spc="0" dirty="0" smtClean="0">
                <a:latin typeface="Arial"/>
                <a:cs typeface="Arial"/>
              </a:rPr>
              <a:t>o	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92577" y="3414235"/>
            <a:ext cx="287920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1066800" algn="l"/>
              </a:tabLst>
            </a:pPr>
            <a:r>
              <a:rPr sz="3200" spc="-4" dirty="0" smtClean="0">
                <a:latin typeface="Arial"/>
                <a:cs typeface="Arial"/>
              </a:rPr>
              <a:t>pel</a:t>
            </a:r>
            <a:r>
              <a:rPr sz="3200" spc="0" dirty="0" smtClean="0">
                <a:latin typeface="Arial"/>
                <a:cs typeface="Arial"/>
              </a:rPr>
              <a:t>a	</a:t>
            </a:r>
            <a:r>
              <a:rPr sz="3200" spc="-4" dirty="0" smtClean="0">
                <a:latin typeface="Arial"/>
                <a:cs typeface="Arial"/>
              </a:rPr>
              <a:t>apli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4" dirty="0" smtClean="0">
                <a:latin typeface="Arial"/>
                <a:cs typeface="Arial"/>
              </a:rPr>
              <a:t>ç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55295" y="5161696"/>
            <a:ext cx="297199" cy="365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30"/>
              </a:lnSpc>
              <a:spcBef>
                <a:spcPts val="141"/>
              </a:spcBef>
            </a:pPr>
            <a:r>
              <a:rPr sz="2650" spc="0" dirty="0" smtClean="0">
                <a:latin typeface="Times New Roman"/>
                <a:cs typeface="Times New Roman"/>
              </a:rPr>
              <a:t>A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69997" y="4642103"/>
            <a:ext cx="1020063" cy="8793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62492">
              <a:lnSpc>
                <a:spcPts val="5543"/>
              </a:lnSpc>
              <a:spcBef>
                <a:spcPts val="70"/>
              </a:spcBef>
            </a:pPr>
            <a:r>
              <a:rPr sz="2650" spc="0" dirty="0" smtClean="0">
                <a:latin typeface="Times New Roman"/>
                <a:cs typeface="Times New Roman"/>
              </a:rPr>
              <a:t>P</a:t>
            </a:r>
            <a:r>
              <a:rPr sz="2650" spc="201" dirty="0" smtClean="0">
                <a:latin typeface="Times New Roman"/>
                <a:cs typeface="Times New Roman"/>
              </a:rPr>
              <a:t> </a:t>
            </a:r>
            <a:r>
              <a:rPr sz="2650" spc="-660" dirty="0" smtClean="0">
                <a:latin typeface="Meiryo"/>
                <a:cs typeface="Meiryo"/>
              </a:rPr>
              <a:t>=</a:t>
            </a:r>
            <a:r>
              <a:rPr sz="2650" spc="64" dirty="0" smtClean="0">
                <a:latin typeface="Meiryo"/>
                <a:cs typeface="Meiryo"/>
              </a:rPr>
              <a:t> </a:t>
            </a:r>
            <a:r>
              <a:rPr sz="3975" spc="162" baseline="37192" dirty="0" smtClean="0">
                <a:latin typeface="Times New Roman"/>
                <a:cs typeface="Times New Roman"/>
              </a:rPr>
              <a:t>F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03961" y="4955028"/>
            <a:ext cx="29413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80307"/>
            <a:ext cx="780412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Un</a:t>
            </a:r>
            <a:r>
              <a:rPr sz="2800" spc="1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14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52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2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res</a:t>
            </a:r>
            <a:r>
              <a:rPr sz="2800" spc="14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ã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54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9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28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iste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54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2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50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152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5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158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5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155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92163"/>
            <a:ext cx="7987201" cy="8895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omo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f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rç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apli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ada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ada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w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ons</a:t>
            </a:r>
            <a:r>
              <a:rPr sz="2000" spc="8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[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]</a:t>
            </a:r>
            <a:r>
              <a:rPr sz="2000" spc="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á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ea</a:t>
            </a:r>
            <a:r>
              <a:rPr sz="2000" spc="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ao</a:t>
            </a:r>
            <a:endParaRPr sz="2000">
              <a:latin typeface="Arial"/>
              <a:cs typeface="Arial"/>
            </a:endParaRPr>
          </a:p>
          <a:p>
            <a:pPr marL="12700" marR="8590" indent="0">
              <a:lnSpc>
                <a:spcPct val="100041"/>
              </a:lnSpc>
              <a:tabLst>
                <a:tab pos="698500" algn="l"/>
                <a:tab pos="1930400" algn="l"/>
                <a:tab pos="2984500" algn="l"/>
                <a:tab pos="3263900" algn="l"/>
                <a:tab pos="4305300" algn="l"/>
                <a:tab pos="5168900" algn="l"/>
                <a:tab pos="5588000" algn="l"/>
                <a:tab pos="6629400" algn="l"/>
                <a:tab pos="7035800" algn="l"/>
              </a:tabLst>
            </a:pPr>
            <a:r>
              <a:rPr sz="2000" spc="0" dirty="0" smtClean="0">
                <a:latin typeface="Arial"/>
                <a:cs typeface="Arial"/>
              </a:rPr>
              <a:t>qua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13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[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²</a:t>
            </a:r>
            <a:r>
              <a:rPr sz="2000" spc="-4" dirty="0" smtClean="0">
                <a:latin typeface="Arial"/>
                <a:cs typeface="Arial"/>
              </a:rPr>
              <a:t>]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13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3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ul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dime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io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al</a:t>
            </a:r>
            <a:r>
              <a:rPr sz="2000" spc="15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á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qu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 du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	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nida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,	p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	a	unid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de	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á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	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	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	no	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ema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744101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2606563"/>
            <a:ext cx="1517847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in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io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al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</a:pPr>
            <a:r>
              <a:rPr sz="2000" spc="0" dirty="0" smtClean="0">
                <a:latin typeface="Arial"/>
                <a:cs typeface="Arial"/>
              </a:rPr>
              <a:t>qua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)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23840" y="2606563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08436" y="2606563"/>
            <a:ext cx="110857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unida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42639" y="2606563"/>
            <a:ext cx="48420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(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52321" y="2606563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é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93657" y="2606563"/>
            <a:ext cx="6258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/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²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644983" y="2606563"/>
            <a:ext cx="102244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(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w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792434" y="2606563"/>
            <a:ext cx="44446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por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59324" y="2606563"/>
            <a:ext cx="72608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me</a:t>
            </a:r>
            <a:r>
              <a:rPr sz="2000" spc="-9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207362" y="2606563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1162" y="3275599"/>
            <a:ext cx="1997907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9625">
              <a:lnSpc>
                <a:spcPts val="2150"/>
              </a:lnSpc>
              <a:spcBef>
                <a:spcPts val="107"/>
              </a:spcBef>
              <a:tabLst>
                <a:tab pos="317500" algn="l"/>
                <a:tab pos="1371600" algn="l"/>
              </a:tabLst>
            </a:pPr>
            <a:r>
              <a:rPr sz="2000" spc="0" dirty="0" smtClean="0">
                <a:latin typeface="Arial"/>
                <a:cs typeface="Arial"/>
              </a:rPr>
              <a:t>A	unidade	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/</a:t>
            </a:r>
            <a:r>
              <a:rPr sz="2000" spc="0" dirty="0" smtClean="0">
                <a:latin typeface="Arial"/>
                <a:cs typeface="Arial"/>
              </a:rPr>
              <a:t>m²</a:t>
            </a:r>
            <a:endParaRPr sz="2000">
              <a:latin typeface="Arial"/>
              <a:cs typeface="Arial"/>
            </a:endParaRPr>
          </a:p>
          <a:p>
            <a:pPr marL="12827">
              <a:lnSpc>
                <a:spcPct val="95825"/>
              </a:lnSpc>
            </a:pPr>
            <a:r>
              <a:rPr sz="2000" spc="0" dirty="0" smtClean="0">
                <a:latin typeface="Arial"/>
                <a:cs typeface="Arial"/>
              </a:rPr>
              <a:t>po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345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ui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17203" y="3275599"/>
            <a:ext cx="1305955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9412" marR="15248">
              <a:lnSpc>
                <a:spcPts val="2150"/>
              </a:lnSpc>
              <a:spcBef>
                <a:spcPts val="107"/>
              </a:spcBef>
              <a:tabLst>
                <a:tab pos="1079500" algn="l"/>
              </a:tabLst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mb</a:t>
            </a:r>
            <a:r>
              <a:rPr sz="2000" spc="-9" dirty="0" smtClean="0">
                <a:latin typeface="Arial"/>
                <a:cs typeface="Arial"/>
              </a:rPr>
              <a:t>é</a:t>
            </a:r>
            <a:r>
              <a:rPr sz="2000" spc="0" dirty="0" smtClean="0">
                <a:latin typeface="Arial"/>
                <a:cs typeface="Arial"/>
              </a:rPr>
              <a:t>m	é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mum</a:t>
            </a:r>
            <a:r>
              <a:rPr sz="2000" spc="3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961293" y="3275599"/>
            <a:ext cx="4606454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4840" marR="42">
              <a:lnSpc>
                <a:spcPts val="2150"/>
              </a:lnSpc>
              <a:spcBef>
                <a:spcPts val="107"/>
              </a:spcBef>
              <a:tabLst>
                <a:tab pos="1473200" algn="l"/>
                <a:tab pos="2654300" algn="l"/>
                <a:tab pos="3086100" algn="l"/>
                <a:tab pos="3987800" algn="l"/>
              </a:tabLst>
            </a:pP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ual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	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ha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ada	de	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al	</a:t>
            </a:r>
            <a:r>
              <a:rPr sz="2000" spc="-9" dirty="0" smtClean="0">
                <a:latin typeface="Arial"/>
                <a:cs typeface="Arial"/>
              </a:rPr>
              <a:t>(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)</a:t>
            </a:r>
            <a:r>
              <a:rPr sz="2000" spc="0" dirty="0" smtClean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sz="2000" spc="0" dirty="0" smtClean="0">
                <a:latin typeface="Arial"/>
                <a:cs typeface="Arial"/>
              </a:rPr>
              <a:t>ind</a:t>
            </a:r>
            <a:r>
              <a:rPr sz="2000" spc="-9" dirty="0" smtClean="0">
                <a:latin typeface="Arial"/>
                <a:cs typeface="Arial"/>
              </a:rPr>
              <a:t>ú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ia</a:t>
            </a:r>
            <a:r>
              <a:rPr sz="2000" spc="34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ili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3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idade</a:t>
            </a:r>
            <a:r>
              <a:rPr sz="2000" spc="34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4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38384" y="3327536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81289" y="3885198"/>
            <a:ext cx="4632406" cy="168046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59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úl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iplos</a:t>
            </a:r>
            <a:r>
              <a:rPr sz="2000" spc="75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k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(</a:t>
            </a:r>
            <a:r>
              <a:rPr sz="2000" spc="0" dirty="0" smtClean="0">
                <a:latin typeface="Arial"/>
                <a:cs typeface="Arial"/>
              </a:rPr>
              <a:t>quilo</a:t>
            </a:r>
            <a:r>
              <a:rPr sz="2000" spc="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l</a:t>
            </a:r>
            <a:r>
              <a:rPr sz="2000" spc="0" dirty="0" smtClean="0">
                <a:latin typeface="Arial"/>
                <a:cs typeface="Arial"/>
              </a:rPr>
              <a:t>)</a:t>
            </a:r>
            <a:r>
              <a:rPr sz="2000" spc="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1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</a:pPr>
            <a:r>
              <a:rPr sz="2000" spc="0" dirty="0" smtClean="0">
                <a:latin typeface="Arial"/>
                <a:cs typeface="Arial"/>
              </a:rPr>
              <a:t>as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uin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el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õ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apli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á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ei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  <a:spcBef>
                <a:spcPts val="580"/>
              </a:spcBef>
            </a:pPr>
            <a:r>
              <a:rPr sz="2000" spc="0" dirty="0" smtClean="0">
                <a:latin typeface="Arial"/>
                <a:cs typeface="Arial"/>
              </a:rPr>
              <a:t>1</a:t>
            </a: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/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²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=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1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  <a:spcBef>
                <a:spcPts val="568"/>
              </a:spcBef>
            </a:pPr>
            <a:r>
              <a:rPr sz="2000" spc="0" dirty="0" smtClean="0">
                <a:latin typeface="Arial"/>
                <a:cs typeface="Arial"/>
              </a:rPr>
              <a:t>1</a:t>
            </a:r>
            <a:r>
              <a:rPr sz="2000" spc="4" dirty="0" smtClean="0">
                <a:latin typeface="Arial"/>
                <a:cs typeface="Arial"/>
              </a:rPr>
              <a:t>k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=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100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 =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1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4" dirty="0" smtClean="0">
                <a:latin typeface="Arial"/>
                <a:cs typeface="Arial"/>
              </a:rPr>
              <a:t>³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  <a:spcBef>
                <a:spcPts val="580"/>
              </a:spcBef>
            </a:pPr>
            <a:r>
              <a:rPr sz="2000" spc="0" dirty="0" smtClean="0">
                <a:latin typeface="Arial"/>
                <a:cs typeface="Arial"/>
              </a:rPr>
              <a:t>1M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= </a:t>
            </a:r>
            <a:r>
              <a:rPr sz="2000" spc="-9" dirty="0" smtClean="0">
                <a:latin typeface="Arial"/>
                <a:cs typeface="Arial"/>
              </a:rPr>
              <a:t>1</a:t>
            </a:r>
            <a:r>
              <a:rPr sz="2000" spc="0" dirty="0" smtClean="0">
                <a:latin typeface="Arial"/>
                <a:cs typeface="Arial"/>
              </a:rPr>
              <a:t>00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000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= </a:t>
            </a:r>
            <a:r>
              <a:rPr sz="2000" spc="-9" dirty="0" smtClean="0">
                <a:latin typeface="Arial"/>
                <a:cs typeface="Arial"/>
              </a:rPr>
              <a:t>1</a:t>
            </a:r>
            <a:r>
              <a:rPr sz="2000" spc="0" dirty="0" smtClean="0">
                <a:latin typeface="Arial"/>
                <a:cs typeface="Arial"/>
              </a:rPr>
              <a:t>0</a:t>
            </a:r>
            <a:r>
              <a:rPr sz="2000" spc="-9" dirty="0" smtClean="0">
                <a:latin typeface="Arial"/>
                <a:cs typeface="Arial"/>
              </a:rPr>
              <a:t>6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16736" y="3885198"/>
            <a:ext cx="79693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(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ega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15189" y="3885198"/>
            <a:ext cx="96677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al</a:t>
            </a:r>
            <a:r>
              <a:rPr sz="2000" spc="4" dirty="0" smtClean="0">
                <a:latin typeface="Arial"/>
                <a:cs typeface="Arial"/>
              </a:rPr>
              <a:t>)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985161" y="3885198"/>
            <a:ext cx="79693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85181" y="3885198"/>
            <a:ext cx="78241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odo,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38384" y="4607695"/>
            <a:ext cx="208978" cy="9458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06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155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80307"/>
            <a:ext cx="780412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lang="pt-BR" sz="2800" spc="-4" dirty="0" smtClean="0">
                <a:solidFill>
                  <a:srgbClr val="00CC65"/>
                </a:solidFill>
                <a:latin typeface="Arial"/>
                <a:cs typeface="Arial"/>
              </a:rPr>
              <a:t>Massa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5" name="Retângulo 34"/>
          <p:cNvSpPr/>
          <p:nvPr/>
        </p:nvSpPr>
        <p:spPr>
          <a:xfrm>
            <a:off x="1060420" y="1616412"/>
            <a:ext cx="835824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latin typeface="Arial"/>
                <a:cs typeface="Arial"/>
              </a:rPr>
              <a:t>A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é </a:t>
            </a:r>
            <a:r>
              <a:rPr lang="en-US" sz="2000" dirty="0" err="1" smtClean="0">
                <a:latin typeface="Arial"/>
                <a:cs typeface="Arial"/>
              </a:rPr>
              <a:t>uma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grandeza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física</a:t>
            </a:r>
            <a:r>
              <a:rPr lang="en-US" sz="2000" dirty="0" smtClean="0">
                <a:latin typeface="Arial"/>
                <a:cs typeface="Arial"/>
              </a:rPr>
              <a:t> fundamental. Segundo a </a:t>
            </a:r>
            <a:r>
              <a:rPr lang="en-US" sz="2000" dirty="0" err="1" smtClean="0">
                <a:latin typeface="Arial"/>
                <a:cs typeface="Arial"/>
              </a:rPr>
              <a:t>mecânica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newtoniana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ela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dá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medida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inércia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ou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resistência</a:t>
            </a:r>
            <a:r>
              <a:rPr lang="en-US" sz="2000" dirty="0" smtClean="0">
                <a:latin typeface="Arial"/>
                <a:cs typeface="Arial"/>
              </a:rPr>
              <a:t> de um </a:t>
            </a:r>
            <a:r>
              <a:rPr lang="en-US" sz="2000" dirty="0" err="1" smtClean="0">
                <a:latin typeface="Arial"/>
                <a:cs typeface="Arial"/>
              </a:rPr>
              <a:t>corpo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ter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seu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movimento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acelerado</a:t>
            </a:r>
            <a:r>
              <a:rPr lang="en-US" sz="2000" dirty="0" smtClean="0">
                <a:latin typeface="Arial"/>
                <a:cs typeface="Arial"/>
              </a:rPr>
              <a:t>. </a:t>
            </a:r>
            <a:r>
              <a:rPr lang="en-US" sz="2000" dirty="0" err="1" smtClean="0">
                <a:latin typeface="Arial"/>
                <a:cs typeface="Arial"/>
              </a:rPr>
              <a:t>Ela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também</a:t>
            </a:r>
            <a:r>
              <a:rPr lang="en-US" sz="2000" dirty="0" smtClean="0">
                <a:latin typeface="Arial"/>
                <a:cs typeface="Arial"/>
              </a:rPr>
              <a:t> é a </a:t>
            </a:r>
            <a:r>
              <a:rPr lang="en-US" sz="2000" dirty="0" err="1" smtClean="0">
                <a:latin typeface="Arial"/>
                <a:cs typeface="Arial"/>
              </a:rPr>
              <a:t>origem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força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gravitacional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atuante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sobre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os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corpos</a:t>
            </a:r>
            <a:r>
              <a:rPr lang="en-US" sz="2000" dirty="0" smtClean="0">
                <a:latin typeface="Arial"/>
                <a:cs typeface="Arial"/>
              </a:rPr>
              <a:t> no </a:t>
            </a:r>
            <a:r>
              <a:rPr lang="en-US" sz="2000" dirty="0" err="1" smtClean="0">
                <a:latin typeface="Arial"/>
                <a:cs typeface="Arial"/>
              </a:rPr>
              <a:t>Universo</a:t>
            </a:r>
            <a:r>
              <a:rPr lang="en-US" sz="2000" dirty="0" smtClean="0">
                <a:latin typeface="Arial"/>
                <a:cs typeface="Arial"/>
              </a:rPr>
              <a:t>.</a:t>
            </a:r>
            <a:endParaRPr lang="pt-BR" sz="2000" dirty="0" smtClean="0">
              <a:latin typeface="Arial"/>
              <a:cs typeface="Arial"/>
            </a:endParaRPr>
          </a:p>
          <a:p>
            <a:pPr algn="just"/>
            <a:r>
              <a:rPr lang="en-US" sz="2000" dirty="0" smtClean="0">
                <a:latin typeface="Arial"/>
                <a:cs typeface="Arial"/>
              </a:rPr>
              <a:t> </a:t>
            </a:r>
            <a:endParaRPr lang="pt-BR" sz="2000" dirty="0" smtClean="0">
              <a:latin typeface="Arial"/>
              <a:cs typeface="Arial"/>
            </a:endParaRPr>
          </a:p>
          <a:p>
            <a:pPr algn="just"/>
            <a:r>
              <a:rPr lang="en-US" sz="2000" dirty="0" err="1" smtClean="0">
                <a:latin typeface="Arial"/>
                <a:cs typeface="Arial"/>
              </a:rPr>
              <a:t>Mais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recentemente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dentro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física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moderna</a:t>
            </a:r>
            <a:r>
              <a:rPr lang="en-US" sz="2000" dirty="0" smtClean="0">
                <a:latin typeface="Arial"/>
                <a:cs typeface="Arial"/>
              </a:rPr>
              <a:t>, a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aparece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relacionada</a:t>
            </a:r>
            <a:r>
              <a:rPr lang="en-US" sz="2000" dirty="0" smtClean="0">
                <a:latin typeface="Arial"/>
                <a:cs typeface="Arial"/>
              </a:rPr>
              <a:t> com a </a:t>
            </a:r>
            <a:r>
              <a:rPr lang="en-US" sz="2000" dirty="0" err="1" smtClean="0">
                <a:latin typeface="Arial"/>
                <a:cs typeface="Arial"/>
              </a:rPr>
              <a:t>energia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relação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formulada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por</a:t>
            </a:r>
            <a:r>
              <a:rPr lang="en-US" sz="2000" dirty="0" smtClean="0">
                <a:latin typeface="Arial"/>
                <a:cs typeface="Arial"/>
              </a:rPr>
              <a:t> Einstein </a:t>
            </a:r>
            <a:r>
              <a:rPr lang="en-US" sz="2000" dirty="0" err="1" smtClean="0">
                <a:latin typeface="Arial"/>
                <a:cs typeface="Arial"/>
              </a:rPr>
              <a:t>através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equação</a:t>
            </a:r>
            <a:r>
              <a:rPr lang="en-US" sz="2000" dirty="0" smtClean="0">
                <a:latin typeface="Arial"/>
                <a:cs typeface="Arial"/>
              </a:rPr>
              <a:t> E = mc2.</a:t>
            </a:r>
            <a:endParaRPr lang="pt-BR" sz="2000" dirty="0" smtClean="0">
              <a:latin typeface="Arial"/>
              <a:cs typeface="Arial"/>
            </a:endParaRPr>
          </a:p>
          <a:p>
            <a:pPr algn="just"/>
            <a:r>
              <a:rPr lang="en-US" sz="2000" dirty="0" smtClean="0">
                <a:latin typeface="Arial"/>
                <a:cs typeface="Arial"/>
              </a:rPr>
              <a:t> </a:t>
            </a:r>
            <a:endParaRPr lang="pt-BR" sz="2000" dirty="0" smtClean="0">
              <a:latin typeface="Arial"/>
              <a:cs typeface="Arial"/>
            </a:endParaRPr>
          </a:p>
          <a:p>
            <a:pPr algn="just"/>
            <a:r>
              <a:rPr lang="en-US" sz="2000" dirty="0" smtClean="0">
                <a:latin typeface="Arial"/>
                <a:cs typeface="Arial"/>
              </a:rPr>
              <a:t>A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inercial</a:t>
            </a:r>
            <a:r>
              <a:rPr lang="en-US" sz="2000" dirty="0" smtClean="0">
                <a:latin typeface="Arial"/>
                <a:cs typeface="Arial"/>
              </a:rPr>
              <a:t> de um </a:t>
            </a:r>
            <a:r>
              <a:rPr lang="en-US" sz="2000" dirty="0" err="1" smtClean="0">
                <a:latin typeface="Arial"/>
                <a:cs typeface="Arial"/>
              </a:rPr>
              <a:t>corpo</a:t>
            </a:r>
            <a:r>
              <a:rPr lang="en-US" sz="2000" dirty="0" smtClean="0">
                <a:latin typeface="Arial"/>
                <a:cs typeface="Arial"/>
              </a:rPr>
              <a:t> é </a:t>
            </a:r>
            <a:r>
              <a:rPr lang="en-US" sz="2000" dirty="0" err="1" smtClean="0">
                <a:latin typeface="Arial"/>
                <a:cs typeface="Arial"/>
              </a:rPr>
              <a:t>definida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pela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Segunda</a:t>
            </a:r>
            <a:r>
              <a:rPr lang="en-US" sz="2000" dirty="0" smtClean="0">
                <a:latin typeface="Arial"/>
                <a:cs typeface="Arial"/>
              </a:rPr>
              <a:t> Lei de Newton </a:t>
            </a:r>
            <a:r>
              <a:rPr lang="en-US" sz="2000" dirty="0" err="1" smtClean="0">
                <a:latin typeface="Arial"/>
                <a:cs typeface="Arial"/>
              </a:rPr>
              <a:t>como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uma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constante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proporcionalidade</a:t>
            </a:r>
            <a:r>
              <a:rPr lang="en-US" sz="2000" dirty="0" smtClean="0">
                <a:latin typeface="Arial"/>
                <a:cs typeface="Arial"/>
              </a:rPr>
              <a:t> entre a </a:t>
            </a:r>
            <a:r>
              <a:rPr lang="en-US" sz="2000" dirty="0" err="1" smtClean="0">
                <a:latin typeface="Arial"/>
                <a:cs typeface="Arial"/>
              </a:rPr>
              <a:t>força</a:t>
            </a:r>
            <a:r>
              <a:rPr lang="en-US" sz="2000" dirty="0" smtClean="0">
                <a:latin typeface="Arial"/>
                <a:cs typeface="Arial"/>
              </a:rPr>
              <a:t> (F) </a:t>
            </a:r>
            <a:r>
              <a:rPr lang="en-US" sz="2000" dirty="0" err="1" smtClean="0">
                <a:latin typeface="Arial"/>
                <a:cs typeface="Arial"/>
              </a:rPr>
              <a:t>aplicada</a:t>
            </a:r>
            <a:r>
              <a:rPr lang="en-US" sz="2000" dirty="0" smtClean="0">
                <a:latin typeface="Arial"/>
                <a:cs typeface="Arial"/>
              </a:rPr>
              <a:t> e a </a:t>
            </a:r>
            <a:r>
              <a:rPr lang="en-US" sz="2000" dirty="0" err="1" smtClean="0">
                <a:latin typeface="Arial"/>
                <a:cs typeface="Arial"/>
              </a:rPr>
              <a:t>aceleração</a:t>
            </a:r>
            <a:r>
              <a:rPr lang="en-US" sz="2000" dirty="0" smtClean="0">
                <a:latin typeface="Arial"/>
                <a:cs typeface="Arial"/>
              </a:rPr>
              <a:t> (a) </a:t>
            </a:r>
            <a:r>
              <a:rPr lang="en-US" sz="2000" dirty="0" err="1" smtClean="0">
                <a:latin typeface="Arial"/>
                <a:cs typeface="Arial"/>
              </a:rPr>
              <a:t>causada</a:t>
            </a:r>
            <a:r>
              <a:rPr lang="en-US" sz="2000" dirty="0" smtClean="0">
                <a:latin typeface="Arial"/>
                <a:cs typeface="Arial"/>
              </a:rPr>
              <a:t>: </a:t>
            </a:r>
            <a:endParaRPr lang="pt-BR" sz="2000" dirty="0" smtClean="0"/>
          </a:p>
          <a:p>
            <a:pPr algn="just"/>
            <a:endParaRPr lang="pt-BR" sz="2000" dirty="0" smtClean="0"/>
          </a:p>
          <a:p>
            <a:pPr algn="just"/>
            <a:endParaRPr lang="pt-BR" sz="2000" dirty="0" smtClean="0"/>
          </a:p>
          <a:p>
            <a:pPr algn="just"/>
            <a:endParaRPr lang="pt-BR" sz="2000" dirty="0" smtClean="0"/>
          </a:p>
          <a:p>
            <a:pPr algn="just"/>
            <a:endParaRPr lang="pt-BR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2897" y="5783280"/>
            <a:ext cx="2852563" cy="852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80307"/>
            <a:ext cx="780412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lang="pt-BR" sz="2800" spc="-4" dirty="0" smtClean="0">
                <a:solidFill>
                  <a:srgbClr val="00CC65"/>
                </a:solidFill>
                <a:latin typeface="Arial"/>
                <a:cs typeface="Arial"/>
              </a:rPr>
              <a:t>Massa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988982" y="2278052"/>
            <a:ext cx="8358246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err="1" smtClean="0">
                <a:latin typeface="Arial"/>
                <a:cs typeface="Arial"/>
              </a:rPr>
              <a:t>Considerando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força</a:t>
            </a:r>
            <a:r>
              <a:rPr lang="en-US" sz="2000" dirty="0" smtClean="0">
                <a:latin typeface="Arial"/>
                <a:cs typeface="Arial"/>
              </a:rPr>
              <a:t> e a </a:t>
            </a:r>
            <a:r>
              <a:rPr lang="en-US" sz="2000" dirty="0" err="1" smtClean="0">
                <a:latin typeface="Arial"/>
                <a:cs typeface="Arial"/>
              </a:rPr>
              <a:t>aceleração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são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grandezas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vetoriais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isso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implica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dizer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é </a:t>
            </a:r>
            <a:r>
              <a:rPr lang="en-US" sz="2000" dirty="0" err="1" smtClean="0">
                <a:latin typeface="Arial"/>
                <a:cs typeface="Arial"/>
              </a:rPr>
              <a:t>uma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grandeza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escalar</a:t>
            </a:r>
            <a:r>
              <a:rPr lang="en-US" sz="2000" dirty="0" smtClean="0">
                <a:latin typeface="Arial"/>
                <a:cs typeface="Arial"/>
              </a:rPr>
              <a:t>. </a:t>
            </a:r>
            <a:r>
              <a:rPr lang="en-US" sz="2000" dirty="0" err="1" smtClean="0">
                <a:latin typeface="Arial"/>
                <a:cs typeface="Arial"/>
              </a:rPr>
              <a:t>Então</a:t>
            </a:r>
            <a:r>
              <a:rPr lang="en-US" sz="2000" dirty="0" smtClean="0">
                <a:latin typeface="Arial"/>
                <a:cs typeface="Arial"/>
              </a:rPr>
              <a:t>, a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inercial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indica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tendência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aceleração</a:t>
            </a:r>
            <a:r>
              <a:rPr lang="en-US" sz="2000" dirty="0" smtClean="0">
                <a:latin typeface="Arial"/>
                <a:cs typeface="Arial"/>
              </a:rPr>
              <a:t> de um </a:t>
            </a:r>
            <a:r>
              <a:rPr lang="en-US" sz="2000" dirty="0" err="1" smtClean="0">
                <a:latin typeface="Arial"/>
                <a:cs typeface="Arial"/>
              </a:rPr>
              <a:t>corpo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para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uma</a:t>
            </a:r>
            <a:r>
              <a:rPr lang="en-US" sz="2000" dirty="0" smtClean="0">
                <a:latin typeface="Arial"/>
                <a:cs typeface="Arial"/>
              </a:rPr>
              <a:t> dada </a:t>
            </a:r>
            <a:r>
              <a:rPr lang="en-US" sz="2000" dirty="0" err="1" smtClean="0">
                <a:latin typeface="Arial"/>
                <a:cs typeface="Arial"/>
              </a:rPr>
              <a:t>força</a:t>
            </a:r>
            <a:r>
              <a:rPr lang="en-US" sz="2000" dirty="0" smtClean="0">
                <a:latin typeface="Arial"/>
                <a:cs typeface="Arial"/>
              </a:rPr>
              <a:t>. </a:t>
            </a:r>
          </a:p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endParaRPr lang="pt-BR" sz="2000" dirty="0" smtClean="0">
              <a:latin typeface="Arial"/>
              <a:cs typeface="Arial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err="1" smtClean="0">
                <a:latin typeface="Arial"/>
                <a:cs typeface="Arial"/>
              </a:rPr>
              <a:t>Chamamos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gravitacional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intensidade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força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atração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gravitacional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gerada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por</a:t>
            </a:r>
            <a:r>
              <a:rPr lang="en-US" sz="2000" dirty="0" smtClean="0">
                <a:latin typeface="Arial"/>
                <a:cs typeface="Arial"/>
              </a:rPr>
              <a:t> um </a:t>
            </a:r>
            <a:r>
              <a:rPr lang="en-US" sz="2000" dirty="0" err="1" smtClean="0">
                <a:latin typeface="Arial"/>
                <a:cs typeface="Arial"/>
              </a:rPr>
              <a:t>corpo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dotado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. </a:t>
            </a:r>
            <a:r>
              <a:rPr lang="en-US" sz="2000" dirty="0" err="1" smtClean="0">
                <a:latin typeface="Arial"/>
                <a:cs typeface="Arial"/>
              </a:rPr>
              <a:t>Nesse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momento</a:t>
            </a:r>
            <a:r>
              <a:rPr lang="en-US" sz="2000" dirty="0" smtClean="0">
                <a:latin typeface="Arial"/>
                <a:cs typeface="Arial"/>
              </a:rPr>
              <a:t>, é </a:t>
            </a:r>
            <a:r>
              <a:rPr lang="en-US" sz="2000" dirty="0" err="1" smtClean="0">
                <a:latin typeface="Arial"/>
                <a:cs typeface="Arial"/>
              </a:rPr>
              <a:t>bom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introduzirmos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relação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pode</a:t>
            </a:r>
            <a:r>
              <a:rPr lang="en-US" sz="2000" dirty="0" smtClean="0">
                <a:latin typeface="Arial"/>
                <a:cs typeface="Arial"/>
              </a:rPr>
              <a:t> ser </a:t>
            </a:r>
            <a:r>
              <a:rPr lang="en-US" sz="2000" dirty="0" err="1" smtClean="0">
                <a:latin typeface="Arial"/>
                <a:cs typeface="Arial"/>
              </a:rPr>
              <a:t>deduzida</a:t>
            </a:r>
            <a:r>
              <a:rPr lang="en-US" sz="2000" dirty="0" smtClean="0">
                <a:latin typeface="Arial"/>
                <a:cs typeface="Arial"/>
              </a:rPr>
              <a:t> de leis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Mecânica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notando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força</a:t>
            </a:r>
            <a:r>
              <a:rPr lang="en-US" sz="2000" dirty="0" smtClean="0">
                <a:latin typeface="Arial"/>
                <a:cs typeface="Arial"/>
              </a:rPr>
              <a:t> peso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conhecemos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depende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do </a:t>
            </a:r>
            <a:r>
              <a:rPr lang="en-US" sz="2000" dirty="0" err="1" smtClean="0">
                <a:latin typeface="Arial"/>
                <a:cs typeface="Arial"/>
              </a:rPr>
              <a:t>corpo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mas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não</a:t>
            </a:r>
            <a:r>
              <a:rPr lang="en-US" sz="2000" dirty="0" smtClean="0">
                <a:latin typeface="Arial"/>
                <a:cs typeface="Arial"/>
              </a:rPr>
              <a:t> é </a:t>
            </a:r>
            <a:r>
              <a:rPr lang="en-US" sz="2000" dirty="0" err="1" smtClean="0">
                <a:latin typeface="Arial"/>
                <a:cs typeface="Arial"/>
              </a:rPr>
              <a:t>equivalente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ela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conceitualmente</a:t>
            </a:r>
            <a:r>
              <a:rPr lang="en-US" sz="2000" dirty="0" smtClean="0">
                <a:latin typeface="Arial"/>
                <a:cs typeface="Arial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80307"/>
            <a:ext cx="780412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lang="pt-BR" sz="2800" spc="-4" dirty="0" smtClean="0">
                <a:solidFill>
                  <a:srgbClr val="00CC65"/>
                </a:solidFill>
                <a:latin typeface="Arial"/>
                <a:cs typeface="Arial"/>
              </a:rPr>
              <a:t>Peso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988982" y="1920862"/>
            <a:ext cx="8715436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Arial"/>
                <a:cs typeface="Arial"/>
              </a:rPr>
              <a:t>O peso é a </a:t>
            </a:r>
            <a:r>
              <a:rPr lang="en-US" sz="2000" dirty="0" err="1" smtClean="0">
                <a:latin typeface="Arial"/>
                <a:cs typeface="Arial"/>
              </a:rPr>
              <a:t>força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gravitacional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sofrida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por</a:t>
            </a:r>
            <a:r>
              <a:rPr lang="en-US" sz="2000" dirty="0" smtClean="0">
                <a:latin typeface="Arial"/>
                <a:cs typeface="Arial"/>
              </a:rPr>
              <a:t> um </a:t>
            </a:r>
            <a:r>
              <a:rPr lang="en-US" sz="2000" dirty="0" err="1" smtClean="0">
                <a:latin typeface="Arial"/>
                <a:cs typeface="Arial"/>
              </a:rPr>
              <a:t>corpo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na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vizinhança</a:t>
            </a:r>
            <a:r>
              <a:rPr lang="en-US" sz="2000" dirty="0" smtClean="0">
                <a:latin typeface="Arial"/>
                <a:cs typeface="Arial"/>
              </a:rPr>
              <a:t> de um </a:t>
            </a:r>
            <a:r>
              <a:rPr lang="en-US" sz="2000" dirty="0" err="1" smtClean="0">
                <a:latin typeface="Arial"/>
                <a:cs typeface="Arial"/>
              </a:rPr>
              <a:t>planeta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ou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outro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corpo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celeste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significativa</a:t>
            </a:r>
            <a:r>
              <a:rPr lang="en-US" sz="2000" dirty="0" smtClean="0">
                <a:latin typeface="Arial"/>
                <a:cs typeface="Arial"/>
              </a:rPr>
              <a:t>. </a:t>
            </a:r>
            <a:r>
              <a:rPr lang="en-US" sz="2000" dirty="0" err="1" smtClean="0">
                <a:latin typeface="Arial"/>
                <a:cs typeface="Arial"/>
              </a:rPr>
              <a:t>Enquanto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força</a:t>
            </a:r>
            <a:r>
              <a:rPr lang="en-US" sz="2000" dirty="0" smtClean="0">
                <a:latin typeface="Arial"/>
                <a:cs typeface="Arial"/>
              </a:rPr>
              <a:t>, o peso é </a:t>
            </a:r>
            <a:r>
              <a:rPr lang="en-US" sz="2000" dirty="0" err="1" smtClean="0">
                <a:latin typeface="Arial"/>
                <a:cs typeface="Arial"/>
              </a:rPr>
              <a:t>uma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grandeza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vetorial</a:t>
            </a:r>
            <a:r>
              <a:rPr lang="en-US" sz="2000" dirty="0" smtClean="0">
                <a:latin typeface="Arial"/>
                <a:cs typeface="Arial"/>
              </a:rPr>
              <a:t>. </a:t>
            </a:r>
            <a:r>
              <a:rPr lang="en-US" sz="2000" dirty="0" err="1" smtClean="0">
                <a:latin typeface="Arial"/>
                <a:cs typeface="Arial"/>
              </a:rPr>
              <a:t>Portanto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apresenta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intensidade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direção</a:t>
            </a:r>
            <a:r>
              <a:rPr lang="en-US" sz="2000" dirty="0" smtClean="0">
                <a:latin typeface="Arial"/>
                <a:cs typeface="Arial"/>
              </a:rPr>
              <a:t> e </a:t>
            </a:r>
            <a:r>
              <a:rPr lang="en-US" sz="2000" dirty="0" err="1" smtClean="0">
                <a:latin typeface="Arial"/>
                <a:cs typeface="Arial"/>
              </a:rPr>
              <a:t>sentido</a:t>
            </a:r>
            <a:r>
              <a:rPr lang="en-US" sz="2000" dirty="0" smtClean="0">
                <a:latin typeface="Arial"/>
                <a:cs typeface="Arial"/>
              </a:rPr>
              <a:t>.</a:t>
            </a:r>
            <a:endParaRPr lang="pt-BR" sz="2000" dirty="0" smtClean="0">
              <a:latin typeface="Arial"/>
              <a:cs typeface="Arial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Arial"/>
                <a:cs typeface="Arial"/>
              </a:rPr>
              <a:t>Para </a:t>
            </a:r>
            <a:r>
              <a:rPr lang="en-US" sz="2000" dirty="0" err="1" smtClean="0">
                <a:latin typeface="Arial"/>
                <a:cs typeface="Arial"/>
              </a:rPr>
              <a:t>corpos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próximos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Terra, </a:t>
            </a:r>
            <a:r>
              <a:rPr lang="en-US" sz="2000" dirty="0" err="1" smtClean="0">
                <a:latin typeface="Arial"/>
                <a:cs typeface="Arial"/>
              </a:rPr>
              <a:t>por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exemplo</a:t>
            </a:r>
            <a:r>
              <a:rPr lang="en-US" sz="2000" dirty="0" smtClean="0">
                <a:latin typeface="Arial"/>
                <a:cs typeface="Arial"/>
              </a:rPr>
              <a:t>, a </a:t>
            </a:r>
            <a:r>
              <a:rPr lang="en-US" sz="2000" dirty="0" err="1" smtClean="0">
                <a:latin typeface="Arial"/>
                <a:cs typeface="Arial"/>
              </a:rPr>
              <a:t>direção</a:t>
            </a:r>
            <a:r>
              <a:rPr lang="en-US" sz="2000" dirty="0" smtClean="0">
                <a:latin typeface="Arial"/>
                <a:cs typeface="Arial"/>
              </a:rPr>
              <a:t> é a </a:t>
            </a:r>
            <a:r>
              <a:rPr lang="en-US" sz="2000" dirty="0" err="1" smtClean="0">
                <a:latin typeface="Arial"/>
                <a:cs typeface="Arial"/>
              </a:rPr>
              <a:t>linha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passa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pelo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objeto</a:t>
            </a:r>
            <a:r>
              <a:rPr lang="en-US" sz="2000" dirty="0" smtClean="0">
                <a:latin typeface="Arial"/>
                <a:cs typeface="Arial"/>
              </a:rPr>
              <a:t> e </a:t>
            </a:r>
            <a:r>
              <a:rPr lang="en-US" sz="2000" dirty="0" err="1" smtClean="0">
                <a:latin typeface="Arial"/>
                <a:cs typeface="Arial"/>
              </a:rPr>
              <a:t>pelo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centro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Terra. O </a:t>
            </a:r>
            <a:r>
              <a:rPr lang="en-US" sz="2000" dirty="0" err="1" smtClean="0">
                <a:latin typeface="Arial"/>
                <a:cs typeface="Arial"/>
              </a:rPr>
              <a:t>sentido</a:t>
            </a:r>
            <a:r>
              <a:rPr lang="en-US" sz="2000" dirty="0" smtClean="0">
                <a:latin typeface="Arial"/>
                <a:cs typeface="Arial"/>
              </a:rPr>
              <a:t> é </a:t>
            </a:r>
            <a:r>
              <a:rPr lang="en-US" sz="2000" dirty="0" err="1" smtClean="0">
                <a:latin typeface="Arial"/>
                <a:cs typeface="Arial"/>
              </a:rPr>
              <a:t>aquele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aponta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para</a:t>
            </a:r>
            <a:r>
              <a:rPr lang="en-US" sz="2000" dirty="0" smtClean="0">
                <a:latin typeface="Arial"/>
                <a:cs typeface="Arial"/>
              </a:rPr>
              <a:t> o </a:t>
            </a:r>
            <a:r>
              <a:rPr lang="en-US" sz="2000" dirty="0" err="1" smtClean="0">
                <a:latin typeface="Arial"/>
                <a:cs typeface="Arial"/>
              </a:rPr>
              <a:t>centro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Terra.</a:t>
            </a:r>
            <a:endParaRPr lang="pt-BR" sz="2000" dirty="0" smtClean="0">
              <a:latin typeface="Arial"/>
              <a:cs typeface="Arial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err="1" smtClean="0">
                <a:latin typeface="Arial"/>
                <a:cs typeface="Arial"/>
              </a:rPr>
              <a:t>Matematicamente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ele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pode</a:t>
            </a:r>
            <a:r>
              <a:rPr lang="en-US" sz="2000" dirty="0" smtClean="0">
                <a:latin typeface="Arial"/>
                <a:cs typeface="Arial"/>
              </a:rPr>
              <a:t> ser </a:t>
            </a:r>
            <a:r>
              <a:rPr lang="en-US" sz="2000" dirty="0" err="1" smtClean="0">
                <a:latin typeface="Arial"/>
                <a:cs typeface="Arial"/>
              </a:rPr>
              <a:t>descrito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como</a:t>
            </a:r>
            <a:r>
              <a:rPr lang="en-US" sz="2000" dirty="0" smtClean="0">
                <a:latin typeface="Arial"/>
                <a:cs typeface="Arial"/>
              </a:rPr>
              <a:t> o </a:t>
            </a:r>
            <a:r>
              <a:rPr lang="en-US" sz="2000" dirty="0" err="1" smtClean="0">
                <a:latin typeface="Arial"/>
                <a:cs typeface="Arial"/>
              </a:rPr>
              <a:t>produto</a:t>
            </a:r>
            <a:r>
              <a:rPr lang="en-US" sz="2000" dirty="0" smtClean="0">
                <a:latin typeface="Arial"/>
                <a:cs typeface="Arial"/>
              </a:rPr>
              <a:t> entre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e a </a:t>
            </a:r>
            <a:r>
              <a:rPr lang="en-US" sz="2000" dirty="0" err="1" smtClean="0">
                <a:latin typeface="Arial"/>
                <a:cs typeface="Arial"/>
              </a:rPr>
              <a:t>aceleração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gravidade</a:t>
            </a:r>
            <a:r>
              <a:rPr lang="en-US" sz="2000" dirty="0" smtClean="0">
                <a:latin typeface="Arial"/>
                <a:cs typeface="Arial"/>
              </a:rPr>
              <a:t> local: </a:t>
            </a:r>
            <a:endParaRPr lang="pt-BR" sz="2000" dirty="0" smtClean="0"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60816" y="5207010"/>
            <a:ext cx="2457464" cy="571504"/>
          </a:xfrm>
          <a:prstGeom prst="rect">
            <a:avLst/>
          </a:prstGeom>
          <a:noFill/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1955800" y="571500"/>
            <a:ext cx="106934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80307"/>
            <a:ext cx="780412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lang="pt-BR" sz="2800" dirty="0" smtClean="0">
                <a:latin typeface="Arial"/>
                <a:cs typeface="Arial"/>
              </a:rPr>
              <a:t>Unidades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774668" y="1492234"/>
            <a:ext cx="9429816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Arial"/>
                <a:cs typeface="Arial"/>
              </a:rPr>
              <a:t>A </a:t>
            </a:r>
            <a:r>
              <a:rPr lang="en-US" sz="2000" dirty="0" err="1" smtClean="0">
                <a:latin typeface="Arial"/>
                <a:cs typeface="Arial"/>
              </a:rPr>
              <a:t>força</a:t>
            </a:r>
            <a:r>
              <a:rPr lang="en-US" sz="2000" dirty="0" smtClean="0">
                <a:latin typeface="Arial"/>
                <a:cs typeface="Arial"/>
              </a:rPr>
              <a:t> (o peso) é </a:t>
            </a:r>
            <a:r>
              <a:rPr lang="en-US" sz="2000" dirty="0" err="1" smtClean="0">
                <a:latin typeface="Arial"/>
                <a:cs typeface="Arial"/>
              </a:rPr>
              <a:t>medida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comumente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quilograma-força</a:t>
            </a:r>
            <a:r>
              <a:rPr lang="en-US" sz="2000" dirty="0" smtClean="0">
                <a:latin typeface="Arial"/>
                <a:cs typeface="Arial"/>
              </a:rPr>
              <a:t> (</a:t>
            </a:r>
            <a:r>
              <a:rPr lang="en-US" sz="2000" dirty="0" err="1" smtClean="0">
                <a:latin typeface="Arial"/>
                <a:cs typeface="Arial"/>
              </a:rPr>
              <a:t>kgf</a:t>
            </a:r>
            <a:r>
              <a:rPr lang="en-US" sz="2000" dirty="0" smtClean="0">
                <a:latin typeface="Arial"/>
                <a:cs typeface="Arial"/>
              </a:rPr>
              <a:t>), </a:t>
            </a:r>
            <a:r>
              <a:rPr lang="en-US" sz="2000" dirty="0" err="1" smtClean="0">
                <a:latin typeface="Arial"/>
                <a:cs typeface="Arial"/>
              </a:rPr>
              <a:t>em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newton</a:t>
            </a:r>
            <a:r>
              <a:rPr lang="en-US" sz="2000" dirty="0" smtClean="0">
                <a:latin typeface="Arial"/>
                <a:cs typeface="Arial"/>
              </a:rPr>
              <a:t> (N) </a:t>
            </a:r>
            <a:r>
              <a:rPr lang="en-US" sz="2000" dirty="0" err="1" smtClean="0">
                <a:latin typeface="Arial"/>
                <a:cs typeface="Arial"/>
              </a:rPr>
              <a:t>ou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dina</a:t>
            </a:r>
            <a:r>
              <a:rPr lang="en-US" sz="2000" dirty="0" smtClean="0">
                <a:latin typeface="Arial"/>
                <a:cs typeface="Arial"/>
              </a:rPr>
              <a:t> (</a:t>
            </a:r>
            <a:r>
              <a:rPr lang="en-US" sz="2000" dirty="0" err="1" smtClean="0">
                <a:latin typeface="Arial"/>
                <a:cs typeface="Arial"/>
              </a:rPr>
              <a:t>dyn</a:t>
            </a:r>
            <a:r>
              <a:rPr lang="en-US" sz="2000" dirty="0" smtClean="0">
                <a:latin typeface="Arial"/>
                <a:cs typeface="Arial"/>
              </a:rPr>
              <a:t>). </a:t>
            </a:r>
            <a:r>
              <a:rPr lang="en-US" sz="2000" dirty="0" err="1" smtClean="0">
                <a:latin typeface="Arial"/>
                <a:cs typeface="Arial"/>
              </a:rPr>
              <a:t>Já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é </a:t>
            </a:r>
            <a:r>
              <a:rPr lang="en-US" sz="2000" dirty="0" err="1" smtClean="0">
                <a:latin typeface="Arial"/>
                <a:cs typeface="Arial"/>
              </a:rPr>
              <a:t>medida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quilograma</a:t>
            </a:r>
            <a:r>
              <a:rPr lang="en-US" sz="2000" dirty="0" smtClean="0">
                <a:latin typeface="Arial"/>
                <a:cs typeface="Arial"/>
              </a:rPr>
              <a:t> (kg), </a:t>
            </a:r>
            <a:r>
              <a:rPr lang="en-US" sz="2000" dirty="0" err="1" smtClean="0">
                <a:latin typeface="Arial"/>
                <a:cs typeface="Arial"/>
              </a:rPr>
              <a:t>grama</a:t>
            </a:r>
            <a:r>
              <a:rPr lang="en-US" sz="2000" dirty="0" smtClean="0">
                <a:latin typeface="Arial"/>
                <a:cs typeface="Arial"/>
              </a:rPr>
              <a:t> (g), </a:t>
            </a:r>
            <a:r>
              <a:rPr lang="en-US" sz="2000" dirty="0" err="1" smtClean="0">
                <a:latin typeface="Arial"/>
                <a:cs typeface="Arial"/>
              </a:rPr>
              <a:t>tonelada</a:t>
            </a:r>
            <a:r>
              <a:rPr lang="en-US" sz="2000" dirty="0" smtClean="0">
                <a:latin typeface="Arial"/>
                <a:cs typeface="Arial"/>
              </a:rPr>
              <a:t> (t), etc.</a:t>
            </a:r>
            <a:endParaRPr lang="pt-BR" sz="2000" dirty="0" smtClean="0">
              <a:latin typeface="Arial"/>
              <a:cs typeface="Arial"/>
            </a:endParaRPr>
          </a:p>
          <a:p>
            <a:r>
              <a:rPr lang="en-US" sz="2000" dirty="0" smtClean="0">
                <a:latin typeface="Arial"/>
                <a:cs typeface="Arial"/>
              </a:rPr>
              <a:t>Se </a:t>
            </a:r>
            <a:r>
              <a:rPr lang="en-US" sz="2000" dirty="0" err="1" smtClean="0">
                <a:latin typeface="Arial"/>
                <a:cs typeface="Arial"/>
              </a:rPr>
              <a:t>considerarmos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o valor de g </a:t>
            </a:r>
            <a:r>
              <a:rPr lang="en-US" sz="2000" dirty="0" err="1" smtClean="0">
                <a:latin typeface="Arial"/>
                <a:cs typeface="Arial"/>
              </a:rPr>
              <a:t>na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superfície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Terra é de </a:t>
            </a:r>
            <a:r>
              <a:rPr lang="en-US" sz="2000" dirty="0" err="1" smtClean="0">
                <a:latin typeface="Arial"/>
                <a:cs typeface="Arial"/>
              </a:rPr>
              <a:t>aproximadamente</a:t>
            </a:r>
            <a:r>
              <a:rPr lang="en-US" sz="2000" dirty="0" smtClean="0">
                <a:latin typeface="Arial"/>
                <a:cs typeface="Arial"/>
              </a:rPr>
              <a:t> 10 m/s2, </a:t>
            </a:r>
            <a:r>
              <a:rPr lang="en-US" sz="2000" dirty="0" err="1" smtClean="0">
                <a:latin typeface="Arial"/>
                <a:cs typeface="Arial"/>
              </a:rPr>
              <a:t>teremos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então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um </a:t>
            </a:r>
            <a:r>
              <a:rPr lang="en-US" sz="2000" dirty="0" err="1" smtClean="0">
                <a:latin typeface="Arial"/>
                <a:cs typeface="Arial"/>
              </a:rPr>
              <a:t>corpo</a:t>
            </a:r>
            <a:r>
              <a:rPr lang="en-US" sz="2000" dirty="0" smtClean="0">
                <a:latin typeface="Arial"/>
                <a:cs typeface="Arial"/>
              </a:rPr>
              <a:t> com a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de 1 kg </a:t>
            </a:r>
            <a:r>
              <a:rPr lang="en-US" sz="2000" dirty="0" err="1" smtClean="0">
                <a:latin typeface="Arial"/>
                <a:cs typeface="Arial"/>
              </a:rPr>
              <a:t>pesa</a:t>
            </a:r>
            <a:r>
              <a:rPr lang="en-US" sz="2000" dirty="0" smtClean="0">
                <a:latin typeface="Arial"/>
                <a:cs typeface="Arial"/>
              </a:rPr>
              <a:t> 10 N </a:t>
            </a:r>
            <a:r>
              <a:rPr lang="en-US" sz="2000" dirty="0" err="1" smtClean="0">
                <a:latin typeface="Arial"/>
                <a:cs typeface="Arial"/>
              </a:rPr>
              <a:t>ou</a:t>
            </a:r>
            <a:r>
              <a:rPr lang="en-US" sz="2000" dirty="0" smtClean="0">
                <a:latin typeface="Arial"/>
                <a:cs typeface="Arial"/>
              </a:rPr>
              <a:t> 1 </a:t>
            </a:r>
            <a:r>
              <a:rPr lang="en-US" sz="2000" dirty="0" err="1" smtClean="0">
                <a:latin typeface="Arial"/>
                <a:cs typeface="Arial"/>
              </a:rPr>
              <a:t>kgf</a:t>
            </a:r>
            <a:r>
              <a:rPr lang="en-US" sz="2000" dirty="0" smtClean="0">
                <a:latin typeface="Arial"/>
                <a:cs typeface="Arial"/>
              </a:rPr>
              <a:t>; um </a:t>
            </a:r>
            <a:r>
              <a:rPr lang="en-US" sz="2000" dirty="0" err="1" smtClean="0">
                <a:latin typeface="Arial"/>
                <a:cs typeface="Arial"/>
              </a:rPr>
              <a:t>corpo</a:t>
            </a:r>
            <a:r>
              <a:rPr lang="en-US" sz="2000" dirty="0" smtClean="0">
                <a:latin typeface="Arial"/>
                <a:cs typeface="Arial"/>
              </a:rPr>
              <a:t> com a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de 2 kg </a:t>
            </a:r>
            <a:r>
              <a:rPr lang="en-US" sz="2000" dirty="0" err="1" smtClean="0">
                <a:latin typeface="Arial"/>
                <a:cs typeface="Arial"/>
              </a:rPr>
              <a:t>pesa</a:t>
            </a:r>
            <a:r>
              <a:rPr lang="en-US" sz="2000" dirty="0" smtClean="0">
                <a:latin typeface="Arial"/>
                <a:cs typeface="Arial"/>
              </a:rPr>
              <a:t> 20 N </a:t>
            </a:r>
            <a:r>
              <a:rPr lang="en-US" sz="2000" dirty="0" err="1" smtClean="0">
                <a:latin typeface="Arial"/>
                <a:cs typeface="Arial"/>
              </a:rPr>
              <a:t>ou</a:t>
            </a:r>
            <a:r>
              <a:rPr lang="en-US" sz="2000" dirty="0" smtClean="0">
                <a:latin typeface="Arial"/>
                <a:cs typeface="Arial"/>
              </a:rPr>
              <a:t> 2 </a:t>
            </a:r>
            <a:r>
              <a:rPr lang="en-US" sz="2000" dirty="0" err="1" smtClean="0">
                <a:latin typeface="Arial"/>
                <a:cs typeface="Arial"/>
              </a:rPr>
              <a:t>kgf</a:t>
            </a:r>
            <a:r>
              <a:rPr lang="en-US" sz="2000" dirty="0" smtClean="0">
                <a:latin typeface="Arial"/>
                <a:cs typeface="Arial"/>
              </a:rPr>
              <a:t>; e </a:t>
            </a:r>
            <a:r>
              <a:rPr lang="en-US" sz="2000" dirty="0" err="1" smtClean="0">
                <a:latin typeface="Arial"/>
                <a:cs typeface="Arial"/>
              </a:rPr>
              <a:t>assim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por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diante</a:t>
            </a:r>
            <a:r>
              <a:rPr lang="en-US" sz="2000" dirty="0" smtClean="0">
                <a:latin typeface="Arial"/>
                <a:cs typeface="Arial"/>
              </a:rPr>
              <a:t>.</a:t>
            </a:r>
            <a:endParaRPr lang="pt-BR" sz="2000" dirty="0" smtClean="0">
              <a:latin typeface="Arial"/>
              <a:cs typeface="Arial"/>
            </a:endParaRPr>
          </a:p>
          <a:p>
            <a:r>
              <a:rPr lang="en-US" sz="2000" dirty="0" smtClean="0">
                <a:latin typeface="Arial"/>
                <a:cs typeface="Arial"/>
              </a:rPr>
              <a:t> </a:t>
            </a:r>
            <a:endParaRPr lang="pt-BR" sz="2000" dirty="0" smtClean="0">
              <a:latin typeface="Arial"/>
              <a:cs typeface="Arial"/>
            </a:endParaRPr>
          </a:p>
          <a:p>
            <a:r>
              <a:rPr lang="en-US" sz="2000" dirty="0" err="1" smtClean="0">
                <a:latin typeface="Arial"/>
                <a:cs typeface="Arial"/>
              </a:rPr>
              <a:t>Nas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balanças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farmácia</a:t>
            </a:r>
            <a:r>
              <a:rPr lang="en-US" sz="2000" dirty="0" smtClean="0">
                <a:latin typeface="Arial"/>
                <a:cs typeface="Arial"/>
              </a:rPr>
              <a:t>, o peso é </a:t>
            </a:r>
            <a:r>
              <a:rPr lang="en-US" sz="2000" dirty="0" err="1" smtClean="0">
                <a:latin typeface="Arial"/>
                <a:cs typeface="Arial"/>
              </a:rPr>
              <a:t>indicado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por</a:t>
            </a:r>
            <a:r>
              <a:rPr lang="en-US" sz="2000" dirty="0" smtClean="0">
                <a:latin typeface="Arial"/>
                <a:cs typeface="Arial"/>
              </a:rPr>
              <a:t> um </a:t>
            </a:r>
            <a:r>
              <a:rPr lang="en-US" sz="2000" dirty="0" err="1" smtClean="0">
                <a:latin typeface="Arial"/>
                <a:cs typeface="Arial"/>
              </a:rPr>
              <a:t>ponteiro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é </a:t>
            </a:r>
            <a:r>
              <a:rPr lang="en-US" sz="2000" dirty="0" err="1" smtClean="0">
                <a:latin typeface="Arial"/>
                <a:cs typeface="Arial"/>
              </a:rPr>
              <a:t>acionado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por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molas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na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plataforma</a:t>
            </a:r>
            <a:r>
              <a:rPr lang="en-US" sz="2000" dirty="0" smtClean="0">
                <a:latin typeface="Arial"/>
                <a:cs typeface="Arial"/>
              </a:rPr>
              <a:t>. </a:t>
            </a:r>
            <a:r>
              <a:rPr lang="en-US" sz="2000" dirty="0" err="1" smtClean="0">
                <a:latin typeface="Arial"/>
                <a:cs typeface="Arial"/>
              </a:rPr>
              <a:t>Quanto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maior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pessoa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maior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força</a:t>
            </a:r>
            <a:r>
              <a:rPr lang="en-US" sz="2000" dirty="0" smtClean="0">
                <a:latin typeface="Arial"/>
                <a:cs typeface="Arial"/>
              </a:rPr>
              <a:t> peso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ela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exerce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sobre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plataforma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deformando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mais</a:t>
            </a:r>
            <a:r>
              <a:rPr lang="en-US" sz="2000" dirty="0" smtClean="0">
                <a:latin typeface="Arial"/>
                <a:cs typeface="Arial"/>
              </a:rPr>
              <a:t> as </a:t>
            </a:r>
            <a:r>
              <a:rPr lang="en-US" sz="2000" dirty="0" err="1" smtClean="0">
                <a:latin typeface="Arial"/>
                <a:cs typeface="Arial"/>
              </a:rPr>
              <a:t>molas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a </a:t>
            </a:r>
            <a:r>
              <a:rPr lang="en-US" sz="2000" dirty="0" err="1" smtClean="0">
                <a:latin typeface="Arial"/>
                <a:cs typeface="Arial"/>
              </a:rPr>
              <a:t>sustentam</a:t>
            </a:r>
            <a:r>
              <a:rPr lang="en-US" sz="2000" dirty="0" smtClean="0">
                <a:latin typeface="Arial"/>
                <a:cs typeface="Arial"/>
              </a:rPr>
              <a:t>. </a:t>
            </a:r>
            <a:r>
              <a:rPr lang="en-US" sz="2000" dirty="0" err="1" smtClean="0">
                <a:latin typeface="Arial"/>
                <a:cs typeface="Arial"/>
              </a:rPr>
              <a:t>Essa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indicação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deformação</a:t>
            </a:r>
            <a:r>
              <a:rPr lang="en-US" sz="2000" dirty="0" smtClean="0">
                <a:latin typeface="Arial"/>
                <a:cs typeface="Arial"/>
              </a:rPr>
              <a:t> é </a:t>
            </a:r>
            <a:r>
              <a:rPr lang="en-US" sz="2000" dirty="0" err="1" smtClean="0">
                <a:latin typeface="Arial"/>
                <a:cs typeface="Arial"/>
              </a:rPr>
              <a:t>passada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para</a:t>
            </a:r>
            <a:r>
              <a:rPr lang="en-US" sz="2000" dirty="0" smtClean="0">
                <a:latin typeface="Arial"/>
                <a:cs typeface="Arial"/>
              </a:rPr>
              <a:t> o visor </a:t>
            </a:r>
            <a:r>
              <a:rPr lang="en-US" sz="2000" dirty="0" err="1" smtClean="0">
                <a:latin typeface="Arial"/>
                <a:cs typeface="Arial"/>
              </a:rPr>
              <a:t>por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meio</a:t>
            </a:r>
            <a:r>
              <a:rPr lang="en-US" sz="2000" dirty="0" smtClean="0">
                <a:latin typeface="Arial"/>
                <a:cs typeface="Arial"/>
              </a:rPr>
              <a:t> de um </a:t>
            </a:r>
            <a:r>
              <a:rPr lang="en-US" sz="2000" dirty="0" err="1" smtClean="0">
                <a:latin typeface="Arial"/>
                <a:cs typeface="Arial"/>
              </a:rPr>
              <a:t>ponteiro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ou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uma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indicação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eletro</a:t>
            </a:r>
            <a:r>
              <a:rPr lang="en-US" sz="2000" dirty="0" smtClean="0">
                <a:latin typeface="Arial"/>
                <a:cs typeface="Arial"/>
              </a:rPr>
              <a:t>-digital.</a:t>
            </a:r>
            <a:endParaRPr lang="pt-BR" sz="2000" dirty="0" smtClean="0">
              <a:latin typeface="Arial"/>
              <a:cs typeface="Arial"/>
            </a:endParaRPr>
          </a:p>
          <a:p>
            <a:r>
              <a:rPr lang="en-US" sz="2000" dirty="0" smtClean="0">
                <a:latin typeface="Arial"/>
                <a:cs typeface="Arial"/>
              </a:rPr>
              <a:t> </a:t>
            </a:r>
            <a:endParaRPr lang="pt-BR" sz="2000" dirty="0" smtClean="0">
              <a:latin typeface="Arial"/>
              <a:cs typeface="Arial"/>
            </a:endParaRPr>
          </a:p>
          <a:p>
            <a:r>
              <a:rPr lang="en-US" sz="2000" dirty="0" smtClean="0">
                <a:latin typeface="Arial"/>
                <a:cs typeface="Arial"/>
              </a:rPr>
              <a:t>No </a:t>
            </a:r>
            <a:r>
              <a:rPr lang="en-US" sz="2000" dirty="0" err="1" smtClean="0">
                <a:latin typeface="Arial"/>
                <a:cs typeface="Arial"/>
              </a:rPr>
              <a:t>cotidiano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os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conceitos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e peso se </a:t>
            </a:r>
            <a:r>
              <a:rPr lang="en-US" sz="2000" dirty="0" err="1" smtClean="0">
                <a:latin typeface="Arial"/>
                <a:cs typeface="Arial"/>
              </a:rPr>
              <a:t>confundem</a:t>
            </a:r>
            <a:r>
              <a:rPr lang="en-US" sz="2000" dirty="0" smtClean="0">
                <a:latin typeface="Arial"/>
                <a:cs typeface="Arial"/>
              </a:rPr>
              <a:t>. É </a:t>
            </a:r>
            <a:r>
              <a:rPr lang="en-US" sz="2000" dirty="0" err="1" smtClean="0">
                <a:latin typeface="Arial"/>
                <a:cs typeface="Arial"/>
              </a:rPr>
              <a:t>comum</a:t>
            </a:r>
            <a:r>
              <a:rPr lang="en-US" sz="2000" dirty="0" smtClean="0">
                <a:latin typeface="Arial"/>
                <a:cs typeface="Arial"/>
              </a:rPr>
              <a:t> as </a:t>
            </a:r>
            <a:r>
              <a:rPr lang="en-US" sz="2000" dirty="0" err="1" smtClean="0">
                <a:latin typeface="Arial"/>
                <a:cs typeface="Arial"/>
              </a:rPr>
              <a:t>pessoas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dizerem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por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exemplo</a:t>
            </a:r>
            <a:r>
              <a:rPr lang="en-US" sz="2000" dirty="0" smtClean="0">
                <a:latin typeface="Arial"/>
                <a:cs typeface="Arial"/>
              </a:rPr>
              <a:t>, "peso 62 </a:t>
            </a:r>
            <a:r>
              <a:rPr lang="en-US" sz="2000" dirty="0" err="1" smtClean="0">
                <a:latin typeface="Arial"/>
                <a:cs typeface="Arial"/>
              </a:rPr>
              <a:t>quilos</a:t>
            </a:r>
            <a:r>
              <a:rPr lang="en-US" sz="2000" dirty="0" smtClean="0">
                <a:latin typeface="Arial"/>
                <a:cs typeface="Arial"/>
              </a:rPr>
              <a:t>", </a:t>
            </a:r>
            <a:r>
              <a:rPr lang="en-US" sz="2000" dirty="0" err="1" smtClean="0">
                <a:latin typeface="Arial"/>
                <a:cs typeface="Arial"/>
              </a:rPr>
              <a:t>quando</a:t>
            </a:r>
            <a:r>
              <a:rPr lang="en-US" sz="2000" dirty="0" smtClean="0">
                <a:latin typeface="Arial"/>
                <a:cs typeface="Arial"/>
              </a:rPr>
              <a:t> o </a:t>
            </a:r>
            <a:r>
              <a:rPr lang="en-US" sz="2000" dirty="0" err="1" smtClean="0">
                <a:latin typeface="Arial"/>
                <a:cs typeface="Arial"/>
              </a:rPr>
              <a:t>certo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seria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dizer</a:t>
            </a:r>
            <a:r>
              <a:rPr lang="en-US" sz="2000" dirty="0" smtClean="0">
                <a:latin typeface="Arial"/>
                <a:cs typeface="Arial"/>
              </a:rPr>
              <a:t> "peso 62 </a:t>
            </a:r>
            <a:r>
              <a:rPr lang="en-US" sz="2000" dirty="0" err="1" smtClean="0">
                <a:latin typeface="Arial"/>
                <a:cs typeface="Arial"/>
              </a:rPr>
              <a:t>quilogramas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força</a:t>
            </a:r>
            <a:r>
              <a:rPr lang="en-US" sz="2000" dirty="0" smtClean="0">
                <a:latin typeface="Arial"/>
                <a:cs typeface="Arial"/>
              </a:rPr>
              <a:t>", </a:t>
            </a:r>
            <a:r>
              <a:rPr lang="en-US" sz="2000" dirty="0" err="1" smtClean="0">
                <a:latin typeface="Arial"/>
                <a:cs typeface="Arial"/>
              </a:rPr>
              <a:t>ou</a:t>
            </a:r>
            <a:r>
              <a:rPr lang="en-US" sz="2000" dirty="0" smtClean="0">
                <a:latin typeface="Arial"/>
                <a:cs typeface="Arial"/>
              </a:rPr>
              <a:t> "peso 620 </a:t>
            </a:r>
            <a:r>
              <a:rPr lang="en-US" sz="2000" dirty="0" err="1" smtClean="0">
                <a:latin typeface="Arial"/>
                <a:cs typeface="Arial"/>
              </a:rPr>
              <a:t>newtons</a:t>
            </a:r>
            <a:r>
              <a:rPr lang="en-US" sz="2000" dirty="0" smtClean="0">
                <a:latin typeface="Arial"/>
                <a:cs typeface="Arial"/>
              </a:rPr>
              <a:t>" (620 N). </a:t>
            </a:r>
            <a:endParaRPr lang="pt-BR" sz="2000" dirty="0" smtClean="0">
              <a:latin typeface="Arial"/>
              <a:cs typeface="Arial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80307"/>
            <a:ext cx="780412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lang="pt-BR" sz="2800" spc="-4" dirty="0" smtClean="0">
                <a:solidFill>
                  <a:srgbClr val="00CC65"/>
                </a:solidFill>
                <a:latin typeface="Arial"/>
                <a:cs typeface="Arial"/>
              </a:rPr>
              <a:t>Unidades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55297" name="Rectangle 1"/>
          <p:cNvSpPr>
            <a:spLocks noChangeArrowheads="1"/>
          </p:cNvSpPr>
          <p:nvPr/>
        </p:nvSpPr>
        <p:spPr bwMode="auto">
          <a:xfrm>
            <a:off x="488916" y="1777986"/>
            <a:ext cx="9501254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Arial"/>
                <a:cs typeface="Arial"/>
              </a:rPr>
              <a:t>A </a:t>
            </a:r>
            <a:r>
              <a:rPr lang="en-US" sz="2000" dirty="0" err="1" smtClean="0">
                <a:latin typeface="Arial"/>
                <a:cs typeface="Arial"/>
              </a:rPr>
              <a:t>Lua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também</a:t>
            </a:r>
            <a:r>
              <a:rPr lang="en-US" sz="2000" dirty="0" smtClean="0">
                <a:latin typeface="Arial"/>
                <a:cs typeface="Arial"/>
              </a:rPr>
              <a:t> tem </a:t>
            </a:r>
            <a:r>
              <a:rPr lang="en-US" sz="2000" dirty="0" err="1" smtClean="0">
                <a:latin typeface="Arial"/>
                <a:cs typeface="Arial"/>
              </a:rPr>
              <a:t>aceleração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gravitacional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mas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como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possui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e </a:t>
            </a:r>
            <a:r>
              <a:rPr lang="en-US" sz="2000" dirty="0" err="1" smtClean="0">
                <a:latin typeface="Arial"/>
                <a:cs typeface="Arial"/>
              </a:rPr>
              <a:t>tamanhos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bem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menores</a:t>
            </a:r>
            <a:r>
              <a:rPr lang="en-US" sz="2000" dirty="0" smtClean="0">
                <a:latin typeface="Arial"/>
                <a:cs typeface="Arial"/>
              </a:rPr>
              <a:t> do </a:t>
            </a:r>
            <a:r>
              <a:rPr lang="en-US" sz="2000" dirty="0" err="1" smtClean="0">
                <a:latin typeface="Arial"/>
                <a:cs typeface="Arial"/>
              </a:rPr>
              <a:t>que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os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Terra, </a:t>
            </a:r>
            <a:r>
              <a:rPr lang="en-US" sz="2000" dirty="0" err="1" smtClean="0">
                <a:latin typeface="Arial"/>
                <a:cs typeface="Arial"/>
              </a:rPr>
              <a:t>sua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gravidade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na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superfície</a:t>
            </a:r>
            <a:r>
              <a:rPr lang="en-US" sz="2000" dirty="0" smtClean="0">
                <a:latin typeface="Arial"/>
                <a:cs typeface="Arial"/>
              </a:rPr>
              <a:t> é de </a:t>
            </a:r>
            <a:r>
              <a:rPr lang="en-US" sz="2000" dirty="0" err="1" smtClean="0">
                <a:latin typeface="Arial"/>
                <a:cs typeface="Arial"/>
              </a:rPr>
              <a:t>cerca</a:t>
            </a:r>
            <a:r>
              <a:rPr lang="en-US" sz="2000" dirty="0" smtClean="0">
                <a:latin typeface="Arial"/>
                <a:cs typeface="Arial"/>
              </a:rPr>
              <a:t> de um </a:t>
            </a:r>
            <a:r>
              <a:rPr lang="en-US" sz="2000" dirty="0" err="1" smtClean="0">
                <a:latin typeface="Arial"/>
                <a:cs typeface="Arial"/>
              </a:rPr>
              <a:t>sexto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encontrada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em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nosso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planeta</a:t>
            </a:r>
            <a:r>
              <a:rPr lang="en-US" sz="2000" dirty="0" smtClean="0">
                <a:latin typeface="Arial"/>
                <a:cs typeface="Arial"/>
              </a:rPr>
              <a:t>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2000" dirty="0" smtClean="0">
              <a:latin typeface="Arial"/>
              <a:cs typeface="Arial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Arial"/>
                <a:cs typeface="Arial"/>
              </a:rPr>
              <a:t>Com </a:t>
            </a:r>
            <a:r>
              <a:rPr lang="en-US" sz="2000" dirty="0" err="1" smtClean="0">
                <a:latin typeface="Arial"/>
                <a:cs typeface="Arial"/>
              </a:rPr>
              <a:t>esse</a:t>
            </a:r>
            <a:r>
              <a:rPr lang="en-US" sz="2000" dirty="0" smtClean="0">
                <a:latin typeface="Arial"/>
                <a:cs typeface="Arial"/>
              </a:rPr>
              <a:t> valor, o peso de um </a:t>
            </a:r>
            <a:r>
              <a:rPr lang="en-US" sz="2000" dirty="0" err="1" smtClean="0">
                <a:latin typeface="Arial"/>
                <a:cs typeface="Arial"/>
              </a:rPr>
              <a:t>astronauta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massa</a:t>
            </a:r>
            <a:r>
              <a:rPr lang="en-US" sz="2000" dirty="0" smtClean="0">
                <a:latin typeface="Arial"/>
                <a:cs typeface="Arial"/>
              </a:rPr>
              <a:t> 70 kg, </a:t>
            </a:r>
            <a:r>
              <a:rPr lang="en-US" sz="2000" dirty="0" err="1" smtClean="0">
                <a:latin typeface="Arial"/>
                <a:cs typeface="Arial"/>
              </a:rPr>
              <a:t>por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exemplo</a:t>
            </a:r>
            <a:r>
              <a:rPr lang="en-US" sz="2000" dirty="0" smtClean="0">
                <a:latin typeface="Arial"/>
                <a:cs typeface="Arial"/>
              </a:rPr>
              <a:t>, </a:t>
            </a:r>
            <a:r>
              <a:rPr lang="en-US" sz="2000" dirty="0" err="1" smtClean="0">
                <a:latin typeface="Arial"/>
                <a:cs typeface="Arial"/>
              </a:rPr>
              <a:t>seria</a:t>
            </a:r>
            <a:r>
              <a:rPr lang="en-US" sz="2000" dirty="0" smtClean="0">
                <a:latin typeface="Arial"/>
                <a:cs typeface="Arial"/>
              </a:rPr>
              <a:t> de </a:t>
            </a:r>
            <a:r>
              <a:rPr lang="en-US" sz="2000" dirty="0" err="1" smtClean="0">
                <a:latin typeface="Arial"/>
                <a:cs typeface="Arial"/>
              </a:rPr>
              <a:t>apenas</a:t>
            </a:r>
            <a:r>
              <a:rPr lang="en-US" sz="2000" dirty="0" smtClean="0">
                <a:latin typeface="Arial"/>
                <a:cs typeface="Arial"/>
              </a:rPr>
              <a:t> 112 </a:t>
            </a:r>
            <a:r>
              <a:rPr lang="en-US" sz="2000" dirty="0" err="1" smtClean="0">
                <a:latin typeface="Arial"/>
                <a:cs typeface="Arial"/>
              </a:rPr>
              <a:t>newtons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quando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ele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estivesse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na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Lua</a:t>
            </a:r>
            <a:r>
              <a:rPr lang="en-US" sz="2000" dirty="0" smtClean="0">
                <a:latin typeface="Arial"/>
                <a:cs typeface="Arial"/>
              </a:rPr>
              <a:t> (o valor de g </a:t>
            </a:r>
            <a:r>
              <a:rPr lang="en-US" sz="2000" dirty="0" err="1" smtClean="0">
                <a:latin typeface="Arial"/>
                <a:cs typeface="Arial"/>
              </a:rPr>
              <a:t>na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superfície</a:t>
            </a:r>
            <a:r>
              <a:rPr lang="en-US" sz="2000" dirty="0" smtClean="0">
                <a:latin typeface="Arial"/>
                <a:cs typeface="Arial"/>
              </a:rPr>
              <a:t> lunar é de 1,6 m/s2). Na Terra, o </a:t>
            </a:r>
            <a:r>
              <a:rPr lang="en-US" sz="2000" dirty="0" err="1" smtClean="0">
                <a:latin typeface="Arial"/>
                <a:cs typeface="Arial"/>
              </a:rPr>
              <a:t>mesmo</a:t>
            </a:r>
            <a:r>
              <a:rPr lang="en-US" sz="2000" dirty="0" smtClean="0">
                <a:latin typeface="Arial"/>
                <a:cs typeface="Arial"/>
              </a:rPr>
              <a:t> </a:t>
            </a:r>
            <a:r>
              <a:rPr lang="en-US" sz="2000" dirty="0" err="1" smtClean="0">
                <a:latin typeface="Arial"/>
                <a:cs typeface="Arial"/>
              </a:rPr>
              <a:t>astronauta</a:t>
            </a:r>
            <a:r>
              <a:rPr lang="en-US" sz="2000" dirty="0" smtClean="0">
                <a:latin typeface="Arial"/>
                <a:cs typeface="Arial"/>
              </a:rPr>
              <a:t> tem </a:t>
            </a:r>
            <a:r>
              <a:rPr lang="en-US" sz="2000" dirty="0" err="1" smtClean="0">
                <a:latin typeface="Arial"/>
                <a:cs typeface="Arial"/>
              </a:rPr>
              <a:t>quase</a:t>
            </a:r>
            <a:r>
              <a:rPr lang="en-US" sz="2000" dirty="0" smtClean="0">
                <a:latin typeface="Arial"/>
                <a:cs typeface="Arial"/>
              </a:rPr>
              <a:t> 700 </a:t>
            </a:r>
            <a:r>
              <a:rPr lang="en-US" sz="2000" dirty="0" err="1" smtClean="0">
                <a:latin typeface="Arial"/>
                <a:cs typeface="Arial"/>
              </a:rPr>
              <a:t>newtons</a:t>
            </a:r>
            <a:r>
              <a:rPr lang="en-US" sz="2000" dirty="0" smtClean="0">
                <a:latin typeface="Arial"/>
                <a:cs typeface="Arial"/>
              </a:rPr>
              <a:t> de peso.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 smtClean="0">
              <a:latin typeface="Arial"/>
              <a:cs typeface="Arial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 smtClean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6331066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Ou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tras</a:t>
            </a:r>
            <a:r>
              <a:rPr sz="3600" spc="76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nid</a:t>
            </a:r>
            <a:r>
              <a:rPr sz="3600" spc="9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es</a:t>
            </a:r>
            <a:r>
              <a:rPr sz="3600" spc="938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8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ã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40743"/>
            <a:ext cx="47283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N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90839" y="1640743"/>
            <a:ext cx="99856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á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27647" y="1640743"/>
            <a:ext cx="138745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indu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a</a:t>
            </a:r>
            <a:r>
              <a:rPr sz="2400" spc="-4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51451" y="1640743"/>
            <a:ext cx="981439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ui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70017" y="1640743"/>
            <a:ext cx="93115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ou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35248" y="1640743"/>
            <a:ext cx="132105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un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-4" dirty="0" smtClean="0">
                <a:latin typeface="Arial"/>
                <a:cs typeface="Arial"/>
              </a:rPr>
              <a:t>ade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91906" y="1640743"/>
            <a:ext cx="69376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pa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21643" y="1640743"/>
            <a:ext cx="253426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8384" y="1702574"/>
            <a:ext cx="24315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1289" y="1933351"/>
            <a:ext cx="799185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  <a:tabLst>
                <a:tab pos="2006600" algn="l"/>
                <a:tab pos="2489200" algn="l"/>
                <a:tab pos="3721100" algn="l"/>
                <a:tab pos="4978400" algn="l"/>
                <a:tab pos="5613400" algn="l"/>
                <a:tab pos="7124700" algn="l"/>
              </a:tabLst>
            </a:pP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pe</a:t>
            </a:r>
            <a:r>
              <a:rPr sz="2400" spc="9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9" dirty="0" smtClean="0">
                <a:latin typeface="Arial"/>
                <a:cs typeface="Arial"/>
              </a:rPr>
              <a:t>ç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	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a	</a:t>
            </a: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ss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	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bé</a:t>
            </a:r>
            <a:r>
              <a:rPr sz="2400" spc="0" dirty="0" smtClean="0">
                <a:latin typeface="Arial"/>
                <a:cs typeface="Arial"/>
              </a:rPr>
              <a:t>m	s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	</a:t>
            </a:r>
            <a:r>
              <a:rPr sz="2400" spc="-14" dirty="0" smtClean="0">
                <a:latin typeface="Arial"/>
                <a:cs typeface="Arial"/>
              </a:rPr>
              <a:t>u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4" dirty="0" smtClean="0">
                <a:latin typeface="Arial"/>
                <a:cs typeface="Arial"/>
              </a:rPr>
              <a:t>l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z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s,	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-14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1289" y="2225959"/>
            <a:ext cx="7991078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9" dirty="0" smtClean="0">
                <a:latin typeface="Arial"/>
                <a:cs typeface="Arial"/>
              </a:rPr>
              <a:t>n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304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299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un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31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no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304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t</a:t>
            </a:r>
            <a:r>
              <a:rPr sz="2400" spc="-9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ado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298" dirty="0" smtClean="0">
                <a:latin typeface="Arial"/>
                <a:cs typeface="Arial"/>
              </a:rPr>
              <a:t> 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314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anô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9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289" y="2517043"/>
            <a:ext cx="7989926" cy="91541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just">
              <a:lnSpc>
                <a:spcPts val="2300"/>
              </a:lnSpc>
              <a:spcBef>
                <a:spcPts val="320"/>
              </a:spcBef>
            </a:pP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n</a:t>
            </a:r>
            <a:r>
              <a:rPr sz="2400" spc="-4" dirty="0" smtClean="0">
                <a:latin typeface="Arial"/>
                <a:cs typeface="Arial"/>
              </a:rPr>
              <a:t>du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a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11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3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8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ai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18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un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8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9" dirty="0" smtClean="0">
                <a:latin typeface="Arial"/>
                <a:cs typeface="Arial"/>
              </a:rPr>
              <a:t>ã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:</a:t>
            </a:r>
            <a:r>
              <a:rPr sz="2400" spc="6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9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, </a:t>
            </a:r>
            <a:r>
              <a:rPr sz="2400" spc="-9" dirty="0" smtClean="0">
                <a:latin typeface="Arial"/>
                <a:cs typeface="Arial"/>
              </a:rPr>
              <a:t>m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Hg</a:t>
            </a:r>
            <a:r>
              <a:rPr sz="2400" spc="0" dirty="0" smtClean="0">
                <a:latin typeface="Arial"/>
                <a:cs typeface="Arial"/>
              </a:rPr>
              <a:t>,</a:t>
            </a:r>
            <a:r>
              <a:rPr sz="2400" spc="21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k</a:t>
            </a:r>
            <a:r>
              <a:rPr sz="2400" spc="-4" dirty="0" smtClean="0">
                <a:latin typeface="Arial"/>
                <a:cs typeface="Arial"/>
              </a:rPr>
              <a:t>g</a:t>
            </a:r>
            <a:r>
              <a:rPr sz="2400" spc="4" dirty="0" smtClean="0">
                <a:latin typeface="Arial"/>
                <a:cs typeface="Arial"/>
              </a:rPr>
              <a:t>f/</a:t>
            </a:r>
            <a:r>
              <a:rPr sz="2400" spc="-14" dirty="0" smtClean="0">
                <a:latin typeface="Arial"/>
                <a:cs typeface="Arial"/>
              </a:rPr>
              <a:t>c</a:t>
            </a:r>
            <a:r>
              <a:rPr sz="2400" spc="4" dirty="0" smtClean="0">
                <a:latin typeface="Arial"/>
                <a:cs typeface="Arial"/>
              </a:rPr>
              <a:t>m²</a:t>
            </a:r>
            <a:r>
              <a:rPr sz="2400" spc="0" dirty="0" smtClean="0">
                <a:latin typeface="Arial"/>
                <a:cs typeface="Arial"/>
              </a:rPr>
              <a:t>, </a:t>
            </a:r>
            <a:r>
              <a:rPr sz="2400" spc="-4" dirty="0" smtClean="0">
                <a:latin typeface="Arial"/>
                <a:cs typeface="Arial"/>
              </a:rPr>
              <a:t>ba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,</a:t>
            </a:r>
            <a:r>
              <a:rPr sz="2400" spc="2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0" dirty="0" smtClean="0">
                <a:latin typeface="Arial"/>
                <a:cs typeface="Arial"/>
              </a:rPr>
              <a:t>si</a:t>
            </a:r>
            <a:r>
              <a:rPr sz="2400" spc="21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31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. A</a:t>
            </a:r>
            <a:r>
              <a:rPr sz="2400" spc="11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pe</a:t>
            </a:r>
            <a:r>
              <a:rPr sz="2400" spc="9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9" dirty="0" smtClean="0">
                <a:latin typeface="Arial"/>
                <a:cs typeface="Arial"/>
              </a:rPr>
              <a:t>çã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11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21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11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de</a:t>
            </a:r>
            <a:r>
              <a:rPr sz="2400" spc="0" dirty="0" smtClean="0">
                <a:latin typeface="Arial"/>
                <a:cs typeface="Arial"/>
              </a:rPr>
              <a:t>ss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 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9" dirty="0" smtClean="0">
                <a:latin typeface="Arial"/>
                <a:cs typeface="Arial"/>
              </a:rPr>
              <a:t>n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 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á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ap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ad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 s</a:t>
            </a:r>
            <a:r>
              <a:rPr sz="2400" spc="-4" dirty="0" smtClean="0">
                <a:latin typeface="Arial"/>
                <a:cs typeface="Arial"/>
              </a:rPr>
              <a:t>eg</a:t>
            </a:r>
            <a:r>
              <a:rPr sz="2400" spc="9" dirty="0" smtClean="0">
                <a:latin typeface="Arial"/>
                <a:cs typeface="Arial"/>
              </a:rPr>
              <a:t>u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1289" y="3832254"/>
            <a:ext cx="7496725" cy="21559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2573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m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(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tm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-14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12700" marR="52573">
              <a:lnSpc>
                <a:spcPct val="95825"/>
              </a:lnSpc>
            </a:pPr>
            <a:r>
              <a:rPr sz="2400" spc="4" dirty="0" smtClean="0">
                <a:latin typeface="Arial"/>
                <a:cs typeface="Arial"/>
              </a:rPr>
              <a:t>mm</a:t>
            </a:r>
            <a:r>
              <a:rPr sz="2400" spc="-4" dirty="0" smtClean="0">
                <a:latin typeface="Arial"/>
                <a:cs typeface="Arial"/>
              </a:rPr>
              <a:t>H</a:t>
            </a:r>
            <a:r>
              <a:rPr sz="2400" spc="0" dirty="0" smtClean="0">
                <a:latin typeface="Arial"/>
                <a:cs typeface="Arial"/>
              </a:rPr>
              <a:t>g </a:t>
            </a:r>
            <a:r>
              <a:rPr sz="2400" spc="4" dirty="0" smtClean="0">
                <a:latin typeface="Arial"/>
                <a:cs typeface="Arial"/>
              </a:rPr>
              <a:t>(m</a:t>
            </a:r>
            <a:r>
              <a:rPr sz="2400" spc="-4" dirty="0" smtClean="0">
                <a:latin typeface="Arial"/>
                <a:cs typeface="Arial"/>
              </a:rPr>
              <a:t>il</a:t>
            </a:r>
            <a:r>
              <a:rPr sz="2400" spc="4" dirty="0" smtClean="0">
                <a:latin typeface="Arial"/>
                <a:cs typeface="Arial"/>
              </a:rPr>
              <a:t>ím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-13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-9" dirty="0" smtClean="0">
                <a:latin typeface="Arial"/>
                <a:cs typeface="Arial"/>
              </a:rPr>
              <a:t> m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ú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io</a:t>
            </a:r>
            <a:r>
              <a:rPr sz="2400" spc="0" dirty="0" smtClean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20"/>
              </a:spcBef>
            </a:pPr>
            <a:r>
              <a:rPr sz="2400" spc="0" dirty="0" smtClean="0">
                <a:latin typeface="Arial"/>
                <a:cs typeface="Arial"/>
              </a:rPr>
              <a:t>k</a:t>
            </a:r>
            <a:r>
              <a:rPr sz="2400" spc="-4" dirty="0" smtClean="0">
                <a:latin typeface="Arial"/>
                <a:cs typeface="Arial"/>
              </a:rPr>
              <a:t>g</a:t>
            </a:r>
            <a:r>
              <a:rPr sz="2400" spc="4" dirty="0" smtClean="0">
                <a:latin typeface="Arial"/>
                <a:cs typeface="Arial"/>
              </a:rPr>
              <a:t>f/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9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²</a:t>
            </a:r>
            <a:r>
              <a:rPr sz="2400" spc="-13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(</a:t>
            </a:r>
            <a:r>
              <a:rPr sz="2400" spc="-4" dirty="0" smtClean="0">
                <a:latin typeface="Arial"/>
                <a:cs typeface="Arial"/>
              </a:rPr>
              <a:t>qu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-4" dirty="0" smtClean="0">
                <a:latin typeface="Arial"/>
                <a:cs typeface="Arial"/>
              </a:rPr>
              <a:t>log</a:t>
            </a:r>
            <a:r>
              <a:rPr sz="2400" spc="1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a 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ça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po</a:t>
            </a:r>
            <a:r>
              <a:rPr sz="2400" spc="0" dirty="0" smtClean="0">
                <a:latin typeface="Arial"/>
                <a:cs typeface="Arial"/>
              </a:rPr>
              <a:t>r</a:t>
            </a:r>
            <a:r>
              <a:rPr sz="2400" spc="9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ent</a:t>
            </a:r>
            <a:r>
              <a:rPr sz="2400" spc="4" dirty="0" smtClean="0">
                <a:latin typeface="Arial"/>
                <a:cs typeface="Arial"/>
              </a:rPr>
              <a:t>ím</a:t>
            </a:r>
            <a:r>
              <a:rPr sz="2400" spc="-4" dirty="0" smtClean="0">
                <a:latin typeface="Arial"/>
                <a:cs typeface="Arial"/>
              </a:rPr>
              <a:t>et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-19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-9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qu</a:t>
            </a:r>
            <a:r>
              <a:rPr sz="2400" spc="9" dirty="0" smtClean="0">
                <a:latin typeface="Arial"/>
                <a:cs typeface="Arial"/>
              </a:rPr>
              <a:t>a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o)</a:t>
            </a:r>
            <a:endParaRPr sz="2400">
              <a:latin typeface="Arial"/>
              <a:cs typeface="Arial"/>
            </a:endParaRPr>
          </a:p>
          <a:p>
            <a:pPr marL="12700" marR="52573">
              <a:lnSpc>
                <a:spcPct val="95825"/>
              </a:lnSpc>
              <a:spcBef>
                <a:spcPts val="105"/>
              </a:spcBef>
            </a:pPr>
            <a:r>
              <a:rPr sz="2400" spc="-4" dirty="0" smtClean="0">
                <a:latin typeface="Arial"/>
                <a:cs typeface="Arial"/>
              </a:rPr>
              <a:t>ba</a:t>
            </a:r>
            <a:r>
              <a:rPr sz="2400" spc="0" dirty="0" smtClean="0">
                <a:latin typeface="Arial"/>
                <a:cs typeface="Arial"/>
              </a:rPr>
              <a:t>r</a:t>
            </a:r>
            <a:r>
              <a:rPr sz="2400" spc="9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(</a:t>
            </a:r>
            <a:r>
              <a:rPr sz="2400" spc="-4" dirty="0" smtClean="0">
                <a:latin typeface="Arial"/>
                <a:cs typeface="Arial"/>
              </a:rPr>
              <a:t>no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4" dirty="0" smtClean="0">
                <a:latin typeface="Arial"/>
                <a:cs typeface="Arial"/>
              </a:rPr>
              <a:t>l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9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l </a:t>
            </a:r>
            <a:r>
              <a:rPr sz="2400" spc="-4" dirty="0" smtClean="0">
                <a:latin typeface="Arial"/>
                <a:cs typeface="Arial"/>
              </a:rPr>
              <a:t>pa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a </a:t>
            </a: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ss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 </a:t>
            </a:r>
            <a:r>
              <a:rPr sz="2400" spc="-4" dirty="0" smtClean="0">
                <a:latin typeface="Arial"/>
                <a:cs typeface="Arial"/>
              </a:rPr>
              <a:t>ba</a:t>
            </a:r>
            <a:r>
              <a:rPr sz="2400" spc="14" dirty="0" smtClean="0">
                <a:latin typeface="Arial"/>
                <a:cs typeface="Arial"/>
              </a:rPr>
              <a:t>r</a:t>
            </a:r>
            <a:r>
              <a:rPr sz="2400" spc="9" dirty="0" smtClean="0">
                <a:latin typeface="Arial"/>
                <a:cs typeface="Arial"/>
              </a:rPr>
              <a:t>o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é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12700" marR="52573">
              <a:lnSpc>
                <a:spcPct val="95825"/>
              </a:lnSpc>
              <a:spcBef>
                <a:spcPts val="120"/>
              </a:spcBef>
            </a:pP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0" dirty="0" smtClean="0">
                <a:latin typeface="Arial"/>
                <a:cs typeface="Arial"/>
              </a:rPr>
              <a:t>si </a:t>
            </a:r>
            <a:r>
              <a:rPr sz="2400" spc="4" dirty="0" smtClean="0">
                <a:latin typeface="Arial"/>
                <a:cs typeface="Arial"/>
              </a:rPr>
              <a:t>(l</a:t>
            </a:r>
            <a:r>
              <a:rPr sz="2400" spc="-4" dirty="0" smtClean="0">
                <a:latin typeface="Arial"/>
                <a:cs typeface="Arial"/>
              </a:rPr>
              <a:t>ib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a </a:t>
            </a:r>
            <a:r>
              <a:rPr sz="2400" spc="9" dirty="0" smtClean="0">
                <a:latin typeface="Arial"/>
                <a:cs typeface="Arial"/>
              </a:rPr>
              <a:t>p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r</a:t>
            </a:r>
            <a:r>
              <a:rPr sz="2400" spc="9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pol</a:t>
            </a:r>
            <a:r>
              <a:rPr sz="2400" spc="9" dirty="0" smtClean="0">
                <a:latin typeface="Arial"/>
                <a:cs typeface="Arial"/>
              </a:rPr>
              <a:t>e</a:t>
            </a:r>
            <a:r>
              <a:rPr sz="2400" spc="-4" dirty="0" smtClean="0">
                <a:latin typeface="Arial"/>
                <a:cs typeface="Arial"/>
              </a:rPr>
              <a:t>g</a:t>
            </a:r>
            <a:r>
              <a:rPr sz="2400" spc="9" dirty="0" smtClean="0">
                <a:latin typeface="Arial"/>
                <a:cs typeface="Arial"/>
              </a:rPr>
              <a:t>ad</a:t>
            </a:r>
            <a:r>
              <a:rPr sz="2400" spc="0" dirty="0" smtClean="0">
                <a:latin typeface="Arial"/>
                <a:cs typeface="Arial"/>
              </a:rPr>
              <a:t>a 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o </a:t>
            </a:r>
            <a:r>
              <a:rPr sz="2400" spc="-4" dirty="0" smtClean="0">
                <a:latin typeface="Arial"/>
                <a:cs typeface="Arial"/>
              </a:rPr>
              <a:t>qu</a:t>
            </a:r>
            <a:r>
              <a:rPr sz="2400" spc="9" dirty="0" smtClean="0">
                <a:latin typeface="Arial"/>
                <a:cs typeface="Arial"/>
              </a:rPr>
              <a:t>a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ado</a:t>
            </a:r>
            <a:r>
              <a:rPr sz="2400" spc="0" dirty="0" smtClean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12700" marR="52573">
              <a:lnSpc>
                <a:spcPct val="95825"/>
              </a:lnSpc>
              <a:spcBef>
                <a:spcPts val="120"/>
              </a:spcBef>
            </a:pP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ca </a:t>
            </a:r>
            <a:r>
              <a:rPr sz="2400" spc="4" dirty="0" smtClean="0">
                <a:latin typeface="Arial"/>
                <a:cs typeface="Arial"/>
              </a:rPr>
              <a:t>(m</a:t>
            </a:r>
            <a:r>
              <a:rPr sz="2400" spc="-1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-16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 c</a:t>
            </a:r>
            <a:r>
              <a:rPr sz="2400" spc="-4" dirty="0" smtClean="0">
                <a:latin typeface="Arial"/>
                <a:cs typeface="Arial"/>
              </a:rPr>
              <a:t>olu</a:t>
            </a:r>
            <a:r>
              <a:rPr sz="2400" spc="9" dirty="0" smtClean="0">
                <a:latin typeface="Arial"/>
                <a:cs typeface="Arial"/>
              </a:rPr>
              <a:t>n</a:t>
            </a:r>
            <a:r>
              <a:rPr sz="2400" spc="0" dirty="0" smtClean="0">
                <a:latin typeface="Arial"/>
                <a:cs typeface="Arial"/>
              </a:rPr>
              <a:t>a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4" dirty="0" smtClean="0">
                <a:latin typeface="Arial"/>
                <a:cs typeface="Arial"/>
              </a:rPr>
              <a:t>’</a:t>
            </a:r>
            <a:r>
              <a:rPr sz="2400" spc="-4" dirty="0" smtClean="0">
                <a:latin typeface="Arial"/>
                <a:cs typeface="Arial"/>
              </a:rPr>
              <a:t>á</a:t>
            </a:r>
            <a:r>
              <a:rPr sz="2400" spc="9" dirty="0" smtClean="0">
                <a:latin typeface="Arial"/>
                <a:cs typeface="Arial"/>
              </a:rPr>
              <a:t>g</a:t>
            </a:r>
            <a:r>
              <a:rPr sz="2400" spc="-4" dirty="0" smtClean="0">
                <a:latin typeface="Arial"/>
                <a:cs typeface="Arial"/>
              </a:rPr>
              <a:t>ua</a:t>
            </a:r>
            <a:r>
              <a:rPr sz="2400" spc="0" dirty="0" smtClean="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38384" y="3894085"/>
            <a:ext cx="243152" cy="20797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0">
              <a:lnSpc>
                <a:spcPts val="1939"/>
              </a:lnSpc>
              <a:spcBef>
                <a:spcPts val="97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701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810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798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810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810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935527"/>
            <a:ext cx="788868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4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b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el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231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9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2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2800" spc="9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ve</a:t>
            </a:r>
            <a:r>
              <a:rPr sz="2800" spc="1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sã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2800" spc="4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9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2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14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2800" spc="698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2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23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2800" spc="154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58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2800" spc="168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ã</a:t>
            </a:r>
            <a:r>
              <a:rPr sz="2800" spc="14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92163"/>
            <a:ext cx="79850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10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un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dad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10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ini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as</a:t>
            </a:r>
            <a:r>
              <a:rPr sz="2000" spc="1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o,</a:t>
            </a:r>
            <a:r>
              <a:rPr sz="2000" spc="10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que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aior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744101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1996963"/>
            <a:ext cx="58510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pa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65487" y="1996963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0958" y="1996963"/>
            <a:ext cx="49871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76842" y="1996963"/>
            <a:ext cx="137257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(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47463" y="1996963"/>
            <a:ext cx="50128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que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46319" y="1996963"/>
            <a:ext cx="154209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85988" y="1996963"/>
            <a:ext cx="129063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74198" y="1996963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32486" y="1996963"/>
            <a:ext cx="1135951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68871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</a:t>
            </a:r>
            <a:endParaRPr sz="2000">
              <a:latin typeface="Arial"/>
              <a:cs typeface="Arial"/>
            </a:endParaRPr>
          </a:p>
          <a:p>
            <a:pPr marL="12700" marR="814">
              <a:lnSpc>
                <a:spcPct val="95825"/>
              </a:lnSpc>
            </a:pP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4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ú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io,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289" y="2301763"/>
            <a:ext cx="130583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ne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á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970976" y="2301763"/>
            <a:ext cx="58510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36887" y="2301763"/>
            <a:ext cx="34591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65134" y="2301763"/>
            <a:ext cx="76746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ele</a:t>
            </a:r>
            <a:r>
              <a:rPr sz="2000" spc="-19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15405" y="2301763"/>
            <a:ext cx="143280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520700" algn="l"/>
              </a:tabLst>
            </a:pP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	76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30181" y="2301763"/>
            <a:ext cx="57142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uma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82414" y="2301763"/>
            <a:ext cx="82581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ol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na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990561" y="2301763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81289" y="2606563"/>
            <a:ext cx="7985477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im,</a:t>
            </a:r>
            <a:r>
              <a:rPr sz="2000" spc="2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ir</a:t>
            </a:r>
            <a:r>
              <a:rPr sz="2000" spc="30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9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ini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ão,</a:t>
            </a:r>
            <a:r>
              <a:rPr sz="2000" spc="28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uin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95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ela</a:t>
            </a:r>
            <a:r>
              <a:rPr sz="2000" spc="29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pa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9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86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</a:pP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 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nidad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 de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pode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il</a:t>
            </a:r>
            <a:r>
              <a:rPr sz="2000" spc="9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81289" y="3623910"/>
            <a:ext cx="7362337" cy="16957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03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1atm</a:t>
            </a:r>
            <a:r>
              <a:rPr sz="1600" spc="-3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760</a:t>
            </a:r>
            <a:r>
              <a:rPr sz="1600" spc="14" dirty="0" smtClean="0">
                <a:latin typeface="Arial"/>
                <a:cs typeface="Arial"/>
              </a:rPr>
              <a:t>m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H</a:t>
            </a:r>
            <a:r>
              <a:rPr sz="1600" spc="0" dirty="0" smtClean="0">
                <a:latin typeface="Arial"/>
                <a:cs typeface="Arial"/>
              </a:rPr>
              <a:t>g</a:t>
            </a:r>
            <a:endParaRPr sz="1600">
              <a:latin typeface="Arial"/>
              <a:cs typeface="Arial"/>
            </a:endParaRPr>
          </a:p>
          <a:p>
            <a:pPr marL="12700" marR="30403">
              <a:lnSpc>
                <a:spcPct val="95825"/>
              </a:lnSpc>
              <a:spcBef>
                <a:spcPts val="388"/>
              </a:spcBef>
            </a:pPr>
            <a:r>
              <a:rPr sz="1600" spc="0" dirty="0" smtClean="0">
                <a:latin typeface="Arial"/>
                <a:cs typeface="Arial"/>
              </a:rPr>
              <a:t>1atm</a:t>
            </a:r>
            <a:r>
              <a:rPr sz="1600" spc="-3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760</a:t>
            </a:r>
            <a:r>
              <a:rPr sz="1600" spc="14" dirty="0" smtClean="0">
                <a:latin typeface="Arial"/>
                <a:cs typeface="Arial"/>
              </a:rPr>
              <a:t>m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H</a:t>
            </a:r>
            <a:r>
              <a:rPr sz="1600" spc="0" dirty="0" smtClean="0">
                <a:latin typeface="Arial"/>
                <a:cs typeface="Arial"/>
              </a:rPr>
              <a:t>g</a:t>
            </a:r>
            <a:r>
              <a:rPr sz="1600" spc="-7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-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101230</a:t>
            </a: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  <a:p>
            <a:pPr marL="12700" marR="30403">
              <a:lnSpc>
                <a:spcPct val="95825"/>
              </a:lnSpc>
              <a:spcBef>
                <a:spcPts val="464"/>
              </a:spcBef>
            </a:pPr>
            <a:r>
              <a:rPr sz="1600" spc="0" dirty="0" smtClean="0">
                <a:latin typeface="Arial"/>
                <a:cs typeface="Arial"/>
              </a:rPr>
              <a:t>1atm</a:t>
            </a:r>
            <a:r>
              <a:rPr sz="1600" spc="-3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760</a:t>
            </a:r>
            <a:r>
              <a:rPr sz="1600" spc="14" dirty="0" smtClean="0">
                <a:latin typeface="Arial"/>
                <a:cs typeface="Arial"/>
              </a:rPr>
              <a:t>m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H</a:t>
            </a:r>
            <a:r>
              <a:rPr sz="1600" spc="0" dirty="0" smtClean="0">
                <a:latin typeface="Arial"/>
                <a:cs typeface="Arial"/>
              </a:rPr>
              <a:t>g</a:t>
            </a:r>
            <a:r>
              <a:rPr sz="1600" spc="-7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-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101230</a:t>
            </a: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7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1,0330</a:t>
            </a:r>
            <a:r>
              <a:rPr sz="1600" spc="-48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k</a:t>
            </a:r>
            <a:r>
              <a:rPr sz="1600" spc="0" dirty="0" smtClean="0">
                <a:latin typeface="Arial"/>
                <a:cs typeface="Arial"/>
              </a:rPr>
              <a:t>gf/</a:t>
            </a:r>
            <a:r>
              <a:rPr sz="1600" spc="19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m²</a:t>
            </a:r>
            <a:endParaRPr sz="1600">
              <a:latin typeface="Arial"/>
              <a:cs typeface="Arial"/>
            </a:endParaRPr>
          </a:p>
          <a:p>
            <a:pPr marL="12700" marR="30403">
              <a:lnSpc>
                <a:spcPct val="95825"/>
              </a:lnSpc>
              <a:spcBef>
                <a:spcPts val="475"/>
              </a:spcBef>
            </a:pPr>
            <a:r>
              <a:rPr sz="1600" spc="0" dirty="0" smtClean="0">
                <a:latin typeface="Arial"/>
                <a:cs typeface="Arial"/>
              </a:rPr>
              <a:t>1atm</a:t>
            </a:r>
            <a:r>
              <a:rPr sz="1600" spc="-3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760</a:t>
            </a:r>
            <a:r>
              <a:rPr sz="1600" spc="14" dirty="0" smtClean="0">
                <a:latin typeface="Arial"/>
                <a:cs typeface="Arial"/>
              </a:rPr>
              <a:t>m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H</a:t>
            </a:r>
            <a:r>
              <a:rPr sz="1600" spc="0" dirty="0" smtClean="0">
                <a:latin typeface="Arial"/>
                <a:cs typeface="Arial"/>
              </a:rPr>
              <a:t>g</a:t>
            </a:r>
            <a:r>
              <a:rPr sz="1600" spc="-7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-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101230</a:t>
            </a: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7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1,0330</a:t>
            </a:r>
            <a:r>
              <a:rPr sz="1600" spc="-48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k</a:t>
            </a:r>
            <a:r>
              <a:rPr sz="1600" spc="0" dirty="0" smtClean="0">
                <a:latin typeface="Arial"/>
                <a:cs typeface="Arial"/>
              </a:rPr>
              <a:t>gf/</a:t>
            </a:r>
            <a:r>
              <a:rPr sz="1600" spc="19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m²</a:t>
            </a:r>
            <a:r>
              <a:rPr sz="1600" spc="-4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1,01b</a:t>
            </a:r>
            <a:r>
              <a:rPr sz="1600" spc="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r</a:t>
            </a:r>
            <a:endParaRPr sz="1600">
              <a:latin typeface="Arial"/>
              <a:cs typeface="Arial"/>
            </a:endParaRPr>
          </a:p>
          <a:p>
            <a:pPr marL="12700" marR="30403">
              <a:lnSpc>
                <a:spcPct val="95825"/>
              </a:lnSpc>
              <a:spcBef>
                <a:spcPts val="475"/>
              </a:spcBef>
            </a:pPr>
            <a:r>
              <a:rPr sz="1600" spc="0" dirty="0" smtClean="0">
                <a:latin typeface="Arial"/>
                <a:cs typeface="Arial"/>
              </a:rPr>
              <a:t>1atm</a:t>
            </a:r>
            <a:r>
              <a:rPr sz="1600" spc="-3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760</a:t>
            </a:r>
            <a:r>
              <a:rPr sz="1600" spc="14" dirty="0" smtClean="0">
                <a:latin typeface="Arial"/>
                <a:cs typeface="Arial"/>
              </a:rPr>
              <a:t>m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H</a:t>
            </a:r>
            <a:r>
              <a:rPr sz="1600" spc="0" dirty="0" smtClean="0">
                <a:latin typeface="Arial"/>
                <a:cs typeface="Arial"/>
              </a:rPr>
              <a:t>g</a:t>
            </a:r>
            <a:r>
              <a:rPr sz="1600" spc="-7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-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101230</a:t>
            </a: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7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1,0330</a:t>
            </a:r>
            <a:r>
              <a:rPr sz="1600" spc="-48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k</a:t>
            </a:r>
            <a:r>
              <a:rPr sz="1600" spc="0" dirty="0" smtClean="0">
                <a:latin typeface="Arial"/>
                <a:cs typeface="Arial"/>
              </a:rPr>
              <a:t>gf/</a:t>
            </a:r>
            <a:r>
              <a:rPr sz="1600" spc="19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m²</a:t>
            </a:r>
            <a:r>
              <a:rPr sz="1600" spc="-4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1,01b</a:t>
            </a:r>
            <a:r>
              <a:rPr sz="1600" spc="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r</a:t>
            </a:r>
            <a:r>
              <a:rPr sz="1600" spc="-5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14,7</a:t>
            </a:r>
            <a:r>
              <a:rPr sz="1600" spc="9" dirty="0" smtClean="0">
                <a:latin typeface="Arial"/>
                <a:cs typeface="Arial"/>
              </a:rPr>
              <a:t>p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i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464"/>
              </a:spcBef>
            </a:pPr>
            <a:r>
              <a:rPr sz="1600" spc="0" dirty="0" smtClean="0">
                <a:latin typeface="Arial"/>
                <a:cs typeface="Arial"/>
              </a:rPr>
              <a:t>1atm</a:t>
            </a:r>
            <a:r>
              <a:rPr sz="1600" spc="-3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760</a:t>
            </a:r>
            <a:r>
              <a:rPr sz="1600" spc="14" dirty="0" smtClean="0">
                <a:latin typeface="Arial"/>
                <a:cs typeface="Arial"/>
              </a:rPr>
              <a:t>m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H</a:t>
            </a:r>
            <a:r>
              <a:rPr sz="1600" spc="0" dirty="0" smtClean="0">
                <a:latin typeface="Arial"/>
                <a:cs typeface="Arial"/>
              </a:rPr>
              <a:t>g</a:t>
            </a:r>
            <a:r>
              <a:rPr sz="1600" spc="-7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-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101230</a:t>
            </a: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7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1,0330</a:t>
            </a:r>
            <a:r>
              <a:rPr sz="1600" spc="-48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k</a:t>
            </a:r>
            <a:r>
              <a:rPr sz="1600" spc="0" dirty="0" smtClean="0">
                <a:latin typeface="Arial"/>
                <a:cs typeface="Arial"/>
              </a:rPr>
              <a:t>gf/</a:t>
            </a:r>
            <a:r>
              <a:rPr sz="1600" spc="19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m²</a:t>
            </a:r>
            <a:r>
              <a:rPr sz="1600" spc="-4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1,01b</a:t>
            </a:r>
            <a:r>
              <a:rPr sz="1600" spc="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r</a:t>
            </a:r>
            <a:r>
              <a:rPr sz="1600" spc="-5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14,7</a:t>
            </a:r>
            <a:r>
              <a:rPr sz="1600" spc="9" dirty="0" smtClean="0">
                <a:latin typeface="Arial"/>
                <a:cs typeface="Arial"/>
              </a:rPr>
              <a:t>p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i</a:t>
            </a:r>
            <a:r>
              <a:rPr sz="1600" spc="-5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-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10,33m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38384" y="3664719"/>
            <a:ext cx="174801" cy="16454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0">
              <a:lnSpc>
                <a:spcPts val="1325"/>
              </a:lnSpc>
              <a:spcBef>
                <a:spcPts val="6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869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924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93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93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924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935527"/>
            <a:ext cx="794527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2800" spc="4" dirty="0" smtClean="0">
                <a:solidFill>
                  <a:srgbClr val="00CC65"/>
                </a:solidFill>
                <a:latin typeface="Arial"/>
                <a:cs typeface="Arial"/>
              </a:rPr>
              <a:t>ressã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55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143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67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97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119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11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2800" spc="67" dirty="0" smtClean="0">
                <a:solidFill>
                  <a:srgbClr val="00CC65"/>
                </a:solidFill>
                <a:latin typeface="Arial"/>
                <a:cs typeface="Arial"/>
              </a:rPr>
              <a:t>f</a:t>
            </a:r>
            <a:r>
              <a:rPr sz="2800" spc="140" dirty="0" smtClean="0">
                <a:solidFill>
                  <a:srgbClr val="00CC65"/>
                </a:solidFill>
                <a:latin typeface="Arial"/>
                <a:cs typeface="Arial"/>
              </a:rPr>
              <a:t>é</a:t>
            </a:r>
            <a:r>
              <a:rPr sz="2800" spc="79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55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1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2800" spc="124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12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-15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125" dirty="0" smtClean="0">
                <a:solidFill>
                  <a:srgbClr val="00CC65"/>
                </a:solidFill>
                <a:latin typeface="Arial"/>
                <a:cs typeface="Arial"/>
              </a:rPr>
              <a:t>B</a:t>
            </a:r>
            <a:r>
              <a:rPr sz="2800" spc="114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70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103" dirty="0" smtClean="0">
                <a:solidFill>
                  <a:srgbClr val="00CC65"/>
                </a:solidFill>
                <a:latin typeface="Arial"/>
                <a:cs typeface="Arial"/>
              </a:rPr>
              <a:t>ô</a:t>
            </a:r>
            <a:r>
              <a:rPr sz="2800" spc="157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114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59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70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108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78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2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7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154" dirty="0" smtClean="0">
                <a:solidFill>
                  <a:srgbClr val="00CC65"/>
                </a:solidFill>
                <a:latin typeface="Arial"/>
                <a:cs typeface="Arial"/>
              </a:rPr>
              <a:t>rr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58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ll</a:t>
            </a:r>
            <a:r>
              <a:rPr sz="2800" spc="155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187" y="1685382"/>
            <a:ext cx="7969917" cy="40426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801" marR="4606" algn="just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abe</a:t>
            </a:r>
            <a:r>
              <a:rPr sz="1600" spc="-4" dirty="0" smtClean="0">
                <a:latin typeface="Arial"/>
                <a:cs typeface="Arial"/>
              </a:rPr>
              <a:t>-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 que</a:t>
            </a:r>
            <a:r>
              <a:rPr sz="1600" spc="4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75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r</a:t>
            </a:r>
            <a:r>
              <a:rPr sz="1600" spc="6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atmo</a:t>
            </a:r>
            <a:r>
              <a:rPr sz="1600" spc="19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fé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1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x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21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u</a:t>
            </a:r>
            <a:r>
              <a:rPr sz="1600" spc="0" dirty="0" smtClean="0">
                <a:latin typeface="Arial"/>
                <a:cs typeface="Arial"/>
              </a:rPr>
              <a:t>ma</a:t>
            </a:r>
            <a:r>
              <a:rPr sz="1600" spc="38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12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b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tudo</a:t>
            </a:r>
            <a:r>
              <a:rPr sz="1600" spc="5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</a:t>
            </a:r>
            <a:r>
              <a:rPr sz="1600" spc="5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x</a:t>
            </a:r>
            <a:r>
              <a:rPr sz="1600" spc="4" dirty="0" smtClean="0">
                <a:latin typeface="Arial"/>
                <a:cs typeface="Arial"/>
              </a:rPr>
              <a:t>is</a:t>
            </a:r>
            <a:r>
              <a:rPr sz="1600" spc="0" dirty="0" smtClean="0">
                <a:latin typeface="Arial"/>
                <a:cs typeface="Arial"/>
              </a:rPr>
              <a:t>te</a:t>
            </a:r>
            <a:r>
              <a:rPr sz="1600" spc="2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na</a:t>
            </a:r>
            <a:r>
              <a:rPr sz="1600" spc="6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upe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14" dirty="0" smtClean="0">
                <a:latin typeface="Arial"/>
                <a:cs typeface="Arial"/>
              </a:rPr>
              <a:t>f</a:t>
            </a:r>
            <a:r>
              <a:rPr sz="1600" spc="0" dirty="0" smtClean="0">
                <a:latin typeface="Arial"/>
                <a:cs typeface="Arial"/>
              </a:rPr>
              <a:t>í</a:t>
            </a: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0" dirty="0" smtClean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  <a:p>
            <a:pPr marL="12801" marR="1695" algn="just">
              <a:lnSpc>
                <a:spcPct val="95825"/>
              </a:lnSpc>
            </a:pPr>
            <a:r>
              <a:rPr sz="1600" spc="0" dirty="0" smtClean="0">
                <a:latin typeface="Arial"/>
                <a:cs typeface="Arial"/>
              </a:rPr>
              <a:t>da</a:t>
            </a:r>
            <a:r>
              <a:rPr sz="1600" spc="112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T</a:t>
            </a:r>
            <a:r>
              <a:rPr sz="1600" spc="9" dirty="0" smtClean="0">
                <a:latin typeface="Arial"/>
                <a:cs typeface="Arial"/>
              </a:rPr>
              <a:t>er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a.</a:t>
            </a:r>
            <a:r>
              <a:rPr sz="1600" spc="10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13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me</a:t>
            </a:r>
            <a:r>
              <a:rPr sz="1600" spc="9" dirty="0" smtClean="0">
                <a:latin typeface="Arial"/>
                <a:cs typeface="Arial"/>
              </a:rPr>
              <a:t>d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da</a:t>
            </a:r>
            <a:r>
              <a:rPr sz="1600" spc="7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8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7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foi</a:t>
            </a:r>
            <a:r>
              <a:rPr sz="1600" spc="133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ea</a:t>
            </a:r>
            <a:r>
              <a:rPr sz="1600" spc="4" dirty="0" smtClean="0">
                <a:latin typeface="Arial"/>
                <a:cs typeface="Arial"/>
              </a:rPr>
              <a:t>liz</a:t>
            </a:r>
            <a:r>
              <a:rPr sz="1600" spc="0" dirty="0" smtClean="0">
                <a:latin typeface="Arial"/>
                <a:cs typeface="Arial"/>
              </a:rPr>
              <a:t>ada</a:t>
            </a:r>
            <a:r>
              <a:rPr sz="1600" spc="6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por</a:t>
            </a:r>
            <a:r>
              <a:rPr sz="1600" spc="12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um</a:t>
            </a:r>
            <a:r>
              <a:rPr sz="1600" spc="12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</a:t>
            </a:r>
            <a:r>
              <a:rPr sz="1600" spc="4" dirty="0" smtClean="0">
                <a:latin typeface="Arial"/>
                <a:cs typeface="Arial"/>
              </a:rPr>
              <a:t>isc</a:t>
            </a:r>
            <a:r>
              <a:rPr sz="1600" spc="0" dirty="0" smtClean="0">
                <a:latin typeface="Arial"/>
                <a:cs typeface="Arial"/>
              </a:rPr>
              <a:t>ípu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5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147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G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-4" dirty="0" smtClean="0">
                <a:latin typeface="Arial"/>
                <a:cs typeface="Arial"/>
              </a:rPr>
              <a:t>i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eu</a:t>
            </a:r>
            <a:r>
              <a:rPr sz="1600" spc="95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hamado</a:t>
            </a:r>
            <a:endParaRPr sz="1600">
              <a:latin typeface="Arial"/>
              <a:cs typeface="Arial"/>
            </a:endParaRPr>
          </a:p>
          <a:p>
            <a:pPr marL="12801" marR="5084352" algn="just">
              <a:lnSpc>
                <a:spcPct val="95825"/>
              </a:lnSpc>
              <a:spcBef>
                <a:spcPts val="90"/>
              </a:spcBef>
            </a:pPr>
            <a:r>
              <a:rPr sz="1600" spc="4" dirty="0" smtClean="0">
                <a:latin typeface="Arial"/>
                <a:cs typeface="Arial"/>
              </a:rPr>
              <a:t>Ev</a:t>
            </a:r>
            <a:r>
              <a:rPr sz="1600" spc="0" dirty="0" smtClean="0">
                <a:latin typeface="Arial"/>
                <a:cs typeface="Arial"/>
              </a:rPr>
              <a:t>ang</a:t>
            </a:r>
            <a:r>
              <a:rPr sz="1600" spc="-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l</a:t>
            </a:r>
            <a:r>
              <a:rPr sz="1600" spc="4" dirty="0" smtClean="0">
                <a:latin typeface="Arial"/>
                <a:cs typeface="Arial"/>
              </a:rPr>
              <a:t>is</a:t>
            </a:r>
            <a:r>
              <a:rPr sz="1600" spc="0" dirty="0" smtClean="0">
                <a:latin typeface="Arial"/>
                <a:cs typeface="Arial"/>
              </a:rPr>
              <a:t>ta</a:t>
            </a:r>
            <a:r>
              <a:rPr sz="1600" spc="-82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T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ll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,</a:t>
            </a:r>
            <a:r>
              <a:rPr sz="1600" spc="-6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em</a:t>
            </a:r>
            <a:r>
              <a:rPr sz="1600" spc="-2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1643.</a:t>
            </a:r>
            <a:endParaRPr sz="1600">
              <a:latin typeface="Arial"/>
              <a:cs typeface="Arial"/>
            </a:endParaRPr>
          </a:p>
          <a:p>
            <a:pPr marL="12801" indent="0" algn="just">
              <a:lnSpc>
                <a:spcPct val="100328"/>
              </a:lnSpc>
              <a:spcBef>
                <a:spcPts val="464"/>
              </a:spcBef>
            </a:pP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3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x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ut</a:t>
            </a:r>
            <a:r>
              <a:rPr sz="1600" spc="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r</a:t>
            </a:r>
            <a:r>
              <a:rPr sz="1600" spc="-5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 med</a:t>
            </a:r>
            <a:r>
              <a:rPr sz="1600" spc="4" dirty="0" smtClean="0">
                <a:latin typeface="Arial"/>
                <a:cs typeface="Arial"/>
              </a:rPr>
              <a:t>iç</a:t>
            </a:r>
            <a:r>
              <a:rPr sz="1600" spc="0" dirty="0" smtClean="0">
                <a:latin typeface="Arial"/>
                <a:cs typeface="Arial"/>
              </a:rPr>
              <a:t>ão,</a:t>
            </a:r>
            <a:r>
              <a:rPr sz="1600" spc="-64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T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ll</a:t>
            </a:r>
            <a:r>
              <a:rPr sz="1600" spc="0" dirty="0" smtClean="0">
                <a:latin typeface="Arial"/>
                <a:cs typeface="Arial"/>
              </a:rPr>
              <a:t>i</a:t>
            </a:r>
            <a:r>
              <a:rPr sz="1600" spc="-6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tomou</a:t>
            </a:r>
            <a:r>
              <a:rPr sz="1600" spc="-44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u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-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tubo</a:t>
            </a:r>
            <a:r>
              <a:rPr sz="1600" spc="-21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ongo</a:t>
            </a:r>
            <a:r>
              <a:rPr sz="1600" spc="-2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-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vi</a:t>
            </a:r>
            <a:r>
              <a:rPr sz="1600" spc="0" dirty="0" smtClean="0">
                <a:latin typeface="Arial"/>
                <a:cs typeface="Arial"/>
              </a:rPr>
              <a:t>d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o,</a:t>
            </a:r>
            <a:r>
              <a:rPr sz="1600" spc="-14" dirty="0" smtClean="0">
                <a:latin typeface="Arial"/>
                <a:cs typeface="Arial"/>
              </a:rPr>
              <a:t> </a:t>
            </a:r>
            <a:r>
              <a:rPr sz="1600" spc="14" dirty="0" smtClean="0">
                <a:latin typeface="Arial"/>
                <a:cs typeface="Arial"/>
              </a:rPr>
              <a:t>f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hado</a:t>
            </a:r>
            <a:r>
              <a:rPr sz="1600" spc="-4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em</a:t>
            </a:r>
            <a:r>
              <a:rPr sz="1600" spc="-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uma</a:t>
            </a:r>
            <a:r>
              <a:rPr sz="1600" spc="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das ponta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,</a:t>
            </a:r>
            <a:r>
              <a:rPr sz="1600" spc="1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7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en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h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0" dirty="0" smtClean="0">
                <a:latin typeface="Arial"/>
                <a:cs typeface="Arial"/>
              </a:rPr>
              <a:t>u</a:t>
            </a:r>
            <a:r>
              <a:rPr sz="1600" spc="-4" dirty="0" smtClean="0">
                <a:latin typeface="Arial"/>
                <a:cs typeface="Arial"/>
              </a:rPr>
              <a:t>-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1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até</a:t>
            </a:r>
            <a:r>
              <a:rPr sz="1600" spc="5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7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b</a:t>
            </a:r>
            <a:r>
              <a:rPr sz="1600" spc="9" dirty="0" smtClean="0">
                <a:latin typeface="Arial"/>
                <a:cs typeface="Arial"/>
              </a:rPr>
              <a:t>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da</a:t>
            </a:r>
            <a:r>
              <a:rPr sz="1600" spc="40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om</a:t>
            </a:r>
            <a:r>
              <a:rPr sz="1600" spc="5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9" dirty="0" smtClean="0">
                <a:latin typeface="Arial"/>
                <a:cs typeface="Arial"/>
              </a:rPr>
              <a:t>ú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o. Depo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s</a:t>
            </a:r>
            <a:r>
              <a:rPr sz="1600" spc="3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tampou</a:t>
            </a:r>
            <a:r>
              <a:rPr sz="1600" spc="2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7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ponta</a:t>
            </a:r>
            <a:r>
              <a:rPr sz="1600" spc="2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ab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ta</a:t>
            </a:r>
            <a:r>
              <a:rPr sz="1600" spc="2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e, 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tendo</a:t>
            </a:r>
            <a:r>
              <a:rPr sz="1600" spc="25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31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tu</a:t>
            </a:r>
            <a:r>
              <a:rPr sz="1600" spc="9" dirty="0" smtClean="0">
                <a:latin typeface="Arial"/>
                <a:cs typeface="Arial"/>
              </a:rPr>
              <a:t>b</a:t>
            </a:r>
            <a:r>
              <a:rPr sz="1600" spc="0" dirty="0" smtClean="0">
                <a:latin typeface="Arial"/>
                <a:cs typeface="Arial"/>
              </a:rPr>
              <a:t>o,</a:t>
            </a:r>
            <a:r>
              <a:rPr sz="1600" spc="28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gu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hou</a:t>
            </a:r>
            <a:r>
              <a:rPr sz="1600" spc="24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30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ponta</a:t>
            </a:r>
            <a:r>
              <a:rPr sz="1600" spc="294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312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u</a:t>
            </a:r>
            <a:r>
              <a:rPr sz="1600" spc="0" dirty="0" smtClean="0">
                <a:latin typeface="Arial"/>
                <a:cs typeface="Arial"/>
              </a:rPr>
              <a:t>ma</a:t>
            </a:r>
            <a:r>
              <a:rPr sz="1600" spc="30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ba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9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296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om</a:t>
            </a:r>
            <a:r>
              <a:rPr sz="1600" spc="31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9" dirty="0" smtClean="0">
                <a:latin typeface="Arial"/>
                <a:cs typeface="Arial"/>
              </a:rPr>
              <a:t>ú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o.</a:t>
            </a:r>
            <a:r>
              <a:rPr sz="1600" spc="268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tando</a:t>
            </a:r>
            <a:r>
              <a:rPr sz="1600" spc="28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 ponta</a:t>
            </a:r>
            <a:r>
              <a:rPr sz="1600" spc="6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ab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ta</a:t>
            </a:r>
            <a:r>
              <a:rPr sz="1600" spc="6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n</a:t>
            </a:r>
            <a:r>
              <a:rPr sz="1600" spc="9" dirty="0" smtClean="0">
                <a:latin typeface="Arial"/>
                <a:cs typeface="Arial"/>
              </a:rPr>
              <a:t>o</a:t>
            </a:r>
            <a:r>
              <a:rPr sz="1600" spc="0" dirty="0" smtClean="0">
                <a:latin typeface="Arial"/>
                <a:cs typeface="Arial"/>
              </a:rPr>
              <a:t>tou</a:t>
            </a:r>
            <a:r>
              <a:rPr sz="1600" spc="6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</a:t>
            </a:r>
            <a:r>
              <a:rPr sz="1600" spc="8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104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una</a:t>
            </a:r>
            <a:r>
              <a:rPr sz="1600" spc="4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8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ú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-4" dirty="0" smtClean="0">
                <a:latin typeface="Arial"/>
                <a:cs typeface="Arial"/>
              </a:rPr>
              <a:t>c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até</a:t>
            </a:r>
            <a:r>
              <a:rPr sz="1600" spc="8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um</a:t>
            </a:r>
            <a:r>
              <a:rPr sz="1600" spc="9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dete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nado ní</a:t>
            </a:r>
            <a:r>
              <a:rPr sz="1600" spc="19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el</a:t>
            </a:r>
            <a:r>
              <a:rPr sz="1600" spc="6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 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ta</a:t>
            </a: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0" dirty="0" smtClean="0">
                <a:latin typeface="Arial"/>
                <a:cs typeface="Arial"/>
              </a:rPr>
              <a:t>on</a:t>
            </a:r>
            <a:r>
              <a:rPr sz="1600" spc="-9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8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quando</a:t>
            </a:r>
            <a:r>
              <a:rPr sz="1600" spc="-5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lc</a:t>
            </a:r>
            <a:r>
              <a:rPr sz="1600" spc="0" dirty="0" smtClean="0">
                <a:latin typeface="Arial"/>
                <a:cs typeface="Arial"/>
              </a:rPr>
              <a:t>an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-9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7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uma</a:t>
            </a:r>
            <a:r>
              <a:rPr sz="1600" spc="-3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tu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2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9" dirty="0" smtClean="0">
                <a:latin typeface="Arial"/>
                <a:cs typeface="Arial"/>
              </a:rPr>
              <a:t>er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3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760</a:t>
            </a:r>
            <a:r>
              <a:rPr sz="1600" spc="-2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4" dirty="0" smtClean="0">
                <a:latin typeface="Arial"/>
                <a:cs typeface="Arial"/>
              </a:rPr>
              <a:t>il</a:t>
            </a:r>
            <a:r>
              <a:rPr sz="1600" spc="0" dirty="0" smtClean="0">
                <a:latin typeface="Arial"/>
                <a:cs typeface="Arial"/>
              </a:rPr>
              <a:t>ím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801" marR="33" indent="-101" algn="just">
              <a:lnSpc>
                <a:spcPct val="100328"/>
              </a:lnSpc>
              <a:spcBef>
                <a:spcPts val="390"/>
              </a:spcBef>
            </a:pPr>
            <a:r>
              <a:rPr sz="1600" spc="4" dirty="0" smtClean="0">
                <a:latin typeface="Arial"/>
                <a:cs typeface="Arial"/>
              </a:rPr>
              <a:t>A</a:t>
            </a:r>
            <a:r>
              <a:rPr sz="1600" spc="-4" dirty="0" smtClean="0">
                <a:latin typeface="Arial"/>
                <a:cs typeface="Arial"/>
              </a:rPr>
              <a:t>c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ma do</a:t>
            </a:r>
            <a:r>
              <a:rPr sz="1600" spc="2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9" dirty="0" smtClean="0">
                <a:latin typeface="Arial"/>
                <a:cs typeface="Arial"/>
              </a:rPr>
              <a:t>úr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o,</a:t>
            </a:r>
            <a:r>
              <a:rPr sz="1600" spc="-16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T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ll</a:t>
            </a:r>
            <a:r>
              <a:rPr sz="1600" spc="0" dirty="0" smtClean="0">
                <a:latin typeface="Arial"/>
                <a:cs typeface="Arial"/>
              </a:rPr>
              <a:t>i</a:t>
            </a:r>
            <a:r>
              <a:rPr sz="1600" spc="-10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ogo</a:t>
            </a:r>
            <a:r>
              <a:rPr sz="1600" spc="1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ebeu</a:t>
            </a:r>
            <a:r>
              <a:rPr sz="1600" spc="-2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</a:t>
            </a:r>
            <a:r>
              <a:rPr sz="1600" spc="1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h</a:t>
            </a:r>
            <a:r>
              <a:rPr sz="1600" spc="9" dirty="0" smtClean="0">
                <a:latin typeface="Arial"/>
                <a:cs typeface="Arial"/>
              </a:rPr>
              <a:t>av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6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á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uo</a:t>
            </a:r>
            <a:r>
              <a:rPr sz="1600" spc="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3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</a:t>
            </a:r>
            <a:r>
              <a:rPr sz="1600" spc="4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5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2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5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ú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 dent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3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6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tubo</a:t>
            </a:r>
            <a:r>
              <a:rPr sz="1600" spc="48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ta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em</a:t>
            </a:r>
            <a:r>
              <a:rPr sz="1600" spc="5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equ</a:t>
            </a:r>
            <a:r>
              <a:rPr sz="1600" spc="4" dirty="0" smtClean="0">
                <a:latin typeface="Arial"/>
                <a:cs typeface="Arial"/>
              </a:rPr>
              <a:t>il</a:t>
            </a:r>
            <a:r>
              <a:rPr sz="1600" spc="0" dirty="0" smtClean="0">
                <a:latin typeface="Arial"/>
                <a:cs typeface="Arial"/>
              </a:rPr>
              <a:t>íb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 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tát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9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om</a:t>
            </a:r>
            <a:r>
              <a:rPr sz="1600" spc="5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6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f</a:t>
            </a:r>
            <a:r>
              <a:rPr sz="1600" spc="9" dirty="0" smtClean="0">
                <a:latin typeface="Arial"/>
                <a:cs typeface="Arial"/>
              </a:rPr>
              <a:t>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</a:t>
            </a:r>
            <a:r>
              <a:rPr sz="1600" spc="5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8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2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62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r</a:t>
            </a:r>
            <a:r>
              <a:rPr sz="1600" spc="7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x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0" dirty="0" smtClean="0">
                <a:latin typeface="Arial"/>
                <a:cs typeface="Arial"/>
              </a:rPr>
              <a:t>a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ob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60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upe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14" dirty="0" smtClean="0">
                <a:latin typeface="Arial"/>
                <a:cs typeface="Arial"/>
              </a:rPr>
              <a:t>f</a:t>
            </a:r>
            <a:r>
              <a:rPr sz="1600" spc="0" dirty="0" smtClean="0">
                <a:latin typeface="Arial"/>
                <a:cs typeface="Arial"/>
              </a:rPr>
              <a:t>í</a:t>
            </a: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9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liv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3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4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ú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na</a:t>
            </a:r>
            <a:r>
              <a:rPr sz="1600" spc="4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ba</a:t>
            </a: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0" dirty="0" smtClean="0">
                <a:latin typeface="Arial"/>
                <a:cs typeface="Arial"/>
              </a:rPr>
              <a:t>a,</a:t>
            </a:r>
            <a:r>
              <a:rPr sz="1600" spc="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-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m,</a:t>
            </a:r>
            <a:r>
              <a:rPr sz="1600" spc="2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def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u</a:t>
            </a:r>
            <a:r>
              <a:rPr sz="1600" spc="1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</a:t>
            </a:r>
            <a:r>
              <a:rPr sz="1600" spc="3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6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14" dirty="0" smtClean="0">
                <a:latin typeface="Arial"/>
                <a:cs typeface="Arial"/>
              </a:rPr>
              <a:t>t</a:t>
            </a:r>
            <a:r>
              <a:rPr sz="1600" spc="0" dirty="0" smtClean="0">
                <a:latin typeface="Arial"/>
                <a:cs typeface="Arial"/>
              </a:rPr>
              <a:t>mo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f</a:t>
            </a:r>
            <a:r>
              <a:rPr sz="1600" spc="9" dirty="0" smtClean="0">
                <a:latin typeface="Arial"/>
                <a:cs typeface="Arial"/>
              </a:rPr>
              <a:t>é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a 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-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l</a:t>
            </a:r>
            <a:r>
              <a:rPr sz="1600" spc="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11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apaz</a:t>
            </a:r>
            <a:r>
              <a:rPr sz="1600" spc="-2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d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ar</a:t>
            </a:r>
            <a:r>
              <a:rPr sz="1600" spc="-1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uma</a:t>
            </a:r>
            <a:r>
              <a:rPr sz="1600" spc="13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una</a:t>
            </a:r>
            <a:r>
              <a:rPr sz="1600" spc="-1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9" dirty="0" smtClean="0">
                <a:latin typeface="Arial"/>
                <a:cs typeface="Arial"/>
              </a:rPr>
              <a:t>ú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2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em</a:t>
            </a:r>
            <a:r>
              <a:rPr sz="1600" spc="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760</a:t>
            </a:r>
            <a:r>
              <a:rPr sz="1600" spc="14" dirty="0" smtClean="0">
                <a:latin typeface="Arial"/>
                <a:cs typeface="Arial"/>
              </a:rPr>
              <a:t>m</a:t>
            </a:r>
            <a:r>
              <a:rPr sz="1600" spc="0" dirty="0" smtClean="0">
                <a:latin typeface="Arial"/>
                <a:cs typeface="Arial"/>
              </a:rPr>
              <a:t>m,</a:t>
            </a:r>
            <a:r>
              <a:rPr sz="1600" spc="-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def</a:t>
            </a:r>
            <a:r>
              <a:rPr sz="1600" spc="1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ndo</a:t>
            </a:r>
            <a:r>
              <a:rPr sz="1600" spc="-2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modo</a:t>
            </a:r>
            <a:r>
              <a:rPr sz="1600" spc="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 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5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atmo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f</a:t>
            </a:r>
            <a:r>
              <a:rPr sz="1600" spc="9" dirty="0" smtClean="0">
                <a:latin typeface="Arial"/>
                <a:cs typeface="Arial"/>
              </a:rPr>
              <a:t>é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8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pad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ão.</a:t>
            </a:r>
            <a:endParaRPr sz="1600">
              <a:latin typeface="Arial"/>
              <a:cs typeface="Arial"/>
            </a:endParaRPr>
          </a:p>
          <a:p>
            <a:pPr marL="12801" marR="250" indent="0" algn="just">
              <a:lnSpc>
                <a:spcPct val="100328"/>
              </a:lnSpc>
              <a:spcBef>
                <a:spcPts val="380"/>
              </a:spcBef>
            </a:pP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7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ú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1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foi</a:t>
            </a:r>
            <a:r>
              <a:rPr sz="1600" spc="6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ut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-4" dirty="0" smtClean="0">
                <a:latin typeface="Arial"/>
                <a:cs typeface="Arial"/>
              </a:rPr>
              <a:t>l</a:t>
            </a:r>
            <a:r>
              <a:rPr sz="1600" spc="4" dirty="0" smtClean="0">
                <a:latin typeface="Arial"/>
                <a:cs typeface="Arial"/>
              </a:rPr>
              <a:t>iz</a:t>
            </a:r>
            <a:r>
              <a:rPr sz="1600" spc="0" dirty="0" smtClean="0">
                <a:latin typeface="Arial"/>
                <a:cs typeface="Arial"/>
              </a:rPr>
              <a:t>ado</a:t>
            </a:r>
            <a:r>
              <a:rPr sz="1600" spc="2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na</a:t>
            </a:r>
            <a:r>
              <a:rPr sz="1600" spc="6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x</a:t>
            </a:r>
            <a:r>
              <a:rPr sz="1600" spc="0" dirty="0" smtClean="0">
                <a:latin typeface="Arial"/>
                <a:cs typeface="Arial"/>
              </a:rPr>
              <a:t>pe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ên</a:t>
            </a:r>
            <a:r>
              <a:rPr sz="1600" spc="-4" dirty="0" smtClean="0">
                <a:latin typeface="Arial"/>
                <a:cs typeface="Arial"/>
              </a:rPr>
              <a:t>c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a de</a:t>
            </a:r>
            <a:r>
              <a:rPr sz="1600" spc="-4" dirty="0" smtClean="0">
                <a:latin typeface="Arial"/>
                <a:cs typeface="Arial"/>
              </a:rPr>
              <a:t>v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3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5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su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5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-9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ada</a:t>
            </a:r>
            <a:r>
              <a:rPr sz="1600" spc="2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-9" dirty="0" smtClean="0">
                <a:latin typeface="Arial"/>
                <a:cs typeface="Arial"/>
              </a:rPr>
              <a:t>n</a:t>
            </a:r>
            <a:r>
              <a:rPr sz="1600" spc="4" dirty="0" smtClean="0">
                <a:latin typeface="Arial"/>
                <a:cs typeface="Arial"/>
              </a:rPr>
              <a:t>si</a:t>
            </a:r>
            <a:r>
              <a:rPr sz="1600" spc="0" dirty="0" smtClean="0">
                <a:latin typeface="Arial"/>
                <a:cs typeface="Arial"/>
              </a:rPr>
              <a:t>dade,</a:t>
            </a:r>
            <a:r>
              <a:rPr sz="1600" spc="13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7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82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í</a:t>
            </a:r>
            <a:r>
              <a:rPr sz="1600" spc="-9" dirty="0" smtClean="0">
                <a:latin typeface="Arial"/>
                <a:cs typeface="Arial"/>
              </a:rPr>
              <a:t>q</a:t>
            </a:r>
            <a:r>
              <a:rPr sz="1600" spc="0" dirty="0" smtClean="0">
                <a:latin typeface="Arial"/>
                <a:cs typeface="Arial"/>
              </a:rPr>
              <a:t>u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do fo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2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água,</a:t>
            </a:r>
            <a:r>
              <a:rPr sz="1600" spc="-2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25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una</a:t>
            </a:r>
            <a:r>
              <a:rPr sz="1600" spc="-2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2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0" dirty="0" smtClean="0">
                <a:latin typeface="Arial"/>
                <a:cs typeface="Arial"/>
              </a:rPr>
              <a:t>r</a:t>
            </a:r>
            <a:r>
              <a:rPr sz="1600" spc="1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ma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s</a:t>
            </a:r>
            <a:r>
              <a:rPr sz="1600" spc="-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10</a:t>
            </a:r>
            <a:r>
              <a:rPr sz="1600" spc="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14" dirty="0" smtClean="0">
                <a:latin typeface="Arial"/>
                <a:cs typeface="Arial"/>
              </a:rPr>
              <a:t>t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os</a:t>
            </a:r>
            <a:r>
              <a:rPr sz="1600" spc="-1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tu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ha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er</a:t>
            </a:r>
            <a:r>
              <a:rPr sz="1600" spc="-2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equ</a:t>
            </a:r>
            <a:r>
              <a:rPr sz="1600" spc="4" dirty="0" smtClean="0">
                <a:latin typeface="Arial"/>
                <a:cs typeface="Arial"/>
              </a:rPr>
              <a:t>il</a:t>
            </a:r>
            <a:r>
              <a:rPr sz="1600" spc="0" dirty="0" smtClean="0">
                <a:latin typeface="Arial"/>
                <a:cs typeface="Arial"/>
              </a:rPr>
              <a:t>íb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o,</a:t>
            </a:r>
            <a:r>
              <a:rPr sz="1600" spc="-3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s a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água</a:t>
            </a:r>
            <a:r>
              <a:rPr sz="1600" spc="-3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é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39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d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14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z</a:t>
            </a:r>
            <a:r>
              <a:rPr sz="1600" spc="0" dirty="0" smtClean="0">
                <a:latin typeface="Arial"/>
                <a:cs typeface="Arial"/>
              </a:rPr>
              <a:t>es</a:t>
            </a:r>
            <a:r>
              <a:rPr sz="1600" spc="-3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ma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s</a:t>
            </a:r>
            <a:r>
              <a:rPr sz="1600" spc="-28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2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que</a:t>
            </a:r>
            <a:r>
              <a:rPr sz="1600" spc="-2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9" dirty="0" smtClean="0">
                <a:latin typeface="Arial"/>
                <a:cs typeface="Arial"/>
              </a:rPr>
              <a:t>ú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726192"/>
            <a:ext cx="174801" cy="177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8384" y="2508003"/>
            <a:ext cx="174801" cy="177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8384" y="3780543"/>
            <a:ext cx="174801" cy="177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8384" y="5051558"/>
            <a:ext cx="174801" cy="177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4344802" y="3273552"/>
            <a:ext cx="1705355" cy="2852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0017" y="935527"/>
            <a:ext cx="438114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-21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125" dirty="0" smtClean="0">
                <a:solidFill>
                  <a:srgbClr val="00CC65"/>
                </a:solidFill>
                <a:latin typeface="Arial"/>
                <a:cs typeface="Arial"/>
              </a:rPr>
              <a:t>B</a:t>
            </a:r>
            <a:r>
              <a:rPr sz="2800" spc="114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2800" spc="70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103" dirty="0" smtClean="0">
                <a:solidFill>
                  <a:srgbClr val="00CC65"/>
                </a:solidFill>
                <a:latin typeface="Arial"/>
                <a:cs typeface="Arial"/>
              </a:rPr>
              <a:t>ô</a:t>
            </a:r>
            <a:r>
              <a:rPr sz="2800" spc="173" dirty="0" smtClean="0">
                <a:solidFill>
                  <a:srgbClr val="00CC65"/>
                </a:solidFill>
                <a:latin typeface="Arial"/>
                <a:cs typeface="Arial"/>
              </a:rPr>
              <a:t>m</a:t>
            </a:r>
            <a:r>
              <a:rPr sz="2800" spc="114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59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70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2800" spc="108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6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28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2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2800" spc="-7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2800" spc="135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2800" spc="154" dirty="0" smtClean="0">
                <a:solidFill>
                  <a:srgbClr val="00CC65"/>
                </a:solidFill>
                <a:latin typeface="Arial"/>
                <a:cs typeface="Arial"/>
              </a:rPr>
              <a:t>rr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2800" spc="158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2800" spc="-1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2800" spc="160" dirty="0" smtClean="0">
                <a:solidFill>
                  <a:srgbClr val="00CC65"/>
                </a:solidFill>
                <a:latin typeface="Arial"/>
                <a:cs typeface="Arial"/>
              </a:rPr>
              <a:t>ll</a:t>
            </a:r>
            <a:r>
              <a:rPr sz="2800" spc="155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1289" y="1685382"/>
            <a:ext cx="7681621" cy="12064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2349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4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fo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,</a:t>
            </a:r>
            <a:r>
              <a:rPr sz="1600" spc="-45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T</a:t>
            </a:r>
            <a:r>
              <a:rPr sz="1600" spc="9" dirty="0" smtClean="0">
                <a:latin typeface="Arial"/>
                <a:cs typeface="Arial"/>
              </a:rPr>
              <a:t>or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ll</a:t>
            </a:r>
            <a:r>
              <a:rPr sz="1600" spc="0" dirty="0" smtClean="0">
                <a:latin typeface="Arial"/>
                <a:cs typeface="Arial"/>
              </a:rPr>
              <a:t>i</a:t>
            </a:r>
            <a:r>
              <a:rPr sz="1600" spc="-60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on</a:t>
            </a:r>
            <a:r>
              <a:rPr sz="1600" spc="-4" dirty="0" smtClean="0">
                <a:latin typeface="Arial"/>
                <a:cs typeface="Arial"/>
              </a:rPr>
              <a:t>c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-9" dirty="0" smtClean="0">
                <a:latin typeface="Arial"/>
                <a:cs typeface="Arial"/>
              </a:rPr>
              <a:t>u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u</a:t>
            </a:r>
            <a:r>
              <a:rPr sz="1600" spc="-58" dirty="0" smtClean="0">
                <a:latin typeface="Arial"/>
                <a:cs typeface="Arial"/>
              </a:rPr>
              <a:t> </a:t>
            </a:r>
            <a:r>
              <a:rPr sz="1600" spc="-9" dirty="0" smtClean="0">
                <a:latin typeface="Arial"/>
                <a:cs typeface="Arial"/>
              </a:rPr>
              <a:t>q</a:t>
            </a:r>
            <a:r>
              <a:rPr sz="1600" spc="0" dirty="0" smtClean="0">
                <a:latin typeface="Arial"/>
                <a:cs typeface="Arial"/>
              </a:rPr>
              <a:t>ue</a:t>
            </a:r>
            <a:r>
              <a:rPr sz="1600" spc="-2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as</a:t>
            </a:r>
            <a:r>
              <a:rPr sz="1600" spc="-36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-9" dirty="0" smtClean="0">
                <a:latin typeface="Arial"/>
                <a:cs typeface="Arial"/>
              </a:rPr>
              <a:t>õ</a:t>
            </a:r>
            <a:r>
              <a:rPr sz="1600" spc="4" dirty="0" smtClean="0">
                <a:latin typeface="Arial"/>
                <a:cs typeface="Arial"/>
              </a:rPr>
              <a:t>e</a:t>
            </a:r>
            <a:r>
              <a:rPr sz="1600" spc="0" dirty="0" smtClean="0">
                <a:latin typeface="Arial"/>
                <a:cs typeface="Arial"/>
              </a:rPr>
              <a:t>s</a:t>
            </a:r>
            <a:r>
              <a:rPr sz="1600" spc="-6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mo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-79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q</a:t>
            </a:r>
            <a:r>
              <a:rPr sz="1600" spc="0" dirty="0" smtClean="0">
                <a:latin typeface="Arial"/>
                <a:cs typeface="Arial"/>
              </a:rPr>
              <a:t>ue</a:t>
            </a:r>
            <a:r>
              <a:rPr sz="1600" spc="-2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ão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424"/>
              </a:lnSpc>
            </a:pPr>
            <a:r>
              <a:rPr sz="1600" spc="0" dirty="0" smtClean="0">
                <a:latin typeface="Arial"/>
                <a:cs typeface="Arial"/>
              </a:rPr>
              <a:t>atmo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f</a:t>
            </a:r>
            <a:r>
              <a:rPr sz="1600" spc="9" dirty="0" smtClean="0">
                <a:latin typeface="Arial"/>
                <a:cs typeface="Arial"/>
              </a:rPr>
              <a:t>é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8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pod</a:t>
            </a:r>
            <a:r>
              <a:rPr sz="1600" spc="-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39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ar</a:t>
            </a:r>
            <a:r>
              <a:rPr sz="1600" spc="-3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uas</a:t>
            </a:r>
            <a:r>
              <a:rPr sz="1600" spc="-2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f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utua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ões</a:t>
            </a:r>
            <a:r>
              <a:rPr sz="1600" spc="-6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am</a:t>
            </a:r>
            <a:r>
              <a:rPr sz="1600" spc="-1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me</a:t>
            </a:r>
            <a:r>
              <a:rPr sz="1600" spc="4" dirty="0" smtClean="0">
                <a:latin typeface="Arial"/>
                <a:cs typeface="Arial"/>
              </a:rPr>
              <a:t>di</a:t>
            </a:r>
            <a:r>
              <a:rPr sz="1600" spc="0" dirty="0" smtClean="0">
                <a:latin typeface="Arial"/>
                <a:cs typeface="Arial"/>
              </a:rPr>
              <a:t>das</a:t>
            </a:r>
            <a:r>
              <a:rPr sz="1600" spc="-5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30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6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na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tu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3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da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una</a:t>
            </a:r>
            <a:r>
              <a:rPr sz="1600" spc="-4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ú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o.</a:t>
            </a:r>
            <a:r>
              <a:rPr sz="1600" spc="-66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T</a:t>
            </a:r>
            <a:r>
              <a:rPr sz="1600" spc="9" dirty="0" smtClean="0">
                <a:latin typeface="Arial"/>
                <a:cs typeface="Arial"/>
              </a:rPr>
              <a:t>or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ll</a:t>
            </a:r>
            <a:r>
              <a:rPr sz="1600" spc="0" dirty="0" smtClean="0">
                <a:latin typeface="Arial"/>
                <a:cs typeface="Arial"/>
              </a:rPr>
              <a:t>i</a:t>
            </a:r>
            <a:r>
              <a:rPr sz="1600" spc="-6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não</a:t>
            </a:r>
            <a:r>
              <a:rPr sz="1600" spc="-2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apenas</a:t>
            </a:r>
            <a:r>
              <a:rPr sz="1600" spc="-4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demon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o</a:t>
            </a:r>
            <a:r>
              <a:rPr sz="1600" spc="0" dirty="0" smtClean="0">
                <a:latin typeface="Arial"/>
                <a:cs typeface="Arial"/>
              </a:rPr>
              <a:t>u</a:t>
            </a:r>
            <a:r>
              <a:rPr sz="1600" spc="-8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 e</a:t>
            </a:r>
            <a:r>
              <a:rPr sz="1600" spc="-4" dirty="0" smtClean="0">
                <a:latin typeface="Arial"/>
                <a:cs typeface="Arial"/>
              </a:rPr>
              <a:t>x</a:t>
            </a:r>
            <a:r>
              <a:rPr sz="1600" spc="4" dirty="0" smtClean="0">
                <a:latin typeface="Arial"/>
                <a:cs typeface="Arial"/>
              </a:rPr>
              <a:t>is</a:t>
            </a:r>
            <a:r>
              <a:rPr sz="1600" spc="0" dirty="0" smtClean="0">
                <a:latin typeface="Arial"/>
                <a:cs typeface="Arial"/>
              </a:rPr>
              <a:t>tên</a:t>
            </a: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7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da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5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ar</a:t>
            </a:r>
            <a:r>
              <a:rPr sz="1600" spc="0" dirty="0" smtClean="0">
                <a:latin typeface="Arial"/>
                <a:cs typeface="Arial"/>
              </a:rPr>
              <a:t>, mas</a:t>
            </a:r>
            <a:r>
              <a:rPr sz="1600" spc="-25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entou</a:t>
            </a:r>
            <a:r>
              <a:rPr sz="1600" spc="-6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pa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ho</a:t>
            </a:r>
            <a:r>
              <a:rPr sz="1600" spc="-62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apaz</a:t>
            </a:r>
            <a:r>
              <a:rPr sz="1600" spc="-3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-17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ea</a:t>
            </a:r>
            <a:r>
              <a:rPr sz="1600" spc="4" dirty="0" smtClean="0">
                <a:latin typeface="Arial"/>
                <a:cs typeface="Arial"/>
              </a:rPr>
              <a:t>liz</a:t>
            </a:r>
            <a:r>
              <a:rPr sz="1600" spc="0" dirty="0" smtClean="0">
                <a:latin typeface="Arial"/>
                <a:cs typeface="Arial"/>
              </a:rPr>
              <a:t>ar</a:t>
            </a:r>
            <a:r>
              <a:rPr sz="1600" spc="-52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ua</a:t>
            </a:r>
            <a:r>
              <a:rPr sz="1600" spc="-2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me</a:t>
            </a:r>
            <a:r>
              <a:rPr sz="1600" spc="9" dirty="0" smtClean="0">
                <a:latin typeface="Arial"/>
                <a:cs typeface="Arial"/>
              </a:rPr>
              <a:t>d</a:t>
            </a:r>
            <a:r>
              <a:rPr sz="1600" spc="4" dirty="0" smtClean="0">
                <a:latin typeface="Arial"/>
                <a:cs typeface="Arial"/>
              </a:rPr>
              <a:t>id</a:t>
            </a:r>
            <a:r>
              <a:rPr sz="1600" spc="0" dirty="0" smtClean="0">
                <a:latin typeface="Arial"/>
                <a:cs typeface="Arial"/>
              </a:rPr>
              <a:t>a,</a:t>
            </a:r>
            <a:r>
              <a:rPr sz="1600" spc="-5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ba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9" dirty="0" smtClean="0">
                <a:latin typeface="Arial"/>
                <a:cs typeface="Arial"/>
              </a:rPr>
              <a:t>ô</a:t>
            </a:r>
            <a:r>
              <a:rPr sz="1600" spc="0" dirty="0" smtClean="0">
                <a:latin typeface="Arial"/>
                <a:cs typeface="Arial"/>
              </a:rPr>
              <a:t>me</a:t>
            </a:r>
            <a:r>
              <a:rPr sz="1600" spc="14" dirty="0" smtClean="0">
                <a:latin typeface="Arial"/>
                <a:cs typeface="Arial"/>
              </a:rPr>
              <a:t>t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62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omo</a:t>
            </a:r>
            <a:r>
              <a:rPr sz="1600" spc="-3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pode</a:t>
            </a:r>
            <a:r>
              <a:rPr sz="1600" spc="-35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 ob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ar</a:t>
            </a:r>
            <a:r>
              <a:rPr sz="1600" spc="-6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na</a:t>
            </a:r>
            <a:r>
              <a:rPr sz="1600" spc="-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f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gu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a.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8384" y="1726192"/>
            <a:ext cx="174801" cy="177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2519034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Exerc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7251"/>
            <a:ext cx="800712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1</a:t>
            </a:r>
            <a:r>
              <a:rPr sz="3200" spc="0" dirty="0" smtClean="0">
                <a:latin typeface="Arial"/>
                <a:cs typeface="Arial"/>
              </a:rPr>
              <a:t>)</a:t>
            </a:r>
            <a:r>
              <a:rPr sz="3200" spc="214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U</a:t>
            </a:r>
            <a:r>
              <a:rPr sz="3200" spc="-4" dirty="0" smtClean="0">
                <a:latin typeface="Arial"/>
                <a:cs typeface="Arial"/>
              </a:rPr>
              <a:t>m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184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pla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209" dirty="0" smtClean="0">
                <a:latin typeface="Arial"/>
                <a:cs typeface="Arial"/>
              </a:rPr>
              <a:t> 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ula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214" dirty="0" smtClean="0">
                <a:latin typeface="Arial"/>
                <a:cs typeface="Arial"/>
              </a:rPr>
              <a:t> 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19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m</a:t>
            </a:r>
            <a:r>
              <a:rPr sz="3200" spc="21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diâme</a:t>
            </a:r>
            <a:r>
              <a:rPr sz="3200" spc="0" dirty="0" smtClean="0">
                <a:latin typeface="Arial"/>
                <a:cs typeface="Arial"/>
              </a:rPr>
              <a:t>tro</a:t>
            </a:r>
            <a:r>
              <a:rPr sz="3200" spc="21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ig</a:t>
            </a:r>
            <a:r>
              <a:rPr sz="3200" spc="-19" dirty="0" smtClean="0">
                <a:latin typeface="Arial"/>
                <a:cs typeface="Arial"/>
              </a:rPr>
              <a:t>u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l</a:t>
            </a:r>
            <a:r>
              <a:rPr sz="3200" spc="21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720104"/>
            <a:ext cx="31150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0"/>
              </a:lnSpc>
              <a:spcBef>
                <a:spcPts val="127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89" y="2027395"/>
            <a:ext cx="8006697" cy="8224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70"/>
              </a:lnSpc>
              <a:spcBef>
                <a:spcPts val="393"/>
              </a:spcBef>
              <a:tabLst>
                <a:tab pos="749300" algn="l"/>
                <a:tab pos="1079500" algn="l"/>
                <a:tab pos="1422400" algn="l"/>
                <a:tab pos="1816100" algn="l"/>
                <a:tab pos="2425700" algn="l"/>
                <a:tab pos="3175000" algn="l"/>
                <a:tab pos="3441700" algn="l"/>
                <a:tab pos="4229100" algn="l"/>
                <a:tab pos="4851400" algn="l"/>
                <a:tab pos="5156200" algn="l"/>
                <a:tab pos="5918200" algn="l"/>
                <a:tab pos="6108700" algn="l"/>
                <a:tab pos="6946900" algn="l"/>
              </a:tabLst>
            </a:pPr>
            <a:r>
              <a:rPr sz="3200" spc="-4" dirty="0" smtClean="0">
                <a:latin typeface="Arial"/>
                <a:cs typeface="Arial"/>
              </a:rPr>
              <a:t>0</a:t>
            </a:r>
            <a:r>
              <a:rPr sz="3200" spc="0" dirty="0" smtClean="0">
                <a:latin typeface="Arial"/>
                <a:cs typeface="Arial"/>
              </a:rPr>
              <a:t>,</a:t>
            </a:r>
            <a:r>
              <a:rPr sz="3200" spc="-4" dirty="0" smtClean="0">
                <a:latin typeface="Arial"/>
                <a:cs typeface="Arial"/>
              </a:rPr>
              <a:t>5</a:t>
            </a:r>
            <a:r>
              <a:rPr sz="3200" spc="0" dirty="0" smtClean="0">
                <a:latin typeface="Arial"/>
                <a:cs typeface="Arial"/>
              </a:rPr>
              <a:t>m	</a:t>
            </a: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-19" dirty="0" smtClean="0">
                <a:latin typeface="Arial"/>
                <a:cs typeface="Arial"/>
              </a:rPr>
              <a:t>o</a:t>
            </a:r>
            <a:r>
              <a:rPr sz="3200" spc="4" dirty="0" smtClean="0">
                <a:latin typeface="Arial"/>
                <a:cs typeface="Arial"/>
              </a:rPr>
              <a:t>ss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0" dirty="0" smtClean="0">
                <a:latin typeface="Arial"/>
                <a:cs typeface="Arial"/>
              </a:rPr>
              <a:t>i	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0" dirty="0" smtClean="0">
                <a:latin typeface="Arial"/>
                <a:cs typeface="Arial"/>
              </a:rPr>
              <a:t>m	</a:t>
            </a:r>
            <a:r>
              <a:rPr sz="3200" spc="-4" dirty="0" smtClean="0">
                <a:latin typeface="Arial"/>
                <a:cs typeface="Arial"/>
              </a:rPr>
              <a:t>pe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o	</a:t>
            </a:r>
            <a:r>
              <a:rPr sz="3200" spc="-19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	</a:t>
            </a:r>
            <a:r>
              <a:rPr sz="3200" spc="-4" dirty="0" smtClean="0">
                <a:latin typeface="Arial"/>
                <a:cs typeface="Arial"/>
              </a:rPr>
              <a:t>200</a:t>
            </a:r>
            <a:r>
              <a:rPr sz="3200" spc="0" dirty="0" smtClean="0">
                <a:latin typeface="Arial"/>
                <a:cs typeface="Arial"/>
              </a:rPr>
              <a:t>N,	</a:t>
            </a:r>
            <a:r>
              <a:rPr sz="3200" spc="-4" dirty="0" smtClean="0">
                <a:latin typeface="Arial"/>
                <a:cs typeface="Arial"/>
              </a:rPr>
              <a:t>de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m</a:t>
            </a:r>
            <a:r>
              <a:rPr sz="3200" spc="-14" dirty="0" smtClean="0">
                <a:latin typeface="Arial"/>
                <a:cs typeface="Arial"/>
              </a:rPr>
              <a:t>i</a:t>
            </a:r>
            <a:r>
              <a:rPr sz="3200" spc="-4" dirty="0" smtClean="0">
                <a:latin typeface="Arial"/>
                <a:cs typeface="Arial"/>
              </a:rPr>
              <a:t>n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m	Pa	a	</a:t>
            </a: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sã</a:t>
            </a:r>
            <a:r>
              <a:rPr sz="3200" spc="0" dirty="0" smtClean="0">
                <a:latin typeface="Arial"/>
                <a:cs typeface="Arial"/>
              </a:rPr>
              <a:t>o	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x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id</a:t>
            </a:r>
            <a:r>
              <a:rPr sz="3200" spc="0" dirty="0" smtClean="0">
                <a:latin typeface="Arial"/>
                <a:cs typeface="Arial"/>
              </a:rPr>
              <a:t>a	</a:t>
            </a:r>
            <a:r>
              <a:rPr sz="3200" spc="-4" dirty="0" smtClean="0">
                <a:latin typeface="Arial"/>
                <a:cs typeface="Arial"/>
              </a:rPr>
              <a:t>po</a:t>
            </a:r>
            <a:r>
              <a:rPr sz="3200" spc="0" dirty="0" smtClean="0">
                <a:latin typeface="Arial"/>
                <a:cs typeface="Arial"/>
              </a:rPr>
              <a:t>r	</a:t>
            </a:r>
            <a:r>
              <a:rPr sz="3200" spc="-4" dirty="0" smtClean="0">
                <a:latin typeface="Arial"/>
                <a:cs typeface="Arial"/>
              </a:rPr>
              <a:t>es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a	</a:t>
            </a: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-14" dirty="0" smtClean="0">
                <a:latin typeface="Arial"/>
                <a:cs typeface="Arial"/>
              </a:rPr>
              <a:t>l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2809207"/>
            <a:ext cx="3377165" cy="8224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70"/>
              </a:lnSpc>
              <a:spcBef>
                <a:spcPts val="393"/>
              </a:spcBef>
              <a:tabLst>
                <a:tab pos="1549400" algn="l"/>
                <a:tab pos="1955800" algn="l"/>
              </a:tabLst>
            </a:pPr>
            <a:r>
              <a:rPr sz="3200" spc="-4" dirty="0" smtClean="0">
                <a:latin typeface="Arial"/>
                <a:cs typeface="Arial"/>
              </a:rPr>
              <a:t>quand</a:t>
            </a:r>
            <a:r>
              <a:rPr sz="3200" spc="0" dirty="0" smtClean="0">
                <a:latin typeface="Arial"/>
                <a:cs typeface="Arial"/>
              </a:rPr>
              <a:t>o	a	</a:t>
            </a:r>
            <a:r>
              <a:rPr sz="3200" spc="-4" dirty="0" smtClean="0">
                <a:latin typeface="Arial"/>
                <a:cs typeface="Arial"/>
              </a:rPr>
              <a:t>me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19" dirty="0" smtClean="0">
                <a:latin typeface="Arial"/>
                <a:cs typeface="Arial"/>
              </a:rPr>
              <a:t>m</a:t>
            </a:r>
            <a:r>
              <a:rPr sz="3200" spc="0" dirty="0" smtClean="0">
                <a:latin typeface="Arial"/>
                <a:cs typeface="Arial"/>
              </a:rPr>
              <a:t>a 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olo</a:t>
            </a:r>
            <a:r>
              <a:rPr sz="3200" spc="0" dirty="0" smtClean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49537" y="2809207"/>
            <a:ext cx="453884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1384300" algn="l"/>
                <a:tab pos="3022600" algn="l"/>
                <a:tab pos="4216400" algn="l"/>
              </a:tabLst>
            </a:pP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r	</a:t>
            </a:r>
            <a:r>
              <a:rPr sz="3200" spc="-4" dirty="0" smtClean="0">
                <a:latin typeface="Arial"/>
                <a:cs typeface="Arial"/>
              </a:rPr>
              <a:t>apoia</a:t>
            </a:r>
            <a:r>
              <a:rPr sz="3200" spc="-19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a	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ob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0" dirty="0" smtClean="0">
                <a:latin typeface="Arial"/>
                <a:cs typeface="Arial"/>
              </a:rPr>
              <a:t>e	o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4009521" y="2264663"/>
            <a:ext cx="0" cy="3745991"/>
          </a:xfrm>
          <a:custGeom>
            <a:avLst/>
            <a:gdLst/>
            <a:ahLst/>
            <a:cxnLst/>
            <a:rect l="l" t="t" r="r" b="b"/>
            <a:pathLst>
              <a:path h="3745991">
                <a:moveTo>
                  <a:pt x="0" y="0"/>
                </a:moveTo>
                <a:lnTo>
                  <a:pt x="0" y="3745991"/>
                </a:lnTo>
              </a:path>
            </a:pathLst>
          </a:custGeom>
          <a:ln w="134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977517" y="2264663"/>
            <a:ext cx="0" cy="3745991"/>
          </a:xfrm>
          <a:custGeom>
            <a:avLst/>
            <a:gdLst/>
            <a:ahLst/>
            <a:cxnLst/>
            <a:rect l="l" t="t" r="r" b="b"/>
            <a:pathLst>
              <a:path h="3745991">
                <a:moveTo>
                  <a:pt x="0" y="0"/>
                </a:moveTo>
                <a:lnTo>
                  <a:pt x="0" y="3745991"/>
                </a:lnTo>
              </a:path>
            </a:pathLst>
          </a:custGeom>
          <a:ln w="256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945513" y="2264663"/>
            <a:ext cx="0" cy="3745991"/>
          </a:xfrm>
          <a:custGeom>
            <a:avLst/>
            <a:gdLst/>
            <a:ahLst/>
            <a:cxnLst/>
            <a:rect l="l" t="t" r="r" b="b"/>
            <a:pathLst>
              <a:path h="3745991">
                <a:moveTo>
                  <a:pt x="0" y="0"/>
                </a:moveTo>
                <a:lnTo>
                  <a:pt x="0" y="3745991"/>
                </a:lnTo>
              </a:path>
            </a:pathLst>
          </a:custGeom>
          <a:ln w="134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16726" y="3183639"/>
            <a:ext cx="643121" cy="0"/>
          </a:xfrm>
          <a:custGeom>
            <a:avLst/>
            <a:gdLst/>
            <a:ahLst/>
            <a:cxnLst/>
            <a:rect l="l" t="t" r="r" b="b"/>
            <a:pathLst>
              <a:path w="643121">
                <a:moveTo>
                  <a:pt x="0" y="0"/>
                </a:moveTo>
                <a:lnTo>
                  <a:pt x="643121" y="0"/>
                </a:lnTo>
              </a:path>
            </a:pathLst>
          </a:custGeom>
          <a:ln w="1143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083186" y="4174235"/>
            <a:ext cx="752855" cy="0"/>
          </a:xfrm>
          <a:custGeom>
            <a:avLst/>
            <a:gdLst/>
            <a:ahLst/>
            <a:cxnLst/>
            <a:rect l="l" t="t" r="r" b="b"/>
            <a:pathLst>
              <a:path w="752855">
                <a:moveTo>
                  <a:pt x="0" y="0"/>
                </a:moveTo>
                <a:lnTo>
                  <a:pt x="752855" y="0"/>
                </a:lnTo>
              </a:path>
            </a:pathLst>
          </a:custGeom>
          <a:ln w="107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95283" y="3054102"/>
            <a:ext cx="231645" cy="0"/>
          </a:xfrm>
          <a:custGeom>
            <a:avLst/>
            <a:gdLst/>
            <a:ahLst/>
            <a:cxnLst/>
            <a:rect l="l" t="t" r="r" b="b"/>
            <a:pathLst>
              <a:path w="231645">
                <a:moveTo>
                  <a:pt x="0" y="0"/>
                </a:moveTo>
                <a:lnTo>
                  <a:pt x="231645" y="0"/>
                </a:lnTo>
              </a:path>
            </a:pathLst>
          </a:custGeom>
          <a:ln w="110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783457" y="4037076"/>
            <a:ext cx="880871" cy="0"/>
          </a:xfrm>
          <a:custGeom>
            <a:avLst/>
            <a:gdLst/>
            <a:ahLst/>
            <a:cxnLst/>
            <a:rect l="l" t="t" r="r" b="b"/>
            <a:pathLst>
              <a:path w="880871">
                <a:moveTo>
                  <a:pt x="0" y="0"/>
                </a:moveTo>
                <a:lnTo>
                  <a:pt x="880871" y="0"/>
                </a:lnTo>
              </a:path>
            </a:pathLst>
          </a:custGeom>
          <a:ln w="11436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10017" y="1034143"/>
            <a:ext cx="1884291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çã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13730" y="1034143"/>
            <a:ext cx="665077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99753" y="1034143"/>
            <a:ext cx="2520557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9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xerc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45823" y="2362038"/>
            <a:ext cx="2618435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51" dirty="0" smtClean="0">
                <a:latin typeface="Arial"/>
                <a:cs typeface="Arial"/>
              </a:rPr>
              <a:t>De</a:t>
            </a:r>
            <a:r>
              <a:rPr sz="1600" spc="16" dirty="0" smtClean="0">
                <a:latin typeface="Arial"/>
                <a:cs typeface="Arial"/>
              </a:rPr>
              <a:t>t</a:t>
            </a:r>
            <a:r>
              <a:rPr sz="1600" spc="44" dirty="0" smtClean="0">
                <a:latin typeface="Arial"/>
                <a:cs typeface="Arial"/>
              </a:rPr>
              <a:t>e</a:t>
            </a:r>
            <a:r>
              <a:rPr sz="1600" spc="26" dirty="0" smtClean="0">
                <a:latin typeface="Arial"/>
                <a:cs typeface="Arial"/>
              </a:rPr>
              <a:t>r</a:t>
            </a:r>
            <a:r>
              <a:rPr sz="1600" spc="77" dirty="0" smtClean="0">
                <a:latin typeface="Arial"/>
                <a:cs typeface="Arial"/>
              </a:rPr>
              <a:t>m</a:t>
            </a:r>
            <a:r>
              <a:rPr sz="1600" spc="17" dirty="0" smtClean="0">
                <a:latin typeface="Arial"/>
                <a:cs typeface="Arial"/>
              </a:rPr>
              <a:t>i</a:t>
            </a:r>
            <a:r>
              <a:rPr sz="1600" spc="39" dirty="0" smtClean="0">
                <a:latin typeface="Arial"/>
                <a:cs typeface="Arial"/>
              </a:rPr>
              <a:t>n</a:t>
            </a:r>
            <a:r>
              <a:rPr sz="1600" spc="44" dirty="0" smtClean="0">
                <a:latin typeface="Arial"/>
                <a:cs typeface="Arial"/>
              </a:rPr>
              <a:t>a</a:t>
            </a:r>
            <a:r>
              <a:rPr sz="1600" spc="39" dirty="0" smtClean="0">
                <a:latin typeface="Arial"/>
                <a:cs typeface="Arial"/>
              </a:rPr>
              <a:t>ç</a:t>
            </a:r>
            <a:r>
              <a:rPr sz="1600" spc="44" dirty="0" smtClean="0">
                <a:latin typeface="Arial"/>
                <a:cs typeface="Arial"/>
              </a:rPr>
              <a:t>ão</a:t>
            </a:r>
            <a:r>
              <a:rPr sz="1600" spc="47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d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71" dirty="0" smtClean="0">
                <a:latin typeface="Arial"/>
                <a:cs typeface="Arial"/>
              </a:rPr>
              <a:t> </a:t>
            </a:r>
            <a:r>
              <a:rPr sz="1600" spc="-5" dirty="0" smtClean="0">
                <a:latin typeface="Arial"/>
                <a:cs typeface="Arial"/>
              </a:rPr>
              <a:t>P</a:t>
            </a:r>
            <a:r>
              <a:rPr sz="1600" spc="85" dirty="0" smtClean="0">
                <a:latin typeface="Arial"/>
                <a:cs typeface="Arial"/>
              </a:rPr>
              <a:t>r</a:t>
            </a:r>
            <a:r>
              <a:rPr sz="1600" spc="-8" dirty="0" smtClean="0">
                <a:latin typeface="Arial"/>
                <a:cs typeface="Arial"/>
              </a:rPr>
              <a:t>e</a:t>
            </a:r>
            <a:r>
              <a:rPr sz="1600" spc="87" dirty="0" smtClean="0">
                <a:latin typeface="Arial"/>
                <a:cs typeface="Arial"/>
              </a:rPr>
              <a:t>ss</a:t>
            </a:r>
            <a:r>
              <a:rPr sz="1600" spc="-8" dirty="0" smtClean="0">
                <a:latin typeface="Arial"/>
                <a:cs typeface="Arial"/>
              </a:rPr>
              <a:t>ã</a:t>
            </a:r>
            <a:r>
              <a:rPr sz="1600" spc="75" dirty="0" smtClean="0">
                <a:latin typeface="Arial"/>
                <a:cs typeface="Arial"/>
              </a:rPr>
              <a:t>o</a:t>
            </a:r>
            <a:r>
              <a:rPr sz="1600" spc="84" dirty="0" smtClean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37093" y="2371182"/>
            <a:ext cx="1467904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Área</a:t>
            </a:r>
            <a:r>
              <a:rPr sz="1600" spc="152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d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71" dirty="0" smtClean="0">
                <a:latin typeface="Arial"/>
                <a:cs typeface="Arial"/>
              </a:rPr>
              <a:t> </a:t>
            </a:r>
            <a:r>
              <a:rPr sz="1600" spc="-5" dirty="0" smtClean="0">
                <a:latin typeface="Arial"/>
                <a:cs typeface="Arial"/>
              </a:rPr>
              <a:t>P</a:t>
            </a:r>
            <a:r>
              <a:rPr sz="1600" spc="85" dirty="0" smtClean="0">
                <a:latin typeface="Arial"/>
                <a:cs typeface="Arial"/>
              </a:rPr>
              <a:t>l</a:t>
            </a:r>
            <a:r>
              <a:rPr sz="1600" spc="-8" dirty="0" smtClean="0">
                <a:latin typeface="Arial"/>
                <a:cs typeface="Arial"/>
              </a:rPr>
              <a:t>a</a:t>
            </a:r>
            <a:r>
              <a:rPr sz="1600" spc="87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84" dirty="0" smtClean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010031" y="2728821"/>
            <a:ext cx="241518" cy="2926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116" dirty="0" smtClean="0">
                <a:latin typeface="Times New Roman"/>
                <a:cs typeface="Times New Roman"/>
              </a:rPr>
              <a:t>F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05544" y="2817366"/>
            <a:ext cx="687405" cy="33229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15"/>
              </a:lnSpc>
              <a:spcBef>
                <a:spcPts val="130"/>
              </a:spcBef>
            </a:pPr>
            <a:r>
              <a:rPr sz="2300" spc="-243" dirty="0" smtClean="0">
                <a:latin typeface="Meiryo"/>
                <a:cs typeface="Meiryo"/>
              </a:rPr>
              <a:t>π</a:t>
            </a:r>
            <a:r>
              <a:rPr sz="2300" spc="-139" dirty="0" smtClean="0">
                <a:latin typeface="Meiryo"/>
                <a:cs typeface="Meiryo"/>
              </a:rPr>
              <a:t> </a:t>
            </a:r>
            <a:r>
              <a:rPr sz="2150" spc="-210" dirty="0" smtClean="0">
                <a:latin typeface="Meiryo"/>
                <a:cs typeface="Meiryo"/>
              </a:rPr>
              <a:t>⋅</a:t>
            </a:r>
            <a:r>
              <a:rPr sz="2150" spc="-384" dirty="0" smtClean="0">
                <a:latin typeface="Meiryo"/>
                <a:cs typeface="Meiryo"/>
              </a:rPr>
              <a:t> </a:t>
            </a:r>
            <a:r>
              <a:rPr sz="2150" spc="10" dirty="0" smtClean="0">
                <a:latin typeface="Times New Roman"/>
                <a:cs typeface="Times New Roman"/>
              </a:rPr>
              <a:t>d</a:t>
            </a:r>
            <a:r>
              <a:rPr sz="2150" spc="-234" dirty="0" smtClean="0">
                <a:latin typeface="Times New Roman"/>
                <a:cs typeface="Times New Roman"/>
              </a:rPr>
              <a:t> </a:t>
            </a:r>
            <a:r>
              <a:rPr sz="1875" spc="6" baseline="44061" dirty="0" smtClean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28445" y="2890668"/>
            <a:ext cx="461798" cy="29690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0"/>
              </a:lnSpc>
              <a:spcBef>
                <a:spcPts val="117"/>
              </a:spcBef>
            </a:pPr>
            <a:r>
              <a:rPr sz="3150" spc="0" baseline="1380" dirty="0" smtClean="0">
                <a:latin typeface="Times New Roman"/>
                <a:cs typeface="Times New Roman"/>
              </a:rPr>
              <a:t>P</a:t>
            </a:r>
            <a:r>
              <a:rPr sz="3150" spc="166" baseline="1380" dirty="0" smtClean="0">
                <a:latin typeface="Times New Roman"/>
                <a:cs typeface="Times New Roman"/>
              </a:rPr>
              <a:t> </a:t>
            </a:r>
            <a:r>
              <a:rPr sz="2100" spc="-540" dirty="0" smtClean="0">
                <a:latin typeface="Meiryo"/>
                <a:cs typeface="Meiryo"/>
              </a:rPr>
              <a:t>=</a:t>
            </a:r>
            <a:endParaRPr sz="2100">
              <a:latin typeface="Meiryo"/>
              <a:cs typeface="Meiryo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52915" y="3014556"/>
            <a:ext cx="458785" cy="3057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410"/>
              </a:lnSpc>
              <a:spcBef>
                <a:spcPts val="120"/>
              </a:spcBef>
            </a:pPr>
            <a:r>
              <a:rPr sz="3225" spc="-356" baseline="1348" dirty="0" smtClean="0">
                <a:latin typeface="Times New Roman"/>
                <a:cs typeface="Times New Roman"/>
              </a:rPr>
              <a:t>A</a:t>
            </a:r>
            <a:r>
              <a:rPr sz="3225" spc="44" baseline="1348" dirty="0" smtClean="0">
                <a:latin typeface="Times New Roman"/>
                <a:cs typeface="Times New Roman"/>
              </a:rPr>
              <a:t> </a:t>
            </a:r>
            <a:r>
              <a:rPr sz="2150" spc="-397" dirty="0" smtClean="0">
                <a:latin typeface="Meiryo"/>
                <a:cs typeface="Meiryo"/>
              </a:rPr>
              <a:t>=</a:t>
            </a:r>
            <a:endParaRPr sz="2150">
              <a:latin typeface="Meiryo"/>
              <a:cs typeface="Meiryo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32891" y="3100677"/>
            <a:ext cx="241518" cy="2926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0" dirty="0" smtClean="0">
                <a:latin typeface="Times New Roman"/>
                <a:cs typeface="Times New Roman"/>
              </a:rPr>
              <a:t>A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61576" y="3232323"/>
            <a:ext cx="217564" cy="30138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15"/>
              </a:lnSpc>
              <a:spcBef>
                <a:spcPts val="115"/>
              </a:spcBef>
            </a:pPr>
            <a:r>
              <a:rPr sz="2150" spc="10" dirty="0" smtClean="0">
                <a:latin typeface="Times New Roman"/>
                <a:cs typeface="Times New Roman"/>
              </a:rPr>
              <a:t>4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10031" y="3701528"/>
            <a:ext cx="490962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latin typeface="Times New Roman"/>
                <a:cs typeface="Times New Roman"/>
              </a:rPr>
              <a:t>200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72016" y="3827961"/>
            <a:ext cx="797100" cy="3136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470"/>
              </a:lnSpc>
              <a:spcBef>
                <a:spcPts val="123"/>
              </a:spcBef>
            </a:pPr>
            <a:r>
              <a:rPr sz="2150" spc="-227" dirty="0" smtClean="0">
                <a:latin typeface="Meiryo"/>
                <a:cs typeface="Meiryo"/>
              </a:rPr>
              <a:t>π</a:t>
            </a:r>
            <a:r>
              <a:rPr sz="2150" spc="-124" dirty="0" smtClean="0">
                <a:latin typeface="Meiryo"/>
                <a:cs typeface="Meiryo"/>
              </a:rPr>
              <a:t> </a:t>
            </a:r>
            <a:r>
              <a:rPr sz="2050" spc="-207" dirty="0" smtClean="0">
                <a:latin typeface="Meiryo"/>
                <a:cs typeface="Meiryo"/>
              </a:rPr>
              <a:t>⋅</a:t>
            </a:r>
            <a:r>
              <a:rPr sz="2050" spc="-414" dirty="0" smtClean="0">
                <a:latin typeface="Meiryo"/>
                <a:cs typeface="Meiryo"/>
              </a:rPr>
              <a:t> </a:t>
            </a:r>
            <a:r>
              <a:rPr sz="2050" spc="-25" dirty="0" smtClean="0">
                <a:latin typeface="Times New Roman"/>
                <a:cs typeface="Times New Roman"/>
              </a:rPr>
              <a:t>0</a:t>
            </a:r>
            <a:r>
              <a:rPr sz="2050" spc="-29" dirty="0" smtClean="0">
                <a:latin typeface="Times New Roman"/>
                <a:cs typeface="Times New Roman"/>
              </a:rPr>
              <a:t>,</a:t>
            </a:r>
            <a:r>
              <a:rPr sz="2050" spc="19" dirty="0" smtClean="0">
                <a:latin typeface="Times New Roman"/>
                <a:cs typeface="Times New Roman"/>
              </a:rPr>
              <a:t>5</a:t>
            </a:r>
            <a:r>
              <a:rPr sz="1800" spc="0" baseline="43481" dirty="0" smtClean="0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12036" y="3867834"/>
            <a:ext cx="468290" cy="30410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95"/>
              </a:lnSpc>
              <a:spcBef>
                <a:spcPts val="119"/>
              </a:spcBef>
            </a:pPr>
            <a:r>
              <a:rPr sz="3225" spc="0" baseline="1348" dirty="0" smtClean="0">
                <a:latin typeface="Times New Roman"/>
                <a:cs typeface="Times New Roman"/>
              </a:rPr>
              <a:t>P</a:t>
            </a:r>
            <a:r>
              <a:rPr sz="3225" spc="134" baseline="1348" dirty="0" smtClean="0">
                <a:latin typeface="Times New Roman"/>
                <a:cs typeface="Times New Roman"/>
              </a:rPr>
              <a:t> </a:t>
            </a:r>
            <a:r>
              <a:rPr sz="2150" spc="-553" dirty="0" smtClean="0">
                <a:latin typeface="Meiryo"/>
                <a:cs typeface="Meiryo"/>
              </a:rPr>
              <a:t>=</a:t>
            </a:r>
            <a:endParaRPr sz="2150">
              <a:latin typeface="Meiryo"/>
              <a:cs typeface="Meiryo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648345" y="4014228"/>
            <a:ext cx="433406" cy="2888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75"/>
              </a:lnSpc>
              <a:spcBef>
                <a:spcPts val="113"/>
              </a:spcBef>
            </a:pPr>
            <a:r>
              <a:rPr sz="3075" spc="-355" baseline="1414" dirty="0" smtClean="0">
                <a:latin typeface="Times New Roman"/>
                <a:cs typeface="Times New Roman"/>
              </a:rPr>
              <a:t>A</a:t>
            </a:r>
            <a:r>
              <a:rPr sz="3075" spc="38" baseline="1414" dirty="0" smtClean="0">
                <a:latin typeface="Times New Roman"/>
                <a:cs typeface="Times New Roman"/>
              </a:rPr>
              <a:t> </a:t>
            </a:r>
            <a:r>
              <a:rPr sz="2050" spc="-395" dirty="0" smtClean="0">
                <a:latin typeface="Meiryo"/>
                <a:cs typeface="Meiryo"/>
              </a:rPr>
              <a:t>=</a:t>
            </a:r>
            <a:endParaRPr sz="2050">
              <a:latin typeface="Meiryo"/>
              <a:cs typeface="Meiryo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786002" y="4084052"/>
            <a:ext cx="939175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-50" dirty="0" smtClean="0">
                <a:latin typeface="Times New Roman"/>
                <a:cs typeface="Times New Roman"/>
              </a:rPr>
              <a:t>0</a:t>
            </a:r>
            <a:r>
              <a:rPr sz="2150" spc="-204" dirty="0" smtClean="0">
                <a:latin typeface="Times New Roman"/>
                <a:cs typeface="Times New Roman"/>
              </a:rPr>
              <a:t>,</a:t>
            </a:r>
            <a:r>
              <a:rPr sz="2150" spc="0" dirty="0" smtClean="0">
                <a:latin typeface="Times New Roman"/>
                <a:cs typeface="Times New Roman"/>
              </a:rPr>
              <a:t>19625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385960" y="4218014"/>
            <a:ext cx="206754" cy="2847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85"/>
              </a:lnSpc>
              <a:spcBef>
                <a:spcPts val="109"/>
              </a:spcBef>
            </a:pPr>
            <a:r>
              <a:rPr sz="2050" spc="0" dirty="0" smtClean="0">
                <a:latin typeface="Times New Roman"/>
                <a:cs typeface="Times New Roman"/>
              </a:rPr>
              <a:t>4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85319" y="4730414"/>
            <a:ext cx="1913529" cy="86464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85851">
              <a:lnSpc>
                <a:spcPts val="3120"/>
              </a:lnSpc>
              <a:spcBef>
                <a:spcPts val="156"/>
              </a:spcBef>
            </a:pPr>
            <a:r>
              <a:rPr sz="3600" spc="0" baseline="10870" dirty="0" smtClean="0">
                <a:latin typeface="Times New Roman"/>
                <a:cs typeface="Times New Roman"/>
              </a:rPr>
              <a:t>P</a:t>
            </a:r>
            <a:r>
              <a:rPr sz="3600" spc="170" baseline="10870" dirty="0" smtClean="0">
                <a:latin typeface="Times New Roman"/>
                <a:cs typeface="Times New Roman"/>
              </a:rPr>
              <a:t> </a:t>
            </a:r>
            <a:r>
              <a:rPr sz="3600" spc="-617" baseline="6445" dirty="0" smtClean="0">
                <a:latin typeface="Meiryo"/>
                <a:cs typeface="Meiryo"/>
              </a:rPr>
              <a:t>=</a:t>
            </a:r>
            <a:r>
              <a:rPr sz="3600" spc="-464" baseline="6445" dirty="0" smtClean="0">
                <a:latin typeface="Meiryo"/>
                <a:cs typeface="Meiryo"/>
              </a:rPr>
              <a:t> </a:t>
            </a:r>
            <a:r>
              <a:rPr sz="3600" spc="0" baseline="10870" dirty="0" smtClean="0">
                <a:latin typeface="Times New Roman"/>
                <a:cs typeface="Times New Roman"/>
              </a:rPr>
              <a:t>101</a:t>
            </a:r>
            <a:r>
              <a:rPr sz="3600" spc="44" baseline="10870" dirty="0" smtClean="0">
                <a:latin typeface="Times New Roman"/>
                <a:cs typeface="Times New Roman"/>
              </a:rPr>
              <a:t>9</a:t>
            </a:r>
            <a:r>
              <a:rPr sz="3600" spc="-214" baseline="10870" dirty="0" smtClean="0">
                <a:latin typeface="Times New Roman"/>
                <a:cs typeface="Times New Roman"/>
              </a:rPr>
              <a:t>,</a:t>
            </a:r>
            <a:r>
              <a:rPr sz="3600" spc="84" baseline="10870" dirty="0" smtClean="0">
                <a:latin typeface="Times New Roman"/>
                <a:cs typeface="Times New Roman"/>
              </a:rPr>
              <a:t>1</a:t>
            </a:r>
            <a:r>
              <a:rPr sz="2400" spc="0" baseline="19929" dirty="0" smtClean="0">
                <a:latin typeface="Arial"/>
                <a:cs typeface="Arial"/>
              </a:rPr>
              <a:t>N/m</a:t>
            </a:r>
            <a:r>
              <a:rPr sz="1650" spc="0" baseline="55340" dirty="0" smtClean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L="12700" marR="46334">
              <a:lnSpc>
                <a:spcPts val="3690"/>
              </a:lnSpc>
              <a:spcBef>
                <a:spcPts val="28"/>
              </a:spcBef>
            </a:pPr>
            <a:r>
              <a:rPr sz="3600" spc="0" baseline="-3623" dirty="0" smtClean="0">
                <a:latin typeface="Times New Roman"/>
                <a:cs typeface="Times New Roman"/>
              </a:rPr>
              <a:t>P</a:t>
            </a:r>
            <a:r>
              <a:rPr sz="3600" spc="170" baseline="-3623" dirty="0" smtClean="0">
                <a:latin typeface="Times New Roman"/>
                <a:cs typeface="Times New Roman"/>
              </a:rPr>
              <a:t> </a:t>
            </a:r>
            <a:r>
              <a:rPr sz="3600" spc="-617" baseline="-2148" dirty="0" smtClean="0">
                <a:latin typeface="Meiryo"/>
                <a:cs typeface="Meiryo"/>
              </a:rPr>
              <a:t>=</a:t>
            </a:r>
            <a:r>
              <a:rPr sz="3600" spc="-464" baseline="-2148" dirty="0" smtClean="0">
                <a:latin typeface="Meiryo"/>
                <a:cs typeface="Meiryo"/>
              </a:rPr>
              <a:t> </a:t>
            </a:r>
            <a:r>
              <a:rPr sz="3600" spc="0" baseline="-3623" dirty="0" smtClean="0">
                <a:latin typeface="Times New Roman"/>
                <a:cs typeface="Times New Roman"/>
              </a:rPr>
              <a:t>101</a:t>
            </a:r>
            <a:r>
              <a:rPr sz="3600" spc="44" baseline="-3623" dirty="0" smtClean="0">
                <a:latin typeface="Times New Roman"/>
                <a:cs typeface="Times New Roman"/>
              </a:rPr>
              <a:t>9</a:t>
            </a:r>
            <a:r>
              <a:rPr sz="3600" spc="-214" baseline="-3623" dirty="0" smtClean="0">
                <a:latin typeface="Times New Roman"/>
                <a:cs typeface="Times New Roman"/>
              </a:rPr>
              <a:t>,</a:t>
            </a:r>
            <a:r>
              <a:rPr sz="3600" spc="100" baseline="-3623" dirty="0" smtClean="0">
                <a:latin typeface="Times New Roman"/>
                <a:cs typeface="Times New Roman"/>
              </a:rPr>
              <a:t>1</a:t>
            </a:r>
            <a:r>
              <a:rPr sz="2400" spc="4" baseline="-1811" dirty="0" smtClean="0">
                <a:latin typeface="Arial"/>
                <a:cs typeface="Arial"/>
              </a:rPr>
              <a:t>P</a:t>
            </a:r>
            <a:r>
              <a:rPr sz="2400" spc="0" baseline="-1811" dirty="0" smtClean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03565" y="4876256"/>
            <a:ext cx="1584126" cy="28203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20"/>
              </a:lnSpc>
              <a:spcBef>
                <a:spcPts val="111"/>
              </a:spcBef>
            </a:pPr>
            <a:r>
              <a:rPr sz="2925" spc="-380" baseline="1486" dirty="0" smtClean="0">
                <a:latin typeface="Times New Roman"/>
                <a:cs typeface="Times New Roman"/>
              </a:rPr>
              <a:t>A</a:t>
            </a:r>
            <a:r>
              <a:rPr sz="2925" spc="138" baseline="1486" dirty="0" smtClean="0">
                <a:latin typeface="Times New Roman"/>
                <a:cs typeface="Times New Roman"/>
              </a:rPr>
              <a:t> </a:t>
            </a:r>
            <a:r>
              <a:rPr sz="1950" spc="-423" dirty="0" smtClean="0">
                <a:latin typeface="Meiryo"/>
                <a:cs typeface="Meiryo"/>
              </a:rPr>
              <a:t>=</a:t>
            </a:r>
            <a:r>
              <a:rPr sz="1950" spc="-257" dirty="0" smtClean="0">
                <a:latin typeface="Meiryo"/>
                <a:cs typeface="Meiryo"/>
              </a:rPr>
              <a:t> </a:t>
            </a:r>
            <a:r>
              <a:rPr sz="2925" spc="-25" baseline="1486" dirty="0" smtClean="0">
                <a:latin typeface="Times New Roman"/>
                <a:cs typeface="Times New Roman"/>
              </a:rPr>
              <a:t>0</a:t>
            </a:r>
            <a:r>
              <a:rPr sz="2925" spc="-184" baseline="1486" dirty="0" smtClean="0">
                <a:latin typeface="Times New Roman"/>
                <a:cs typeface="Times New Roman"/>
              </a:rPr>
              <a:t>,</a:t>
            </a:r>
            <a:r>
              <a:rPr sz="2925" spc="0" baseline="1486" dirty="0" smtClean="0">
                <a:latin typeface="Times New Roman"/>
                <a:cs typeface="Times New Roman"/>
              </a:rPr>
              <a:t>19625</a:t>
            </a:r>
            <a:r>
              <a:rPr sz="2925" spc="86" baseline="1486" dirty="0" smtClean="0"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50" spc="0" baseline="26352" dirty="0" smtClean="0"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995283" y="2914402"/>
            <a:ext cx="23164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9" name="object 49"/>
          <p:cNvSpPr txBox="1"/>
          <p:nvPr/>
        </p:nvSpPr>
        <p:spPr>
          <a:xfrm>
            <a:off x="2116726" y="3043939"/>
            <a:ext cx="64312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0" name="object 50"/>
          <p:cNvSpPr txBox="1"/>
          <p:nvPr/>
        </p:nvSpPr>
        <p:spPr>
          <a:xfrm>
            <a:off x="5783457" y="3897376"/>
            <a:ext cx="88087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1" name="object 51"/>
          <p:cNvSpPr txBox="1"/>
          <p:nvPr/>
        </p:nvSpPr>
        <p:spPr>
          <a:xfrm>
            <a:off x="2083186" y="4034535"/>
            <a:ext cx="75285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2519034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Exerc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716499"/>
            <a:ext cx="46020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2</a:t>
            </a:r>
            <a:r>
              <a:rPr sz="3200" spc="0" dirty="0" smtClean="0">
                <a:latin typeface="Arial"/>
                <a:cs typeface="Arial"/>
              </a:rPr>
              <a:t>)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29929" y="1716499"/>
            <a:ext cx="1969690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D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min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87065" y="1716499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600074" y="1716499"/>
            <a:ext cx="98075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68275" y="1716499"/>
            <a:ext cx="66224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9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m</a:t>
            </a:r>
            <a:endParaRPr sz="3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19608" y="1716499"/>
            <a:ext cx="39315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N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02714" y="1716499"/>
            <a:ext cx="152787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  <a:tabLst>
                <a:tab pos="647700" algn="l"/>
              </a:tabLst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	</a:t>
            </a:r>
            <a:r>
              <a:rPr sz="3200" spc="-4" dirty="0" smtClean="0">
                <a:latin typeface="Arial"/>
                <a:cs typeface="Arial"/>
              </a:rPr>
              <a:t>um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19555" y="1716499"/>
            <a:ext cx="107060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pla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38384" y="1799352"/>
            <a:ext cx="31150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0"/>
              </a:lnSpc>
              <a:spcBef>
                <a:spcPts val="127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1289" y="2204179"/>
            <a:ext cx="192444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angu</a:t>
            </a:r>
            <a:r>
              <a:rPr sz="3200" spc="-14" dirty="0" smtClean="0">
                <a:latin typeface="Arial"/>
                <a:cs typeface="Arial"/>
              </a:rPr>
              <a:t>l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71314" y="2204179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86952" y="2204179"/>
            <a:ext cx="910649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á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62187" y="2204179"/>
            <a:ext cx="955901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igua</a:t>
            </a:r>
            <a:r>
              <a:rPr sz="3200" spc="0" dirty="0" smtClean="0">
                <a:latin typeface="Arial"/>
                <a:cs typeface="Arial"/>
              </a:rPr>
              <a:t>l</a:t>
            </a:r>
            <a:endParaRPr sz="32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84532" y="2204179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576204" y="2204179"/>
            <a:ext cx="798526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2m</a:t>
            </a:r>
            <a:r>
              <a:rPr sz="3200" spc="0" dirty="0" smtClean="0">
                <a:latin typeface="Arial"/>
                <a:cs typeface="Arial"/>
              </a:rPr>
              <a:t>²</a:t>
            </a:r>
            <a:endParaRPr sz="3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41764" y="2204179"/>
            <a:ext cx="55105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058925" y="2204179"/>
            <a:ext cx="1136327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f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19" dirty="0" smtClean="0">
                <a:latin typeface="Arial"/>
                <a:cs typeface="Arial"/>
              </a:rPr>
              <a:t>m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262885" y="2204179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81289" y="2691859"/>
            <a:ext cx="1564840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odu</a:t>
            </a:r>
            <a:r>
              <a:rPr sz="3200" spc="4" dirty="0" smtClean="0">
                <a:latin typeface="Arial"/>
                <a:cs typeface="Arial"/>
              </a:rPr>
              <a:t>z</a:t>
            </a:r>
            <a:r>
              <a:rPr sz="3200" spc="-14" dirty="0" smtClean="0">
                <a:latin typeface="Arial"/>
                <a:cs typeface="Arial"/>
              </a:rPr>
              <a:t>i</a:t>
            </a:r>
            <a:r>
              <a:rPr sz="3200" spc="0" dirty="0" smtClean="0">
                <a:latin typeface="Arial"/>
                <a:cs typeface="Arial"/>
              </a:rPr>
              <a:t>r</a:t>
            </a:r>
            <a:endParaRPr sz="3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58367" y="2691859"/>
            <a:ext cx="88937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um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060513" y="2691859"/>
            <a:ext cx="154304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sã</a:t>
            </a:r>
            <a:r>
              <a:rPr sz="3200" spc="0" dirty="0" smtClean="0"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16326" y="2691859"/>
            <a:ext cx="54952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19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78624" y="2691859"/>
            <a:ext cx="161096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5000</a:t>
            </a:r>
            <a:r>
              <a:rPr sz="3200" spc="0" dirty="0" smtClean="0">
                <a:latin typeface="Arial"/>
                <a:cs typeface="Arial"/>
              </a:rPr>
              <a:t>P</a:t>
            </a: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2459608" y="3509777"/>
            <a:ext cx="294135" cy="0"/>
          </a:xfrm>
          <a:custGeom>
            <a:avLst/>
            <a:gdLst/>
            <a:ahLst/>
            <a:cxnLst/>
            <a:rect l="l" t="t" r="r" b="b"/>
            <a:pathLst>
              <a:path w="294135">
                <a:moveTo>
                  <a:pt x="0" y="0"/>
                </a:moveTo>
                <a:lnTo>
                  <a:pt x="294135" y="0"/>
                </a:lnTo>
              </a:path>
            </a:pathLst>
          </a:custGeom>
          <a:ln w="1409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761109" y="5218175"/>
            <a:ext cx="1080515" cy="214883"/>
          </a:xfrm>
          <a:custGeom>
            <a:avLst/>
            <a:gdLst/>
            <a:ahLst/>
            <a:cxnLst/>
            <a:rect l="l" t="t" r="r" b="b"/>
            <a:pathLst>
              <a:path w="1080515" h="214883">
                <a:moveTo>
                  <a:pt x="810767" y="143255"/>
                </a:moveTo>
                <a:lnTo>
                  <a:pt x="810767" y="0"/>
                </a:lnTo>
                <a:lnTo>
                  <a:pt x="0" y="0"/>
                </a:lnTo>
                <a:lnTo>
                  <a:pt x="0" y="143255"/>
                </a:lnTo>
                <a:lnTo>
                  <a:pt x="810767" y="143255"/>
                </a:lnTo>
                <a:close/>
              </a:path>
              <a:path w="1080515" h="214883">
                <a:moveTo>
                  <a:pt x="1080515" y="71627"/>
                </a:moveTo>
                <a:lnTo>
                  <a:pt x="810767" y="-71627"/>
                </a:lnTo>
                <a:lnTo>
                  <a:pt x="810767" y="214883"/>
                </a:lnTo>
                <a:lnTo>
                  <a:pt x="1080515" y="71627"/>
                </a:lnTo>
                <a:close/>
              </a:path>
            </a:pathLst>
          </a:custGeom>
          <a:solidFill>
            <a:srgbClr val="FF32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761109" y="5146547"/>
            <a:ext cx="1080515" cy="286511"/>
          </a:xfrm>
          <a:custGeom>
            <a:avLst/>
            <a:gdLst/>
            <a:ahLst/>
            <a:cxnLst/>
            <a:rect l="l" t="t" r="r" b="b"/>
            <a:pathLst>
              <a:path w="1080515" h="286511">
                <a:moveTo>
                  <a:pt x="810767" y="0"/>
                </a:moveTo>
                <a:lnTo>
                  <a:pt x="810767" y="71627"/>
                </a:lnTo>
                <a:lnTo>
                  <a:pt x="0" y="71627"/>
                </a:lnTo>
                <a:lnTo>
                  <a:pt x="0" y="214883"/>
                </a:lnTo>
                <a:lnTo>
                  <a:pt x="810767" y="214883"/>
                </a:lnTo>
                <a:lnTo>
                  <a:pt x="810767" y="286511"/>
                </a:lnTo>
                <a:lnTo>
                  <a:pt x="1080515" y="143255"/>
                </a:lnTo>
                <a:lnTo>
                  <a:pt x="810767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0017" y="1277983"/>
            <a:ext cx="256879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olu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ção</a:t>
            </a:r>
            <a:r>
              <a:rPr sz="3600" spc="938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99753" y="1277983"/>
            <a:ext cx="214004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9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xe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18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59216" y="1277983"/>
            <a:ext cx="361095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63941" y="2552880"/>
            <a:ext cx="1798345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4" dirty="0" smtClean="0">
                <a:latin typeface="Arial"/>
                <a:cs typeface="Arial"/>
              </a:rPr>
              <a:t>Cál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4" dirty="0" smtClean="0">
                <a:latin typeface="Arial"/>
                <a:cs typeface="Arial"/>
              </a:rPr>
              <a:t>u</a:t>
            </a:r>
            <a:r>
              <a:rPr sz="1800" spc="-4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o P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9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81972" y="3098201"/>
            <a:ext cx="297199" cy="365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30"/>
              </a:lnSpc>
              <a:spcBef>
                <a:spcPts val="141"/>
              </a:spcBef>
            </a:pPr>
            <a:r>
              <a:rPr sz="2650" spc="162" dirty="0" smtClean="0">
                <a:latin typeface="Times New Roman"/>
                <a:cs typeface="Times New Roman"/>
              </a:rPr>
              <a:t>F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67803" y="3304600"/>
            <a:ext cx="577122" cy="3712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25"/>
              </a:lnSpc>
              <a:spcBef>
                <a:spcPts val="146"/>
              </a:spcBef>
            </a:pPr>
            <a:r>
              <a:rPr sz="3975" spc="0" baseline="1093" dirty="0" smtClean="0">
                <a:latin typeface="Times New Roman"/>
                <a:cs typeface="Times New Roman"/>
              </a:rPr>
              <a:t>P</a:t>
            </a:r>
            <a:r>
              <a:rPr sz="3975" spc="226" baseline="1093" dirty="0" smtClean="0">
                <a:latin typeface="Times New Roman"/>
                <a:cs typeface="Times New Roman"/>
              </a:rPr>
              <a:t> </a:t>
            </a:r>
            <a:r>
              <a:rPr sz="2650" spc="-660" dirty="0" smtClean="0">
                <a:latin typeface="Meiryo"/>
                <a:cs typeface="Meiryo"/>
              </a:rPr>
              <a:t>=</a:t>
            </a:r>
            <a:endParaRPr sz="2650">
              <a:latin typeface="Meiryo"/>
              <a:cs typeface="Meiry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10928" y="3572165"/>
            <a:ext cx="297199" cy="3657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30"/>
              </a:lnSpc>
              <a:spcBef>
                <a:spcPts val="141"/>
              </a:spcBef>
            </a:pPr>
            <a:r>
              <a:rPr sz="2650" spc="0" dirty="0" smtClean="0">
                <a:latin typeface="Times New Roman"/>
                <a:cs typeface="Times New Roman"/>
              </a:rPr>
              <a:t>A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88909" y="4234576"/>
            <a:ext cx="1538530" cy="4198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04"/>
              </a:lnSpc>
              <a:spcBef>
                <a:spcPts val="165"/>
              </a:spcBef>
            </a:pPr>
            <a:r>
              <a:rPr sz="3050" spc="0" dirty="0" smtClean="0">
                <a:latin typeface="Times New Roman"/>
                <a:cs typeface="Times New Roman"/>
              </a:rPr>
              <a:t>F</a:t>
            </a:r>
            <a:r>
              <a:rPr sz="3050" spc="504" dirty="0" smtClean="0">
                <a:latin typeface="Times New Roman"/>
                <a:cs typeface="Times New Roman"/>
              </a:rPr>
              <a:t> </a:t>
            </a:r>
            <a:r>
              <a:rPr sz="3050" spc="-784" dirty="0" smtClean="0">
                <a:latin typeface="Meiryo"/>
                <a:cs typeface="Meiryo"/>
              </a:rPr>
              <a:t>=</a:t>
            </a:r>
            <a:r>
              <a:rPr sz="3050" spc="-150" dirty="0" smtClean="0">
                <a:latin typeface="Meiryo"/>
                <a:cs typeface="Meiryo"/>
              </a:rPr>
              <a:t> </a:t>
            </a:r>
            <a:r>
              <a:rPr sz="3050" spc="0" dirty="0" smtClean="0">
                <a:latin typeface="Times New Roman"/>
                <a:cs typeface="Times New Roman"/>
              </a:rPr>
              <a:t>P</a:t>
            </a:r>
            <a:r>
              <a:rPr sz="3050" spc="-25" dirty="0" smtClean="0">
                <a:latin typeface="Times New Roman"/>
                <a:cs typeface="Times New Roman"/>
              </a:rPr>
              <a:t> </a:t>
            </a:r>
            <a:r>
              <a:rPr sz="3050" spc="-308" dirty="0" smtClean="0">
                <a:latin typeface="Meiryo"/>
                <a:cs typeface="Meiryo"/>
              </a:rPr>
              <a:t>⋅</a:t>
            </a:r>
            <a:r>
              <a:rPr sz="3050" spc="-289" dirty="0" smtClean="0">
                <a:latin typeface="Meiryo"/>
                <a:cs typeface="Meiryo"/>
              </a:rPr>
              <a:t> </a:t>
            </a:r>
            <a:r>
              <a:rPr sz="3050" spc="0" dirty="0" smtClean="0">
                <a:latin typeface="Times New Roman"/>
                <a:cs typeface="Times New Roman"/>
              </a:rPr>
              <a:t>A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22191" y="4805352"/>
            <a:ext cx="2189795" cy="8026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41239" marR="148230" algn="ctr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A </a:t>
            </a: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rça c</a:t>
            </a:r>
            <a:r>
              <a:rPr sz="1800" spc="-4" dirty="0" smtClean="0">
                <a:latin typeface="Arial"/>
                <a:cs typeface="Arial"/>
              </a:rPr>
              <a:t>al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u</a:t>
            </a:r>
            <a:r>
              <a:rPr sz="1800" spc="9" dirty="0" smtClean="0">
                <a:latin typeface="Arial"/>
                <a:cs typeface="Arial"/>
              </a:rPr>
              <a:t>l</a:t>
            </a:r>
            <a:r>
              <a:rPr sz="1800" spc="-4" dirty="0" smtClean="0">
                <a:latin typeface="Arial"/>
                <a:cs typeface="Arial"/>
              </a:rPr>
              <a:t>ad</a:t>
            </a:r>
            <a:r>
              <a:rPr sz="1800" spc="0" dirty="0" smtClean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  <a:p>
            <a:pPr indent="0" algn="ctr">
              <a:lnSpc>
                <a:spcPct val="100041"/>
              </a:lnSpc>
            </a:pP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rr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4" dirty="0" smtClean="0">
                <a:latin typeface="Arial"/>
                <a:cs typeface="Arial"/>
              </a:rPr>
              <a:t>p</a:t>
            </a:r>
            <a:r>
              <a:rPr sz="1800" spc="4" dirty="0" smtClean="0">
                <a:latin typeface="Arial"/>
                <a:cs typeface="Arial"/>
              </a:rPr>
              <a:t>o</a:t>
            </a:r>
            <a:r>
              <a:rPr sz="1800" spc="-4" dirty="0" smtClean="0">
                <a:latin typeface="Arial"/>
                <a:cs typeface="Arial"/>
              </a:rPr>
              <a:t>nd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spc="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o </a:t>
            </a:r>
            <a:r>
              <a:rPr sz="1800" spc="-4" dirty="0" smtClean="0">
                <a:latin typeface="Arial"/>
                <a:cs typeface="Arial"/>
              </a:rPr>
              <a:t>pe</a:t>
            </a:r>
            <a:r>
              <a:rPr sz="1800" spc="0" dirty="0" smtClean="0">
                <a:latin typeface="Arial"/>
                <a:cs typeface="Arial"/>
              </a:rPr>
              <a:t>so </a:t>
            </a:r>
            <a:r>
              <a:rPr sz="1800" spc="-4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a </a:t>
            </a:r>
            <a:r>
              <a:rPr sz="1800" spc="-4" dirty="0" smtClean="0">
                <a:latin typeface="Arial"/>
                <a:cs typeface="Arial"/>
              </a:rPr>
              <a:t>pla</a:t>
            </a:r>
            <a:r>
              <a:rPr sz="1800" spc="9" dirty="0" smtClean="0">
                <a:latin typeface="Arial"/>
                <a:cs typeface="Arial"/>
              </a:rPr>
              <a:t>c</a:t>
            </a:r>
            <a:r>
              <a:rPr sz="1800" spc="0" dirty="0" smtClean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09661" y="5095985"/>
            <a:ext cx="1781501" cy="3930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095"/>
              </a:lnSpc>
              <a:spcBef>
                <a:spcPts val="154"/>
              </a:spcBef>
            </a:pPr>
            <a:r>
              <a:rPr sz="4275" spc="0" baseline="1017" dirty="0" smtClean="0">
                <a:latin typeface="Times New Roman"/>
                <a:cs typeface="Times New Roman"/>
              </a:rPr>
              <a:t>F</a:t>
            </a:r>
            <a:r>
              <a:rPr sz="4275" spc="342" baseline="1017" dirty="0" smtClean="0">
                <a:latin typeface="Times New Roman"/>
                <a:cs typeface="Times New Roman"/>
              </a:rPr>
              <a:t> </a:t>
            </a:r>
            <a:r>
              <a:rPr sz="2850" spc="-733" dirty="0" smtClean="0">
                <a:latin typeface="Meiryo"/>
                <a:cs typeface="Meiryo"/>
              </a:rPr>
              <a:t>=</a:t>
            </a:r>
            <a:r>
              <a:rPr sz="2850" spc="-419" dirty="0" smtClean="0">
                <a:latin typeface="Meiryo"/>
                <a:cs typeface="Meiryo"/>
              </a:rPr>
              <a:t> </a:t>
            </a:r>
            <a:r>
              <a:rPr sz="4275" spc="0" baseline="1017" dirty="0" smtClean="0">
                <a:latin typeface="Times New Roman"/>
                <a:cs typeface="Times New Roman"/>
              </a:rPr>
              <a:t>5000</a:t>
            </a:r>
            <a:r>
              <a:rPr sz="4275" spc="-439" baseline="1017" dirty="0" smtClean="0">
                <a:latin typeface="Times New Roman"/>
                <a:cs typeface="Times New Roman"/>
              </a:rPr>
              <a:t> </a:t>
            </a:r>
            <a:r>
              <a:rPr sz="2850" spc="-288" dirty="0" smtClean="0">
                <a:latin typeface="Meiryo"/>
                <a:cs typeface="Meiryo"/>
              </a:rPr>
              <a:t>⋅</a:t>
            </a:r>
            <a:r>
              <a:rPr sz="2850" spc="-554" dirty="0" smtClean="0">
                <a:latin typeface="Meiryo"/>
                <a:cs typeface="Meiryo"/>
              </a:rPr>
              <a:t> </a:t>
            </a:r>
            <a:r>
              <a:rPr sz="4275" spc="0" baseline="1017" dirty="0" smtClean="0">
                <a:latin typeface="Times New Roman"/>
                <a:cs typeface="Times New Roman"/>
              </a:rPr>
              <a:t>2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49555" y="5093776"/>
            <a:ext cx="1703668" cy="37311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40"/>
              </a:lnSpc>
              <a:spcBef>
                <a:spcPts val="147"/>
              </a:spcBef>
            </a:pPr>
            <a:r>
              <a:rPr sz="4050" spc="0" baseline="1073" dirty="0" smtClean="0">
                <a:latin typeface="Times New Roman"/>
                <a:cs typeface="Times New Roman"/>
              </a:rPr>
              <a:t>F</a:t>
            </a:r>
            <a:r>
              <a:rPr sz="4050" spc="320" baseline="1073" dirty="0" smtClean="0">
                <a:latin typeface="Times New Roman"/>
                <a:cs typeface="Times New Roman"/>
              </a:rPr>
              <a:t> </a:t>
            </a:r>
            <a:r>
              <a:rPr sz="2700" spc="-694" dirty="0" smtClean="0">
                <a:latin typeface="Meiryo"/>
                <a:cs typeface="Meiryo"/>
              </a:rPr>
              <a:t>=</a:t>
            </a:r>
            <a:r>
              <a:rPr sz="2700" spc="-584" dirty="0" smtClean="0">
                <a:latin typeface="Meiryo"/>
                <a:cs typeface="Meiryo"/>
              </a:rPr>
              <a:t> </a:t>
            </a:r>
            <a:r>
              <a:rPr sz="4050" spc="-13" baseline="1073" dirty="0" smtClean="0">
                <a:latin typeface="Times New Roman"/>
                <a:cs typeface="Times New Roman"/>
              </a:rPr>
              <a:t>10000</a:t>
            </a:r>
            <a:r>
              <a:rPr sz="4050" spc="-479" baseline="1073" dirty="0" smtClean="0">
                <a:latin typeface="Times New Roman"/>
                <a:cs typeface="Times New Roman"/>
              </a:rPr>
              <a:t> </a:t>
            </a:r>
            <a:r>
              <a:rPr sz="3000" spc="0" baseline="7246" dirty="0" smtClean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59608" y="3370077"/>
            <a:ext cx="29413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7251"/>
            <a:ext cx="8005036" cy="218795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just">
              <a:lnSpc>
                <a:spcPts val="3070"/>
              </a:lnSpc>
              <a:spcBef>
                <a:spcPts val="393"/>
              </a:spcBef>
            </a:pPr>
            <a:r>
              <a:rPr sz="3200" spc="-4" dirty="0" smtClean="0">
                <a:latin typeface="Arial"/>
                <a:cs typeface="Arial"/>
              </a:rPr>
              <a:t>1</a:t>
            </a:r>
            <a:r>
              <a:rPr sz="3200" spc="0" dirty="0" smtClean="0">
                <a:latin typeface="Arial"/>
                <a:cs typeface="Arial"/>
              </a:rPr>
              <a:t>)</a:t>
            </a:r>
            <a:r>
              <a:rPr sz="3200" spc="4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U</a:t>
            </a:r>
            <a:r>
              <a:rPr sz="3200" spc="-4" dirty="0" smtClean="0">
                <a:latin typeface="Arial"/>
                <a:cs typeface="Arial"/>
              </a:rPr>
              <a:t>m</a:t>
            </a:r>
            <a:r>
              <a:rPr sz="3200" spc="0" dirty="0" smtClean="0">
                <a:latin typeface="Arial"/>
                <a:cs typeface="Arial"/>
              </a:rPr>
              <a:t>a 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ai</a:t>
            </a:r>
            <a:r>
              <a:rPr sz="3200" spc="4" dirty="0" smtClean="0">
                <a:latin typeface="Arial"/>
                <a:cs typeface="Arial"/>
              </a:rPr>
              <a:t>x</a:t>
            </a:r>
            <a:r>
              <a:rPr sz="3200" spc="0" dirty="0" smtClean="0">
                <a:latin typeface="Arial"/>
                <a:cs typeface="Arial"/>
              </a:rPr>
              <a:t>a 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-9" dirty="0" smtClean="0">
                <a:latin typeface="Arial"/>
                <a:cs typeface="Arial"/>
              </a:rPr>
              <a:t>'</a:t>
            </a:r>
            <a:r>
              <a:rPr sz="3200" spc="-4" dirty="0" smtClean="0">
                <a:latin typeface="Arial"/>
                <a:cs typeface="Arial"/>
              </a:rPr>
              <a:t>águ</a:t>
            </a:r>
            <a:r>
              <a:rPr sz="3200" spc="0" dirty="0" smtClean="0">
                <a:latin typeface="Arial"/>
                <a:cs typeface="Arial"/>
              </a:rPr>
              <a:t>a 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-4" dirty="0" smtClean="0">
                <a:latin typeface="Arial"/>
                <a:cs typeface="Arial"/>
              </a:rPr>
              <a:t>á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0" dirty="0" smtClean="0">
                <a:latin typeface="Arial"/>
                <a:cs typeface="Arial"/>
              </a:rPr>
              <a:t>a 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ba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1</a:t>
            </a:r>
            <a:r>
              <a:rPr sz="3200" spc="0" dirty="0" smtClean="0">
                <a:latin typeface="Arial"/>
                <a:cs typeface="Arial"/>
              </a:rPr>
              <a:t>,</a:t>
            </a:r>
            <a:r>
              <a:rPr sz="3200" spc="-4" dirty="0" smtClean="0">
                <a:latin typeface="Arial"/>
                <a:cs typeface="Arial"/>
              </a:rPr>
              <a:t>2</a:t>
            </a:r>
            <a:r>
              <a:rPr sz="3200" spc="0" dirty="0" smtClean="0">
                <a:latin typeface="Arial"/>
                <a:cs typeface="Arial"/>
              </a:rPr>
              <a:t>m X</a:t>
            </a:r>
            <a:r>
              <a:rPr sz="3200" spc="24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0</a:t>
            </a:r>
            <a:r>
              <a:rPr sz="3200" spc="0" dirty="0" smtClean="0">
                <a:latin typeface="Arial"/>
                <a:cs typeface="Arial"/>
              </a:rPr>
              <a:t>.5</a:t>
            </a:r>
            <a:r>
              <a:rPr sz="3200" spc="1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m</a:t>
            </a:r>
            <a:r>
              <a:rPr sz="3200" spc="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1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al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1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e</a:t>
            </a:r>
            <a:r>
              <a:rPr sz="3200" spc="20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1 m</a:t>
            </a:r>
            <a:r>
              <a:rPr sz="3200" spc="25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pes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1000</a:t>
            </a:r>
            <a:r>
              <a:rPr sz="3200" spc="0" dirty="0" smtClean="0">
                <a:latin typeface="Arial"/>
                <a:cs typeface="Arial"/>
              </a:rPr>
              <a:t>N</a:t>
            </a:r>
            <a:r>
              <a:rPr sz="3200" spc="4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qu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-4" dirty="0" smtClean="0">
                <a:latin typeface="Arial"/>
                <a:cs typeface="Arial"/>
              </a:rPr>
              <a:t>p</a:t>
            </a:r>
            <a:r>
              <a:rPr sz="3200" spc="0" dirty="0" smtClean="0">
                <a:latin typeface="Arial"/>
                <a:cs typeface="Arial"/>
              </a:rPr>
              <a:t>r</a:t>
            </a:r>
            <a:r>
              <a:rPr sz="3200" spc="-4" dirty="0" smtClean="0">
                <a:latin typeface="Arial"/>
                <a:cs typeface="Arial"/>
              </a:rPr>
              <a:t>es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ã</a:t>
            </a:r>
            <a:r>
              <a:rPr sz="3200" spc="0" dirty="0" smtClean="0">
                <a:latin typeface="Arial"/>
                <a:cs typeface="Arial"/>
              </a:rPr>
              <a:t>o</a:t>
            </a:r>
            <a:r>
              <a:rPr sz="3200" spc="-19" dirty="0" smtClean="0">
                <a:latin typeface="Arial"/>
                <a:cs typeface="Arial"/>
              </a:rPr>
              <a:t> </a:t>
            </a:r>
            <a:r>
              <a:rPr sz="3200" spc="-4" dirty="0" smtClean="0">
                <a:latin typeface="Arial"/>
                <a:cs typeface="Arial"/>
              </a:rPr>
              <a:t>el</a:t>
            </a:r>
            <a:r>
              <a:rPr sz="3200" spc="0" dirty="0" smtClean="0">
                <a:latin typeface="Arial"/>
                <a:cs typeface="Arial"/>
              </a:rPr>
              <a:t>a 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x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-9" dirty="0" smtClean="0">
                <a:latin typeface="Arial"/>
                <a:cs typeface="Arial"/>
              </a:rPr>
              <a:t>r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0" dirty="0" smtClean="0">
                <a:latin typeface="Arial"/>
                <a:cs typeface="Arial"/>
              </a:rPr>
              <a:t>e </a:t>
            </a:r>
            <a:r>
              <a:rPr sz="3200" spc="-4" dirty="0" smtClean="0">
                <a:latin typeface="Arial"/>
                <a:cs typeface="Arial"/>
              </a:rPr>
              <a:t>sob</a:t>
            </a:r>
            <a:r>
              <a:rPr sz="3200" spc="0" dirty="0" smtClean="0">
                <a:latin typeface="Arial"/>
                <a:cs typeface="Arial"/>
              </a:rPr>
              <a:t>re</a:t>
            </a:r>
            <a:r>
              <a:rPr sz="3200" spc="-19" dirty="0" smtClean="0">
                <a:latin typeface="Arial"/>
                <a:cs typeface="Arial"/>
              </a:rPr>
              <a:t> </a:t>
            </a:r>
            <a:r>
              <a:rPr sz="3200" spc="0" dirty="0" smtClean="0">
                <a:latin typeface="Arial"/>
                <a:cs typeface="Arial"/>
              </a:rPr>
              <a:t>o 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4" dirty="0" smtClean="0">
                <a:latin typeface="Arial"/>
                <a:cs typeface="Arial"/>
              </a:rPr>
              <a:t>olo</a:t>
            </a:r>
            <a:r>
              <a:rPr sz="3200" spc="0" dirty="0" smtClean="0">
                <a:latin typeface="Arial"/>
                <a:cs typeface="Arial"/>
              </a:rPr>
              <a:t>?</a:t>
            </a:r>
            <a:endParaRPr sz="3200">
              <a:latin typeface="Arial"/>
              <a:cs typeface="Arial"/>
            </a:endParaRPr>
          </a:p>
          <a:p>
            <a:pPr marL="12700" marR="3632615" algn="just">
              <a:lnSpc>
                <a:spcPct val="95825"/>
              </a:lnSpc>
              <a:spcBef>
                <a:spcPts val="71"/>
              </a:spcBef>
            </a:pPr>
            <a:r>
              <a:rPr sz="3200" spc="-4" dirty="0" smtClean="0">
                <a:latin typeface="Arial"/>
                <a:cs typeface="Arial"/>
              </a:rPr>
              <a:t>a</a:t>
            </a:r>
            <a:r>
              <a:rPr sz="3200" spc="0" dirty="0" smtClean="0">
                <a:latin typeface="Arial"/>
                <a:cs typeface="Arial"/>
              </a:rPr>
              <a:t>) </a:t>
            </a:r>
            <a:r>
              <a:rPr sz="3200" spc="4" dirty="0" smtClean="0">
                <a:latin typeface="Arial"/>
                <a:cs typeface="Arial"/>
              </a:rPr>
              <a:t>Q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-19" dirty="0" smtClean="0">
                <a:latin typeface="Arial"/>
                <a:cs typeface="Arial"/>
              </a:rPr>
              <a:t>an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o 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ive</a:t>
            </a:r>
            <a:r>
              <a:rPr sz="3200" spc="0" dirty="0" smtClean="0">
                <a:latin typeface="Arial"/>
                <a:cs typeface="Arial"/>
              </a:rPr>
              <a:t>r </a:t>
            </a:r>
            <a:r>
              <a:rPr sz="3200" spc="4" dirty="0" smtClean="0">
                <a:latin typeface="Arial"/>
                <a:cs typeface="Arial"/>
              </a:rPr>
              <a:t>v</a:t>
            </a:r>
            <a:r>
              <a:rPr sz="3200" spc="-19" dirty="0" smtClean="0">
                <a:latin typeface="Arial"/>
                <a:cs typeface="Arial"/>
              </a:rPr>
              <a:t>a</a:t>
            </a:r>
            <a:r>
              <a:rPr sz="3200" spc="4" dirty="0" smtClean="0">
                <a:latin typeface="Arial"/>
                <a:cs typeface="Arial"/>
              </a:rPr>
              <a:t>z</a:t>
            </a:r>
            <a:r>
              <a:rPr sz="3200" spc="-4" dirty="0" smtClean="0">
                <a:latin typeface="Arial"/>
                <a:cs typeface="Arial"/>
              </a:rPr>
              <a:t>i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  <a:p>
            <a:pPr marL="12700" marR="1717194" algn="just">
              <a:lnSpc>
                <a:spcPct val="95825"/>
              </a:lnSpc>
              <a:spcBef>
                <a:spcPts val="160"/>
              </a:spcBef>
            </a:pPr>
            <a:r>
              <a:rPr sz="3200" spc="-4" dirty="0" smtClean="0">
                <a:latin typeface="Arial"/>
                <a:cs typeface="Arial"/>
              </a:rPr>
              <a:t>b</a:t>
            </a:r>
            <a:r>
              <a:rPr sz="3200" spc="0" dirty="0" smtClean="0">
                <a:latin typeface="Arial"/>
                <a:cs typeface="Arial"/>
              </a:rPr>
              <a:t>) </a:t>
            </a:r>
            <a:r>
              <a:rPr sz="3200" spc="4" dirty="0" smtClean="0">
                <a:latin typeface="Arial"/>
                <a:cs typeface="Arial"/>
              </a:rPr>
              <a:t>Q</a:t>
            </a:r>
            <a:r>
              <a:rPr sz="3200" spc="-4" dirty="0" smtClean="0">
                <a:latin typeface="Arial"/>
                <a:cs typeface="Arial"/>
              </a:rPr>
              <a:t>u</a:t>
            </a:r>
            <a:r>
              <a:rPr sz="3200" spc="-19" dirty="0" smtClean="0">
                <a:latin typeface="Arial"/>
                <a:cs typeface="Arial"/>
              </a:rPr>
              <a:t>an</a:t>
            </a:r>
            <a:r>
              <a:rPr sz="3200" spc="-4" dirty="0" smtClean="0">
                <a:latin typeface="Arial"/>
                <a:cs typeface="Arial"/>
              </a:rPr>
              <a:t>d</a:t>
            </a:r>
            <a:r>
              <a:rPr sz="3200" spc="0" dirty="0" smtClean="0">
                <a:latin typeface="Arial"/>
                <a:cs typeface="Arial"/>
              </a:rPr>
              <a:t>o </a:t>
            </a:r>
            <a:r>
              <a:rPr sz="3200" spc="-4" dirty="0" smtClean="0">
                <a:latin typeface="Arial"/>
                <a:cs typeface="Arial"/>
              </a:rPr>
              <a:t>e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t</a:t>
            </a:r>
            <a:r>
              <a:rPr sz="3200" spc="-4" dirty="0" smtClean="0">
                <a:latin typeface="Arial"/>
                <a:cs typeface="Arial"/>
              </a:rPr>
              <a:t>ive</a:t>
            </a:r>
            <a:r>
              <a:rPr sz="3200" spc="0" dirty="0" smtClean="0">
                <a:latin typeface="Arial"/>
                <a:cs typeface="Arial"/>
              </a:rPr>
              <a:t>r 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hei</a:t>
            </a:r>
            <a:r>
              <a:rPr sz="3200" spc="0" dirty="0" smtClean="0">
                <a:latin typeface="Arial"/>
                <a:cs typeface="Arial"/>
              </a:rPr>
              <a:t>a</a:t>
            </a:r>
            <a:r>
              <a:rPr sz="3200" spc="-19" dirty="0" smtClean="0">
                <a:latin typeface="Arial"/>
                <a:cs typeface="Arial"/>
              </a:rPr>
              <a:t> </a:t>
            </a:r>
            <a:r>
              <a:rPr sz="3200" spc="4" dirty="0" smtClean="0">
                <a:latin typeface="Arial"/>
                <a:cs typeface="Arial"/>
              </a:rPr>
              <a:t>c</a:t>
            </a:r>
            <a:r>
              <a:rPr sz="3200" spc="-4" dirty="0" smtClean="0">
                <a:latin typeface="Arial"/>
                <a:cs typeface="Arial"/>
              </a:rPr>
              <a:t>o</a:t>
            </a:r>
            <a:r>
              <a:rPr sz="3200" spc="0" dirty="0" smtClean="0">
                <a:latin typeface="Arial"/>
                <a:cs typeface="Arial"/>
              </a:rPr>
              <a:t>m </a:t>
            </a:r>
            <a:r>
              <a:rPr sz="3200" spc="-4" dirty="0" smtClean="0">
                <a:latin typeface="Arial"/>
                <a:cs typeface="Arial"/>
              </a:rPr>
              <a:t>ág</a:t>
            </a:r>
            <a:r>
              <a:rPr sz="3200" spc="-19" dirty="0" smtClean="0">
                <a:latin typeface="Arial"/>
                <a:cs typeface="Arial"/>
              </a:rPr>
              <a:t>u</a:t>
            </a:r>
            <a:r>
              <a:rPr sz="3200" spc="0" dirty="0" smtClean="0">
                <a:latin typeface="Arial"/>
                <a:cs typeface="Arial"/>
              </a:rPr>
              <a:t>a</a:t>
            </a:r>
            <a:endParaRPr sz="3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720104"/>
            <a:ext cx="31150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0"/>
              </a:lnSpc>
              <a:spcBef>
                <a:spcPts val="127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8384" y="2988072"/>
            <a:ext cx="311500" cy="13101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0"/>
              </a:lnSpc>
              <a:spcBef>
                <a:spcPts val="127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952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116"/>
              </a:spcBef>
            </a:pPr>
            <a:r>
              <a:rPr sz="2400" spc="333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3885150"/>
            <a:ext cx="138699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D</a:t>
            </a:r>
            <a:r>
              <a:rPr sz="3200" spc="-4" dirty="0" smtClean="0">
                <a:latin typeface="Arial"/>
                <a:cs typeface="Arial"/>
              </a:rPr>
              <a:t>ado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0" dirty="0" smtClean="0">
                <a:latin typeface="Arial"/>
                <a:cs typeface="Arial"/>
              </a:rPr>
              <a:t>: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80314" y="3880947"/>
            <a:ext cx="826069" cy="51202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4029"/>
              </a:lnSpc>
              <a:spcBef>
                <a:spcPts val="201"/>
              </a:spcBef>
            </a:pPr>
            <a:r>
              <a:rPr sz="4800" spc="-487" baseline="5370" dirty="0" smtClean="0">
                <a:latin typeface="Meiryo"/>
                <a:cs typeface="Meiryo"/>
              </a:rPr>
              <a:t>γ</a:t>
            </a:r>
            <a:r>
              <a:rPr sz="3150" spc="-4" baseline="-8282" dirty="0" smtClean="0">
                <a:latin typeface="Arial"/>
                <a:cs typeface="Arial"/>
              </a:rPr>
              <a:t>H2</a:t>
            </a:r>
            <a:r>
              <a:rPr sz="3150" spc="0" baseline="-8282" dirty="0" smtClean="0">
                <a:latin typeface="Arial"/>
                <a:cs typeface="Arial"/>
              </a:rPr>
              <a:t>O</a:t>
            </a:r>
            <a:endParaRPr sz="21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07852" y="3885150"/>
            <a:ext cx="33689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=</a:t>
            </a:r>
            <a:endParaRPr sz="3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58445" y="3885150"/>
            <a:ext cx="2219032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10000</a:t>
            </a:r>
            <a:r>
              <a:rPr sz="3200" spc="0" dirty="0" smtClean="0">
                <a:latin typeface="Arial"/>
                <a:cs typeface="Arial"/>
              </a:rPr>
              <a:t>N</a:t>
            </a:r>
            <a:r>
              <a:rPr sz="3200" spc="-14" dirty="0" smtClean="0">
                <a:latin typeface="Arial"/>
                <a:cs typeface="Arial"/>
              </a:rPr>
              <a:t>/</a:t>
            </a:r>
            <a:r>
              <a:rPr sz="3200" spc="-4" dirty="0" smtClean="0">
                <a:latin typeface="Arial"/>
                <a:cs typeface="Arial"/>
              </a:rPr>
              <a:t>m</a:t>
            </a:r>
            <a:r>
              <a:rPr sz="3200" spc="0" dirty="0" smtClean="0">
                <a:latin typeface="Arial"/>
                <a:cs typeface="Arial"/>
              </a:rPr>
              <a:t>³,</a:t>
            </a:r>
            <a:endParaRPr sz="3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90916" y="3885150"/>
            <a:ext cx="325563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g</a:t>
            </a:r>
            <a:endParaRPr sz="3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29248" y="3885150"/>
            <a:ext cx="336894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latin typeface="Arial"/>
                <a:cs typeface="Arial"/>
              </a:rPr>
              <a:t>=</a:t>
            </a:r>
            <a:endParaRPr sz="3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8317" y="3885150"/>
            <a:ext cx="145271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-4" dirty="0" smtClean="0">
                <a:latin typeface="Arial"/>
                <a:cs typeface="Arial"/>
              </a:rPr>
              <a:t>10m</a:t>
            </a:r>
            <a:r>
              <a:rPr sz="3200" spc="0" dirty="0" smtClean="0">
                <a:latin typeface="Arial"/>
                <a:cs typeface="Arial"/>
              </a:rPr>
              <a:t>/</a:t>
            </a:r>
            <a:r>
              <a:rPr sz="3200" spc="4" dirty="0" smtClean="0">
                <a:latin typeface="Arial"/>
                <a:cs typeface="Arial"/>
              </a:rPr>
              <a:t>s</a:t>
            </a:r>
            <a:r>
              <a:rPr sz="3200" spc="-9" dirty="0" smtClean="0">
                <a:latin typeface="Arial"/>
                <a:cs typeface="Arial"/>
              </a:rPr>
              <a:t>²</a:t>
            </a:r>
            <a:r>
              <a:rPr sz="3200" spc="0" dirty="0" smtClean="0">
                <a:latin typeface="Arial"/>
                <a:cs typeface="Arial"/>
              </a:rPr>
              <a:t>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8091"/>
            <a:ext cx="40774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2</a:t>
            </a:r>
            <a:r>
              <a:rPr sz="2800" spc="0" dirty="0" smtClean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64397" y="1638091"/>
            <a:ext cx="84058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81785" y="1638091"/>
            <a:ext cx="94258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ac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99650" y="1638091"/>
            <a:ext cx="123966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rcu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r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16208" y="1638091"/>
            <a:ext cx="76369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55931" y="1638091"/>
            <a:ext cx="147750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â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etr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10244" y="1638091"/>
            <a:ext cx="84367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gua</a:t>
            </a:r>
            <a:r>
              <a:rPr sz="2800" spc="0" dirty="0" smtClean="0"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630513" y="1638091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996278" y="1638091"/>
            <a:ext cx="5853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1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38384" y="1709815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1289" y="1979466"/>
            <a:ext cx="451006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231900" algn="l"/>
                <a:tab pos="1917700" algn="l"/>
                <a:tab pos="2882900" algn="l"/>
                <a:tab pos="3479800" algn="l"/>
              </a:tabLst>
            </a:pPr>
            <a:r>
              <a:rPr sz="2800" spc="4" dirty="0" smtClean="0">
                <a:latin typeface="Arial"/>
                <a:cs typeface="Arial"/>
              </a:rPr>
              <a:t>possu</a:t>
            </a:r>
            <a:r>
              <a:rPr sz="2800" spc="0" dirty="0" smtClean="0">
                <a:latin typeface="Arial"/>
                <a:cs typeface="Arial"/>
              </a:rPr>
              <a:t>i	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	</a:t>
            </a:r>
            <a:r>
              <a:rPr sz="2800" spc="4" dirty="0" smtClean="0">
                <a:latin typeface="Arial"/>
                <a:cs typeface="Arial"/>
              </a:rPr>
              <a:t>pes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50</a:t>
            </a:r>
            <a:r>
              <a:rPr sz="2800" spc="14" dirty="0" smtClean="0">
                <a:latin typeface="Arial"/>
                <a:cs typeface="Arial"/>
              </a:rPr>
              <a:t>0</a:t>
            </a:r>
            <a:r>
              <a:rPr sz="2800" spc="-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94004" y="1979466"/>
            <a:ext cx="236367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790700" algn="l"/>
              </a:tabLst>
            </a:pPr>
            <a:r>
              <a:rPr sz="2800" spc="4" dirty="0" smtClean="0">
                <a:latin typeface="Arial"/>
                <a:cs typeface="Arial"/>
              </a:rPr>
              <a:t>deter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4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661137" y="1979466"/>
            <a:ext cx="91837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635000" algn="l"/>
              </a:tabLst>
            </a:pP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a	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81289" y="2320842"/>
            <a:ext cx="750263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574800" algn="l"/>
                <a:tab pos="3213100" algn="l"/>
                <a:tab pos="4025900" algn="l"/>
                <a:tab pos="5080000" algn="l"/>
                <a:tab pos="6223000" algn="l"/>
              </a:tabLst>
            </a:pPr>
            <a:r>
              <a:rPr sz="2800" spc="4" dirty="0" smtClean="0">
                <a:latin typeface="Arial"/>
                <a:cs typeface="Arial"/>
              </a:rPr>
              <a:t>pressã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exerc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a	</a:t>
            </a:r>
            <a:r>
              <a:rPr sz="2800" spc="4" dirty="0" smtClean="0">
                <a:latin typeface="Arial"/>
                <a:cs typeface="Arial"/>
              </a:rPr>
              <a:t>po</a:t>
            </a:r>
            <a:r>
              <a:rPr sz="2800" spc="0" dirty="0" smtClean="0">
                <a:latin typeface="Arial"/>
                <a:cs typeface="Arial"/>
              </a:rPr>
              <a:t>r	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ss</a:t>
            </a:r>
            <a:r>
              <a:rPr sz="2800" spc="0" dirty="0" smtClean="0">
                <a:latin typeface="Arial"/>
                <a:cs typeface="Arial"/>
              </a:rPr>
              <a:t>a	</a:t>
            </a: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-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	</a:t>
            </a:r>
            <a:r>
              <a:rPr sz="2800" spc="4" dirty="0" smtClean="0">
                <a:latin typeface="Arial"/>
                <a:cs typeface="Arial"/>
              </a:rPr>
              <a:t>quan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290268" y="2320842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1289" y="2662218"/>
            <a:ext cx="506157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es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9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est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ve</a:t>
            </a:r>
            <a:r>
              <a:rPr sz="2800" spc="0" dirty="0" smtClean="0">
                <a:latin typeface="Arial"/>
                <a:cs typeface="Arial"/>
              </a:rPr>
              <a:t>r</a:t>
            </a:r>
            <a:r>
              <a:rPr sz="2800" spc="-82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apo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ad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-9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sobr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-7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51087" y="2662218"/>
            <a:ext cx="84369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92163"/>
            <a:ext cx="474512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3) </a:t>
            </a:r>
            <a:r>
              <a:rPr sz="2000" spc="-9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 uni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ss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7432" y="1692163"/>
            <a:ext cx="1165659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5617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ma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ela</a:t>
            </a:r>
            <a:r>
              <a:rPr sz="2000" spc="4" dirty="0" smtClean="0">
                <a:latin typeface="Arial"/>
                <a:cs typeface="Arial"/>
              </a:rPr>
              <a:t>)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77030" y="1692163"/>
            <a:ext cx="109378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ndi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62554" y="1692163"/>
            <a:ext cx="81213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(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ili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8384" y="1744101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81162" y="1996963"/>
            <a:ext cx="4378524" cy="392988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826" algn="just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os </a:t>
            </a:r>
            <a:r>
              <a:rPr sz="2000" spc="-1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er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ad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12826" marR="1409662" algn="just">
              <a:lnSpc>
                <a:spcPct val="95825"/>
              </a:lnSpc>
              <a:spcBef>
                <a:spcPts val="460"/>
              </a:spcBef>
            </a:pPr>
            <a:r>
              <a:rPr sz="2000" spc="0" dirty="0" smtClean="0">
                <a:latin typeface="Arial"/>
                <a:cs typeface="Arial"/>
              </a:rPr>
              <a:t>a)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20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 em</a:t>
            </a:r>
            <a:r>
              <a:rPr sz="2000" spc="-4" dirty="0" smtClean="0">
                <a:latin typeface="Arial"/>
                <a:cs typeface="Arial"/>
              </a:rPr>
              <a:t> P</a:t>
            </a:r>
            <a:r>
              <a:rPr sz="2000" spc="0" dirty="0" smtClean="0">
                <a:latin typeface="Arial"/>
                <a:cs typeface="Arial"/>
              </a:rPr>
              <a:t>a.</a:t>
            </a:r>
            <a:endParaRPr sz="2000">
              <a:latin typeface="Arial"/>
              <a:cs typeface="Arial"/>
            </a:endParaRPr>
          </a:p>
          <a:p>
            <a:pPr marL="12826" marR="643429" algn="just">
              <a:lnSpc>
                <a:spcPts val="2299"/>
              </a:lnSpc>
              <a:spcBef>
                <a:spcPts val="580"/>
              </a:spcBef>
            </a:pPr>
            <a:r>
              <a:rPr sz="2000" spc="0" dirty="0" smtClean="0">
                <a:latin typeface="Arial"/>
                <a:cs typeface="Arial"/>
              </a:rPr>
              <a:t>b)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300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mm</a:t>
            </a:r>
            <a:r>
              <a:rPr sz="2000" spc="-9" dirty="0" smtClean="0">
                <a:latin typeface="Arial"/>
                <a:cs typeface="Arial"/>
              </a:rPr>
              <a:t>H</a:t>
            </a:r>
            <a:r>
              <a:rPr sz="2000" spc="0" dirty="0" smtClean="0">
                <a:latin typeface="Arial"/>
                <a:cs typeface="Arial"/>
              </a:rPr>
              <a:t>g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P</a:t>
            </a:r>
            <a:r>
              <a:rPr sz="2000" spc="0" dirty="0" smtClean="0">
                <a:latin typeface="Arial"/>
                <a:cs typeface="Arial"/>
              </a:rPr>
              <a:t>a. </a:t>
            </a:r>
            <a:endParaRPr sz="2000">
              <a:latin typeface="Arial"/>
              <a:cs typeface="Arial"/>
            </a:endParaRPr>
          </a:p>
          <a:p>
            <a:pPr marL="12826" marR="643429" algn="just">
              <a:lnSpc>
                <a:spcPts val="2299"/>
              </a:lnSpc>
              <a:spcBef>
                <a:spcPts val="574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 </a:t>
            </a:r>
            <a:r>
              <a:rPr sz="2000" spc="-9" dirty="0" smtClean="0">
                <a:latin typeface="Arial"/>
                <a:cs typeface="Arial"/>
              </a:rPr>
              <a:t>2</a:t>
            </a:r>
            <a:r>
              <a:rPr sz="2000" spc="0" dirty="0" smtClean="0">
                <a:latin typeface="Arial"/>
                <a:cs typeface="Arial"/>
              </a:rPr>
              <a:t>00</a:t>
            </a:r>
            <a:r>
              <a:rPr sz="2000" spc="4" dirty="0" smtClean="0">
                <a:latin typeface="Arial"/>
                <a:cs typeface="Arial"/>
              </a:rPr>
              <a:t>k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-1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g</a:t>
            </a:r>
            <a:r>
              <a:rPr sz="2000" spc="-14" dirty="0" smtClean="0">
                <a:latin typeface="Arial"/>
                <a:cs typeface="Arial"/>
              </a:rPr>
              <a:t>f</a:t>
            </a:r>
            <a:r>
              <a:rPr sz="2000" spc="-4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4" dirty="0" smtClean="0">
                <a:latin typeface="Arial"/>
                <a:cs typeface="Arial"/>
              </a:rPr>
              <a:t>²</a:t>
            </a:r>
            <a:r>
              <a:rPr sz="2000" spc="0" dirty="0" smtClean="0">
                <a:latin typeface="Arial"/>
                <a:cs typeface="Arial"/>
              </a:rPr>
              <a:t>. </a:t>
            </a:r>
            <a:endParaRPr sz="2000">
              <a:latin typeface="Arial"/>
              <a:cs typeface="Arial"/>
            </a:endParaRPr>
          </a:p>
          <a:p>
            <a:pPr marL="12826" marR="643429" algn="just">
              <a:lnSpc>
                <a:spcPts val="2299"/>
              </a:lnSpc>
              <a:spcBef>
                <a:spcPts val="574"/>
              </a:spcBef>
            </a:pPr>
            <a:r>
              <a:rPr sz="2000" spc="0" dirty="0" smtClean="0">
                <a:latin typeface="Arial"/>
                <a:cs typeface="Arial"/>
              </a:rPr>
              <a:t>d)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30</a:t>
            </a:r>
            <a:r>
              <a:rPr sz="2000" spc="-4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g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-14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²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i.</a:t>
            </a:r>
            <a:endParaRPr sz="2000">
              <a:latin typeface="Arial"/>
              <a:cs typeface="Arial"/>
            </a:endParaRPr>
          </a:p>
          <a:p>
            <a:pPr marL="12826" marR="1510205" algn="just">
              <a:lnSpc>
                <a:spcPct val="95825"/>
              </a:lnSpc>
              <a:spcBef>
                <a:spcPts val="584"/>
              </a:spcBef>
            </a:pPr>
            <a:r>
              <a:rPr sz="2000" spc="0" dirty="0" smtClean="0">
                <a:latin typeface="Arial"/>
                <a:cs typeface="Arial"/>
              </a:rPr>
              <a:t>e)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5b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P</a:t>
            </a:r>
            <a:r>
              <a:rPr sz="2000" spc="0" dirty="0" smtClean="0">
                <a:latin typeface="Arial"/>
                <a:cs typeface="Arial"/>
              </a:rPr>
              <a:t>a.</a:t>
            </a:r>
            <a:endParaRPr sz="2000">
              <a:latin typeface="Arial"/>
              <a:cs typeface="Arial"/>
            </a:endParaRPr>
          </a:p>
          <a:p>
            <a:pPr marL="12826" marR="785371" indent="0" algn="just">
              <a:lnSpc>
                <a:spcPts val="2299"/>
              </a:lnSpc>
              <a:spcBef>
                <a:spcPts val="580"/>
              </a:spcBef>
            </a:pP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er</a:t>
            </a:r>
            <a:r>
              <a:rPr sz="2000" spc="-9" dirty="0" smtClean="0">
                <a:latin typeface="Arial"/>
                <a:cs typeface="Arial"/>
              </a:rPr>
              <a:t> 2</a:t>
            </a:r>
            <a:r>
              <a:rPr sz="2000" spc="0" dirty="0" smtClean="0">
                <a:latin typeface="Arial"/>
                <a:cs typeface="Arial"/>
              </a:rPr>
              <a:t>5m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k</a:t>
            </a:r>
            <a:r>
              <a:rPr sz="2000" spc="0" dirty="0" smtClean="0">
                <a:latin typeface="Arial"/>
                <a:cs typeface="Arial"/>
              </a:rPr>
              <a:t>g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-14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4" dirty="0" smtClean="0">
                <a:latin typeface="Arial"/>
                <a:cs typeface="Arial"/>
              </a:rPr>
              <a:t>²</a:t>
            </a:r>
            <a:r>
              <a:rPr sz="2000" spc="0" dirty="0" smtClean="0">
                <a:latin typeface="Arial"/>
                <a:cs typeface="Arial"/>
              </a:rPr>
              <a:t>. </a:t>
            </a:r>
            <a:endParaRPr sz="2000">
              <a:latin typeface="Arial"/>
              <a:cs typeface="Arial"/>
            </a:endParaRPr>
          </a:p>
          <a:p>
            <a:pPr marL="12826" marR="785371" algn="just">
              <a:lnSpc>
                <a:spcPts val="2299"/>
              </a:lnSpc>
              <a:spcBef>
                <a:spcPts val="574"/>
              </a:spcBef>
            </a:pPr>
            <a:r>
              <a:rPr sz="2000" spc="0" dirty="0" smtClean="0">
                <a:latin typeface="Arial"/>
                <a:cs typeface="Arial"/>
              </a:rPr>
              <a:t>g)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500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4" dirty="0" smtClean="0">
                <a:latin typeface="Arial"/>
                <a:cs typeface="Arial"/>
              </a:rPr>
              <a:t>H</a:t>
            </a:r>
            <a:r>
              <a:rPr sz="2000" spc="0" dirty="0" smtClean="0">
                <a:latin typeface="Arial"/>
                <a:cs typeface="Arial"/>
              </a:rPr>
              <a:t>g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. </a:t>
            </a:r>
            <a:endParaRPr sz="2000">
              <a:latin typeface="Arial"/>
              <a:cs typeface="Arial"/>
            </a:endParaRPr>
          </a:p>
          <a:p>
            <a:pPr marL="12826" marR="785371" algn="just">
              <a:lnSpc>
                <a:spcPts val="2299"/>
              </a:lnSpc>
              <a:spcBef>
                <a:spcPts val="574"/>
              </a:spcBef>
            </a:pPr>
            <a:r>
              <a:rPr sz="2000" spc="0" dirty="0" smtClean="0">
                <a:latin typeface="Arial"/>
                <a:cs typeface="Arial"/>
              </a:rPr>
              <a:t>h)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10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 em</a:t>
            </a:r>
            <a:r>
              <a:rPr sz="2000" spc="-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4" dirty="0" smtClean="0">
                <a:latin typeface="Arial"/>
                <a:cs typeface="Arial"/>
              </a:rPr>
              <a:t>H</a:t>
            </a:r>
            <a:r>
              <a:rPr sz="2000" spc="0" dirty="0" smtClean="0">
                <a:latin typeface="Arial"/>
                <a:cs typeface="Arial"/>
              </a:rPr>
              <a:t>g.</a:t>
            </a:r>
            <a:endParaRPr sz="2000">
              <a:latin typeface="Arial"/>
              <a:cs typeface="Arial"/>
            </a:endParaRPr>
          </a:p>
          <a:p>
            <a:pPr marL="12826" marR="915967" algn="just">
              <a:lnSpc>
                <a:spcPct val="95825"/>
              </a:lnSpc>
              <a:spcBef>
                <a:spcPts val="594"/>
              </a:spcBef>
            </a:pPr>
            <a:r>
              <a:rPr sz="2000" spc="0" dirty="0" smtClean="0">
                <a:latin typeface="Arial"/>
                <a:cs typeface="Arial"/>
              </a:rPr>
              <a:t>i)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 </a:t>
            </a:r>
            <a:r>
              <a:rPr sz="2000" spc="-9" dirty="0" smtClean="0">
                <a:latin typeface="Arial"/>
                <a:cs typeface="Arial"/>
              </a:rPr>
              <a:t>8</a:t>
            </a:r>
            <a:r>
              <a:rPr sz="2000" spc="0" dirty="0" smtClean="0">
                <a:latin typeface="Arial"/>
                <a:cs typeface="Arial"/>
              </a:rPr>
              <a:t>0000</a:t>
            </a: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 marR="903711" algn="just">
              <a:lnSpc>
                <a:spcPct val="95825"/>
              </a:lnSpc>
              <a:spcBef>
                <a:spcPts val="568"/>
              </a:spcBef>
            </a:pPr>
            <a:r>
              <a:rPr sz="2000" spc="0" dirty="0" smtClean="0">
                <a:latin typeface="Arial"/>
                <a:cs typeface="Arial"/>
              </a:rPr>
              <a:t>j)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 </a:t>
            </a:r>
            <a:r>
              <a:rPr sz="2000" spc="-9" dirty="0" smtClean="0">
                <a:latin typeface="Arial"/>
                <a:cs typeface="Arial"/>
              </a:rPr>
              <a:t>1</a:t>
            </a:r>
            <a:r>
              <a:rPr sz="2000" spc="0" dirty="0" smtClean="0">
                <a:latin typeface="Arial"/>
                <a:cs typeface="Arial"/>
              </a:rPr>
              <a:t>8m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mm</a:t>
            </a:r>
            <a:r>
              <a:rPr sz="2000" spc="4" dirty="0" smtClean="0">
                <a:latin typeface="Arial"/>
                <a:cs typeface="Arial"/>
              </a:rPr>
              <a:t>H</a:t>
            </a:r>
            <a:r>
              <a:rPr sz="2000" spc="0" dirty="0" smtClean="0">
                <a:latin typeface="Arial"/>
                <a:cs typeface="Arial"/>
              </a:rPr>
              <a:t>g.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65423" y="1996963"/>
            <a:ext cx="3580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8384" y="2413137"/>
            <a:ext cx="208978" cy="350164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1073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1143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1155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1143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 marR="0">
              <a:lnSpc>
                <a:spcPct val="95825"/>
              </a:lnSpc>
              <a:spcBef>
                <a:spcPts val="1155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155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143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155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143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43395"/>
            <a:ext cx="4738056" cy="20477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0">
              <a:lnSpc>
                <a:spcPts val="1920"/>
              </a:lnSpc>
              <a:spcBef>
                <a:spcPts val="281"/>
              </a:spcBef>
            </a:pPr>
            <a:r>
              <a:rPr sz="2000" spc="0" dirty="0" smtClean="0">
                <a:latin typeface="Arial"/>
                <a:cs typeface="Arial"/>
              </a:rPr>
              <a:t>4) </a:t>
            </a:r>
            <a:r>
              <a:rPr sz="2000" spc="-9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 uni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ss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 os </a:t>
            </a:r>
            <a:r>
              <a:rPr sz="2000" spc="-1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er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ad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 n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00" marR="31111">
              <a:lnSpc>
                <a:spcPct val="95825"/>
              </a:lnSpc>
              <a:spcBef>
                <a:spcPts val="43"/>
              </a:spcBef>
            </a:pPr>
            <a:r>
              <a:rPr sz="2000" spc="0" dirty="0" smtClean="0">
                <a:latin typeface="Arial"/>
                <a:cs typeface="Arial"/>
              </a:rPr>
              <a:t>a)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2a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-4" dirty="0" smtClean="0">
                <a:latin typeface="Arial"/>
                <a:cs typeface="Arial"/>
              </a:rPr>
              <a:t> P</a:t>
            </a:r>
            <a:r>
              <a:rPr sz="2000" spc="0" dirty="0" smtClean="0">
                <a:latin typeface="Arial"/>
                <a:cs typeface="Arial"/>
              </a:rPr>
              <a:t>a.</a:t>
            </a:r>
            <a:endParaRPr sz="2000">
              <a:latin typeface="Arial"/>
              <a:cs typeface="Arial"/>
            </a:endParaRPr>
          </a:p>
          <a:p>
            <a:pPr marL="12700" marR="1046011">
              <a:lnSpc>
                <a:spcPct val="100041"/>
              </a:lnSpc>
              <a:spcBef>
                <a:spcPts val="100"/>
              </a:spcBef>
            </a:pPr>
            <a:r>
              <a:rPr sz="2000" spc="0" dirty="0" smtClean="0">
                <a:latin typeface="Arial"/>
                <a:cs typeface="Arial"/>
              </a:rPr>
              <a:t>b)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300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mm</a:t>
            </a:r>
            <a:r>
              <a:rPr sz="2000" spc="-9" dirty="0" smtClean="0">
                <a:latin typeface="Arial"/>
                <a:cs typeface="Arial"/>
              </a:rPr>
              <a:t>H</a:t>
            </a:r>
            <a:r>
              <a:rPr sz="2000" spc="0" dirty="0" smtClean="0">
                <a:latin typeface="Arial"/>
                <a:cs typeface="Arial"/>
              </a:rPr>
              <a:t>g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i.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 </a:t>
            </a:r>
            <a:r>
              <a:rPr sz="2000" spc="-9" dirty="0" smtClean="0">
                <a:latin typeface="Arial"/>
                <a:cs typeface="Arial"/>
              </a:rPr>
              <a:t>3</a:t>
            </a:r>
            <a:r>
              <a:rPr sz="2000" spc="0" dirty="0" smtClean="0">
                <a:latin typeface="Arial"/>
                <a:cs typeface="Arial"/>
              </a:rPr>
              <a:t>0p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 marR="1231652">
              <a:lnSpc>
                <a:spcPct val="100041"/>
              </a:lnSpc>
            </a:pPr>
            <a:r>
              <a:rPr sz="2000" spc="0" dirty="0" smtClean="0">
                <a:latin typeface="Arial"/>
                <a:cs typeface="Arial"/>
              </a:rPr>
              <a:t>d)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5m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k</a:t>
            </a:r>
            <a:r>
              <a:rPr sz="2000" spc="0" dirty="0" smtClean="0">
                <a:latin typeface="Arial"/>
                <a:cs typeface="Arial"/>
              </a:rPr>
              <a:t>g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-14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4" dirty="0" smtClean="0">
                <a:latin typeface="Arial"/>
                <a:cs typeface="Arial"/>
              </a:rPr>
              <a:t>²</a:t>
            </a:r>
            <a:r>
              <a:rPr sz="2000" spc="0" dirty="0" smtClean="0">
                <a:latin typeface="Arial"/>
                <a:cs typeface="Arial"/>
              </a:rPr>
              <a:t>. e)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8b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P</a:t>
            </a:r>
            <a:r>
              <a:rPr sz="2000" spc="0" dirty="0" smtClean="0">
                <a:latin typeface="Arial"/>
                <a:cs typeface="Arial"/>
              </a:rPr>
              <a:t>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7432" y="1643395"/>
            <a:ext cx="1158594" cy="5237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indent="2917">
              <a:lnSpc>
                <a:spcPts val="1920"/>
              </a:lnSpc>
              <a:spcBef>
                <a:spcPts val="281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ma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ela</a:t>
            </a:r>
            <a:r>
              <a:rPr sz="2000" spc="4" dirty="0" smtClean="0">
                <a:latin typeface="Arial"/>
                <a:cs typeface="Arial"/>
              </a:rPr>
              <a:t>)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77030" y="1643395"/>
            <a:ext cx="109378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ndi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62554" y="1643395"/>
            <a:ext cx="81213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(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ili</a:t>
            </a:r>
            <a:r>
              <a:rPr sz="2000" spc="4" dirty="0" smtClean="0">
                <a:latin typeface="Arial"/>
                <a:cs typeface="Arial"/>
              </a:rPr>
              <a:t>z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8384" y="169533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8384" y="2243972"/>
            <a:ext cx="208978" cy="1739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593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75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75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75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675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81289" y="3716034"/>
            <a:ext cx="23122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05399" y="3716034"/>
            <a:ext cx="113479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33082" y="3716034"/>
            <a:ext cx="68442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1</a:t>
            </a:r>
            <a:r>
              <a:rPr sz="2000" spc="0" dirty="0" smtClean="0">
                <a:latin typeface="Arial"/>
                <a:cs typeface="Arial"/>
              </a:rPr>
              <a:t>0p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1144" y="3716034"/>
            <a:ext cx="42857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033293" y="3716034"/>
            <a:ext cx="45788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0094" y="2039111"/>
            <a:ext cx="7427975" cy="2534411"/>
          </a:xfrm>
          <a:custGeom>
            <a:avLst/>
            <a:gdLst/>
            <a:ahLst/>
            <a:cxnLst/>
            <a:rect l="l" t="t" r="r" b="b"/>
            <a:pathLst>
              <a:path w="7427975" h="2534411">
                <a:moveTo>
                  <a:pt x="0" y="0"/>
                </a:moveTo>
                <a:lnTo>
                  <a:pt x="0" y="2534411"/>
                </a:lnTo>
                <a:lnTo>
                  <a:pt x="7427975" y="2534411"/>
                </a:lnTo>
                <a:lnTo>
                  <a:pt x="7427975" y="0"/>
                </a:lnTo>
                <a:lnTo>
                  <a:pt x="0" y="0"/>
                </a:lnTo>
                <a:close/>
              </a:path>
            </a:pathLst>
          </a:custGeom>
          <a:solidFill>
            <a:srgbClr val="65FF32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280291" y="3419646"/>
            <a:ext cx="471875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Au</a:t>
            </a:r>
            <a:r>
              <a:rPr sz="2800" spc="4" dirty="0" smtClean="0">
                <a:latin typeface="Arial"/>
                <a:cs typeface="Arial"/>
              </a:rPr>
              <a:t>l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42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4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–</a:t>
            </a:r>
            <a:r>
              <a:rPr sz="2800" spc="-15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T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-4" dirty="0" smtClean="0">
                <a:latin typeface="Arial"/>
                <a:cs typeface="Arial"/>
              </a:rPr>
              <a:t>o</a:t>
            </a:r>
            <a:r>
              <a:rPr sz="2800" spc="4" dirty="0" smtClean="0">
                <a:latin typeface="Arial"/>
                <a:cs typeface="Arial"/>
              </a:rPr>
              <a:t>re</a:t>
            </a:r>
            <a:r>
              <a:rPr sz="2800" spc="-4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385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24" dirty="0" smtClean="0">
                <a:latin typeface="Arial"/>
                <a:cs typeface="Arial"/>
              </a:rPr>
              <a:t> </a:t>
            </a:r>
            <a:r>
              <a:rPr sz="2800" spc="-23" dirty="0" smtClean="0">
                <a:latin typeface="Arial"/>
                <a:cs typeface="Arial"/>
              </a:rPr>
              <a:t>S</a:t>
            </a:r>
            <a:r>
              <a:rPr sz="2800" spc="152" dirty="0" smtClean="0">
                <a:latin typeface="Arial"/>
                <a:cs typeface="Arial"/>
              </a:rPr>
              <a:t>t</a:t>
            </a:r>
            <a:r>
              <a:rPr sz="2800" spc="-10" dirty="0" smtClean="0">
                <a:latin typeface="Arial"/>
                <a:cs typeface="Arial"/>
              </a:rPr>
              <a:t>e</a:t>
            </a:r>
            <a:r>
              <a:rPr sz="2800" spc="158" dirty="0" smtClean="0">
                <a:latin typeface="Arial"/>
                <a:cs typeface="Arial"/>
              </a:rPr>
              <a:t>v</a:t>
            </a:r>
            <a:r>
              <a:rPr sz="2800" spc="160" dirty="0" smtClean="0">
                <a:latin typeface="Arial"/>
                <a:cs typeface="Arial"/>
              </a:rPr>
              <a:t>i</a:t>
            </a:r>
            <a:r>
              <a:rPr sz="2800" spc="140" dirty="0" smtClean="0">
                <a:latin typeface="Arial"/>
                <a:cs typeface="Arial"/>
              </a:rPr>
              <a:t>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06179" y="3419646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10868" y="3846366"/>
            <a:ext cx="161158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23" dirty="0" smtClean="0">
                <a:latin typeface="Arial"/>
                <a:cs typeface="Arial"/>
              </a:rPr>
              <a:t>P</a:t>
            </a:r>
            <a:r>
              <a:rPr sz="2800" spc="154" dirty="0" smtClean="0">
                <a:latin typeface="Arial"/>
                <a:cs typeface="Arial"/>
              </a:rPr>
              <a:t>r</a:t>
            </a:r>
            <a:r>
              <a:rPr sz="2800" spc="160" dirty="0" smtClean="0">
                <a:latin typeface="Arial"/>
                <a:cs typeface="Arial"/>
              </a:rPr>
              <a:t>i</a:t>
            </a:r>
            <a:r>
              <a:rPr sz="2800" spc="135" dirty="0" smtClean="0">
                <a:latin typeface="Arial"/>
                <a:cs typeface="Arial"/>
              </a:rPr>
              <a:t>n</a:t>
            </a:r>
            <a:r>
              <a:rPr sz="2800" spc="158" dirty="0" smtClean="0">
                <a:latin typeface="Arial"/>
                <a:cs typeface="Arial"/>
              </a:rPr>
              <a:t>c</a:t>
            </a:r>
            <a:r>
              <a:rPr sz="2800" spc="-2" dirty="0" smtClean="0">
                <a:latin typeface="Arial"/>
                <a:cs typeface="Arial"/>
              </a:rPr>
              <a:t>í</a:t>
            </a:r>
            <a:r>
              <a:rPr sz="2800" spc="135" dirty="0" smtClean="0">
                <a:latin typeface="Arial"/>
                <a:cs typeface="Arial"/>
              </a:rPr>
              <a:t>p</a:t>
            </a:r>
            <a:r>
              <a:rPr sz="2800" spc="160" dirty="0" smtClean="0">
                <a:latin typeface="Arial"/>
                <a:cs typeface="Arial"/>
              </a:rPr>
              <a:t>i</a:t>
            </a:r>
            <a:r>
              <a:rPr sz="2800" spc="14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31175" y="3846366"/>
            <a:ext cx="50542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57" dirty="0" smtClean="0">
                <a:latin typeface="Arial"/>
                <a:cs typeface="Arial"/>
              </a:rPr>
              <a:t>d</a:t>
            </a:r>
            <a:r>
              <a:rPr sz="2800" spc="62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44825" y="3846366"/>
            <a:ext cx="122008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23" dirty="0" smtClean="0">
                <a:latin typeface="Arial"/>
                <a:cs typeface="Arial"/>
              </a:rPr>
              <a:t>P</a:t>
            </a:r>
            <a:r>
              <a:rPr sz="2800" spc="-10" dirty="0" smtClean="0">
                <a:latin typeface="Arial"/>
                <a:cs typeface="Arial"/>
              </a:rPr>
              <a:t>a</a:t>
            </a:r>
            <a:r>
              <a:rPr sz="2800" spc="158" dirty="0" smtClean="0">
                <a:latin typeface="Arial"/>
                <a:cs typeface="Arial"/>
              </a:rPr>
              <a:t>s</a:t>
            </a:r>
            <a:r>
              <a:rPr sz="2800" spc="168" dirty="0" smtClean="0">
                <a:latin typeface="Arial"/>
                <a:cs typeface="Arial"/>
              </a:rPr>
              <a:t>c</a:t>
            </a:r>
            <a:r>
              <a:rPr sz="2800" spc="-10" dirty="0" smtClean="0">
                <a:latin typeface="Arial"/>
                <a:cs typeface="Arial"/>
              </a:rPr>
              <a:t>a</a:t>
            </a:r>
            <a:r>
              <a:rPr sz="2800" spc="155" dirty="0" smtClean="0"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40713" y="2039111"/>
            <a:ext cx="6290055" cy="6431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R="12700">
              <a:lnSpc>
                <a:spcPts val="1000"/>
              </a:lnSpc>
            </a:pPr>
            <a:endParaRPr sz="1000" dirty="0"/>
          </a:p>
          <a:p>
            <a:pPr marL="871733" algn="ctr">
              <a:lnSpc>
                <a:spcPts val="2600"/>
              </a:lnSpc>
              <a:spcBef>
                <a:spcPts val="1592"/>
              </a:spcBef>
            </a:pPr>
            <a:r>
              <a:rPr lang="pt-BR" sz="5100" baseline="-18756" dirty="0" smtClean="0">
                <a:latin typeface="Arial"/>
                <a:cs typeface="Arial"/>
              </a:rPr>
              <a:t>Hidráulica</a:t>
            </a:r>
            <a:endParaRPr sz="3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4338706" y="5433059"/>
            <a:ext cx="1510283" cy="413003"/>
          </a:xfrm>
          <a:custGeom>
            <a:avLst/>
            <a:gdLst/>
            <a:ahLst/>
            <a:cxnLst/>
            <a:rect l="l" t="t" r="r" b="b"/>
            <a:pathLst>
              <a:path w="1510283" h="413003">
                <a:moveTo>
                  <a:pt x="0" y="0"/>
                </a:moveTo>
                <a:lnTo>
                  <a:pt x="0" y="413003"/>
                </a:lnTo>
                <a:lnTo>
                  <a:pt x="1510283" y="413003"/>
                </a:lnTo>
                <a:lnTo>
                  <a:pt x="151028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0017" y="1034143"/>
            <a:ext cx="4171612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rema</a:t>
            </a:r>
            <a:r>
              <a:rPr sz="3600" spc="551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v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1289" y="2099467"/>
            <a:ext cx="7991637" cy="131622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  <a:tabLst>
                <a:tab pos="381000" algn="l"/>
                <a:tab pos="1651000" algn="l"/>
                <a:tab pos="2133600" algn="l"/>
                <a:tab pos="3124200" algn="l"/>
                <a:tab pos="4368800" algn="l"/>
                <a:tab pos="4673600" algn="l"/>
                <a:tab pos="6210300" algn="l"/>
                <a:tab pos="6794500" algn="l"/>
              </a:tabLst>
            </a:pPr>
            <a:r>
              <a:rPr sz="2400" spc="0" dirty="0" smtClean="0">
                <a:latin typeface="Arial"/>
                <a:cs typeface="Arial"/>
              </a:rPr>
              <a:t>O	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eo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a	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	</a:t>
            </a:r>
            <a:r>
              <a:rPr sz="2400" spc="-4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n	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bé</a:t>
            </a:r>
            <a:r>
              <a:rPr sz="2400" spc="0" dirty="0" smtClean="0">
                <a:latin typeface="Arial"/>
                <a:cs typeface="Arial"/>
              </a:rPr>
              <a:t>m	é	c</a:t>
            </a:r>
            <a:r>
              <a:rPr sz="2400" spc="-4" dirty="0" smtClean="0">
                <a:latin typeface="Arial"/>
                <a:cs typeface="Arial"/>
              </a:rPr>
              <a:t>onhe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	</a:t>
            </a:r>
            <a:r>
              <a:rPr sz="2400" spc="-4" dirty="0" smtClean="0">
                <a:latin typeface="Arial"/>
                <a:cs typeface="Arial"/>
              </a:rPr>
              <a:t>po</a:t>
            </a:r>
            <a:r>
              <a:rPr sz="2400" spc="0" dirty="0" smtClean="0">
                <a:latin typeface="Arial"/>
                <a:cs typeface="Arial"/>
              </a:rPr>
              <a:t>r	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eo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 marR="3136" indent="0">
              <a:lnSpc>
                <a:spcPts val="2590"/>
              </a:lnSpc>
              <a:spcBef>
                <a:spcPts val="11"/>
              </a:spcBef>
            </a:pP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unda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9" dirty="0" smtClean="0">
                <a:latin typeface="Arial"/>
                <a:cs typeface="Arial"/>
              </a:rPr>
              <a:t>e</a:t>
            </a:r>
            <a:r>
              <a:rPr sz="2400" spc="-4" dirty="0" smtClean="0">
                <a:latin typeface="Arial"/>
                <a:cs typeface="Arial"/>
              </a:rPr>
              <a:t>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l</a:t>
            </a:r>
            <a:r>
              <a:rPr sz="2400" spc="286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299" dirty="0" smtClean="0">
                <a:latin typeface="Arial"/>
                <a:cs typeface="Arial"/>
              </a:rPr>
              <a:t> </a:t>
            </a:r>
            <a:r>
              <a:rPr sz="2400" spc="9" dirty="0" smtClean="0">
                <a:latin typeface="Arial"/>
                <a:cs typeface="Arial"/>
              </a:rPr>
              <a:t>h</a:t>
            </a:r>
            <a:r>
              <a:rPr sz="2400" spc="-4" dirty="0" smtClean="0">
                <a:latin typeface="Arial"/>
                <a:cs typeface="Arial"/>
              </a:rPr>
              <a:t>id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9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á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ca</a:t>
            </a:r>
            <a:r>
              <a:rPr sz="2400" spc="286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300" dirty="0" smtClean="0">
                <a:latin typeface="Arial"/>
                <a:cs typeface="Arial"/>
              </a:rPr>
              <a:t> </a:t>
            </a:r>
            <a:r>
              <a:rPr sz="2400" spc="-14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31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de</a:t>
            </a:r>
            <a:r>
              <a:rPr sz="2400" spc="4" dirty="0" smtClean="0">
                <a:latin typeface="Arial"/>
                <a:cs typeface="Arial"/>
              </a:rPr>
              <a:t>fi</a:t>
            </a:r>
            <a:r>
              <a:rPr sz="2400" spc="-4" dirty="0" smtClean="0">
                <a:latin typeface="Arial"/>
                <a:cs typeface="Arial"/>
              </a:rPr>
              <a:t>ni</a:t>
            </a:r>
            <a:r>
              <a:rPr sz="2400" spc="9" dirty="0" smtClean="0">
                <a:latin typeface="Arial"/>
                <a:cs typeface="Arial"/>
              </a:rPr>
              <a:t>çã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308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é</a:t>
            </a:r>
            <a:r>
              <a:rPr sz="2400" spc="31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31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g</a:t>
            </a:r>
            <a:r>
              <a:rPr sz="2400" spc="4" dirty="0" smtClean="0">
                <a:latin typeface="Arial"/>
                <a:cs typeface="Arial"/>
              </a:rPr>
              <a:t>ra</a:t>
            </a:r>
            <a:r>
              <a:rPr sz="2400" spc="-4" dirty="0" smtClean="0">
                <a:latin typeface="Arial"/>
                <a:cs typeface="Arial"/>
              </a:rPr>
              <a:t>n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 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po</a:t>
            </a:r>
            <a:r>
              <a:rPr sz="2400" spc="4" dirty="0" smtClean="0">
                <a:latin typeface="Arial"/>
                <a:cs typeface="Arial"/>
              </a:rPr>
              <a:t>rt</a:t>
            </a:r>
            <a:r>
              <a:rPr sz="2400" spc="-4" dirty="0" smtClean="0">
                <a:latin typeface="Arial"/>
                <a:cs typeface="Arial"/>
              </a:rPr>
              <a:t>ân</a:t>
            </a:r>
            <a:r>
              <a:rPr sz="2400" spc="9" dirty="0" smtClean="0">
                <a:latin typeface="Arial"/>
                <a:cs typeface="Arial"/>
              </a:rPr>
              <a:t>c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268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pa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274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27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de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rm</a:t>
            </a:r>
            <a:r>
              <a:rPr sz="2400" spc="-4" dirty="0" smtClean="0">
                <a:latin typeface="Arial"/>
                <a:cs typeface="Arial"/>
              </a:rPr>
              <a:t>ina</a:t>
            </a:r>
            <a:r>
              <a:rPr sz="2400" spc="9" dirty="0" smtClean="0">
                <a:latin typeface="Arial"/>
                <a:cs typeface="Arial"/>
              </a:rPr>
              <a:t>çã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268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275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ss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275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uan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281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  <a:p>
            <a:pPr marL="12700" marR="43009">
              <a:lnSpc>
                <a:spcPts val="2570"/>
              </a:lnSpc>
            </a:pPr>
            <a:r>
              <a:rPr sz="2400" spc="-4" dirty="0" smtClean="0">
                <a:latin typeface="Arial"/>
                <a:cs typeface="Arial"/>
              </a:rPr>
              <a:t>qu</a:t>
            </a:r>
            <a:r>
              <a:rPr sz="2400" spc="9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l</a:t>
            </a:r>
            <a:r>
              <a:rPr sz="2400" spc="-4" dirty="0" smtClean="0">
                <a:latin typeface="Arial"/>
                <a:cs typeface="Arial"/>
              </a:rPr>
              <a:t>q</a:t>
            </a:r>
            <a:r>
              <a:rPr sz="2400" spc="9" dirty="0" smtClean="0">
                <a:latin typeface="Arial"/>
                <a:cs typeface="Arial"/>
              </a:rPr>
              <a:t>u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r</a:t>
            </a:r>
            <a:r>
              <a:rPr sz="2400" spc="9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pon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 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a c</a:t>
            </a:r>
            <a:r>
              <a:rPr sz="2400" spc="-4" dirty="0" smtClean="0">
                <a:latin typeface="Arial"/>
                <a:cs typeface="Arial"/>
              </a:rPr>
              <a:t>ol</a:t>
            </a:r>
            <a:r>
              <a:rPr sz="2400" spc="9" dirty="0" smtClean="0">
                <a:latin typeface="Arial"/>
                <a:cs typeface="Arial"/>
              </a:rPr>
              <a:t>u</a:t>
            </a:r>
            <a:r>
              <a:rPr sz="2400" spc="-4" dirty="0" smtClean="0">
                <a:latin typeface="Arial"/>
                <a:cs typeface="Arial"/>
              </a:rPr>
              <a:t>n</a:t>
            </a:r>
            <a:r>
              <a:rPr sz="2400" spc="0" dirty="0" smtClean="0">
                <a:latin typeface="Arial"/>
                <a:cs typeface="Arial"/>
              </a:rPr>
              <a:t>a 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 </a:t>
            </a:r>
            <a:r>
              <a:rPr sz="2400" spc="-4" dirty="0" smtClean="0">
                <a:latin typeface="Arial"/>
                <a:cs typeface="Arial"/>
              </a:rPr>
              <a:t>l</a:t>
            </a:r>
            <a:r>
              <a:rPr sz="2400" spc="4" dirty="0" smtClean="0">
                <a:latin typeface="Arial"/>
                <a:cs typeface="Arial"/>
              </a:rPr>
              <a:t>í</a:t>
            </a:r>
            <a:r>
              <a:rPr sz="2400" spc="-4" dirty="0" smtClean="0">
                <a:latin typeface="Arial"/>
                <a:cs typeface="Arial"/>
              </a:rPr>
              <a:t>qu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-4" dirty="0" smtClean="0">
                <a:latin typeface="Arial"/>
                <a:cs typeface="Arial"/>
              </a:rPr>
              <a:t>do</a:t>
            </a:r>
            <a:r>
              <a:rPr sz="2400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8384" y="2161298"/>
            <a:ext cx="24315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3487830"/>
            <a:ext cx="321031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83725" y="3487830"/>
            <a:ext cx="1202781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eo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68362" y="3487830"/>
            <a:ext cx="42254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72762" y="3487830"/>
            <a:ext cx="2159711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  <a:tabLst>
                <a:tab pos="1016000" algn="l"/>
                <a:tab pos="1574800" algn="l"/>
              </a:tabLst>
            </a:pPr>
            <a:r>
              <a:rPr sz="2400" spc="-4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n	</a:t>
            </a:r>
            <a:r>
              <a:rPr sz="2400" spc="-4" dirty="0" smtClean="0">
                <a:latin typeface="Arial"/>
                <a:cs typeface="Arial"/>
              </a:rPr>
              <a:t>di</a:t>
            </a:r>
            <a:r>
              <a:rPr sz="2400" spc="0" dirty="0" smtClean="0">
                <a:latin typeface="Arial"/>
                <a:cs typeface="Arial"/>
              </a:rPr>
              <a:t>z	</a:t>
            </a:r>
            <a:r>
              <a:rPr sz="2400" spc="-4" dirty="0" smtClean="0">
                <a:latin typeface="Arial"/>
                <a:cs typeface="Arial"/>
              </a:rPr>
              <a:t>qu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12806" y="3487830"/>
            <a:ext cx="389185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“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82246" y="3487830"/>
            <a:ext cx="133832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di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9" dirty="0" smtClean="0">
                <a:latin typeface="Arial"/>
                <a:cs typeface="Arial"/>
              </a:rPr>
              <a:t>ç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00899" y="3487830"/>
            <a:ext cx="1672079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  <a:tabLst>
                <a:tab pos="508000" algn="l"/>
              </a:tabLst>
            </a:pP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	</a:t>
            </a: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9" dirty="0" smtClean="0">
                <a:latin typeface="Arial"/>
                <a:cs typeface="Arial"/>
              </a:rPr>
              <a:t>s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38384" y="3549661"/>
            <a:ext cx="24315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289" y="3817014"/>
            <a:ext cx="77916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34685" y="3817014"/>
            <a:ext cx="64154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doi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52393" y="3817014"/>
            <a:ext cx="975304" cy="657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pon</a:t>
            </a:r>
            <a:r>
              <a:rPr sz="2400" spc="-1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95969" marR="135274" algn="ctr">
              <a:lnSpc>
                <a:spcPts val="2580"/>
              </a:lnSpc>
              <a:spcBef>
                <a:spcPts val="1"/>
              </a:spcBef>
            </a:pPr>
            <a:r>
              <a:rPr sz="2400" spc="-4" dirty="0" smtClean="0">
                <a:latin typeface="Arial"/>
                <a:cs typeface="Arial"/>
              </a:rPr>
              <a:t>pe</a:t>
            </a:r>
            <a:r>
              <a:rPr sz="2400" spc="0" dirty="0" smtClean="0">
                <a:latin typeface="Arial"/>
                <a:cs typeface="Arial"/>
              </a:rPr>
              <a:t>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225201" y="3817014"/>
            <a:ext cx="42254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20456" y="3817014"/>
            <a:ext cx="50697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299575" y="3817014"/>
            <a:ext cx="1392275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  <a:tabLst>
                <a:tab pos="889000" algn="l"/>
              </a:tabLst>
            </a:pP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lui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	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63995" y="3817014"/>
            <a:ext cx="1185921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ep</a:t>
            </a:r>
            <a:r>
              <a:rPr sz="2400" spc="9" dirty="0" smtClean="0">
                <a:latin typeface="Arial"/>
                <a:cs typeface="Arial"/>
              </a:rPr>
              <a:t>o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so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022629" y="3817014"/>
            <a:ext cx="253426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é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348717" y="3817014"/>
            <a:ext cx="728975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ig</a:t>
            </a:r>
            <a:r>
              <a:rPr sz="2400" spc="9" dirty="0" smtClean="0">
                <a:latin typeface="Arial"/>
                <a:cs typeface="Arial"/>
              </a:rPr>
              <a:t>ua</a:t>
            </a:r>
            <a:r>
              <a:rPr sz="2400" spc="0" dirty="0" smtClean="0">
                <a:latin typeface="Arial"/>
                <a:cs typeface="Arial"/>
              </a:rPr>
              <a:t>l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50146" y="3817014"/>
            <a:ext cx="423403" cy="657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86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  <a:p>
            <a:pPr marL="13560">
              <a:lnSpc>
                <a:spcPts val="2580"/>
              </a:lnSpc>
              <a:spcBef>
                <a:spcPts val="1"/>
              </a:spcBef>
            </a:pP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81289" y="4144674"/>
            <a:ext cx="111739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odu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72919" y="4144674"/>
            <a:ext cx="42254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089518" y="4144674"/>
            <a:ext cx="145729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9" dirty="0" smtClean="0">
                <a:latin typeface="Arial"/>
                <a:cs typeface="Arial"/>
              </a:rPr>
              <a:t>p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4" dirty="0" smtClean="0">
                <a:latin typeface="Arial"/>
                <a:cs typeface="Arial"/>
              </a:rPr>
              <a:t>íf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co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21048" y="4144674"/>
            <a:ext cx="42254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16304" y="4144674"/>
            <a:ext cx="1547011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  <a:tabLst>
                <a:tab pos="889000" algn="l"/>
              </a:tabLst>
            </a:pP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lu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	</a:t>
            </a: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9" dirty="0" smtClean="0">
                <a:latin typeface="Arial"/>
                <a:cs typeface="Arial"/>
              </a:rPr>
              <a:t>e</a:t>
            </a:r>
            <a:r>
              <a:rPr sz="2400" spc="-4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739077" y="4144674"/>
            <a:ext cx="1336796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di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0" dirty="0" smtClean="0">
                <a:latin typeface="Arial"/>
                <a:cs typeface="Arial"/>
              </a:rPr>
              <a:t>ça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81289" y="4473858"/>
            <a:ext cx="727341" cy="657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5719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580"/>
              </a:lnSpc>
              <a:spcBef>
                <a:spcPts val="1"/>
              </a:spcBef>
            </a:pP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ssa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15863" y="4473858"/>
            <a:ext cx="77916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67735" y="4473858"/>
            <a:ext cx="405418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47798" y="4473858"/>
            <a:ext cx="64154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doi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362458" y="4473858"/>
            <a:ext cx="99816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pon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33741" y="4473858"/>
            <a:ext cx="155809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li</a:t>
            </a:r>
            <a:r>
              <a:rPr sz="2400" spc="-4" dirty="0" smtClean="0">
                <a:latin typeface="Arial"/>
                <a:cs typeface="Arial"/>
              </a:rPr>
              <a:t>ado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”</a:t>
            </a:r>
            <a:r>
              <a:rPr sz="2400" spc="0" dirty="0" smtClean="0"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065702" y="4473858"/>
            <a:ext cx="2507897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ate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9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309715" y="4801518"/>
            <a:ext cx="593308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ela</a:t>
            </a:r>
            <a:r>
              <a:rPr sz="2400" spc="9" dirty="0" smtClean="0">
                <a:latin typeface="Arial"/>
                <a:cs typeface="Arial"/>
              </a:rPr>
              <a:t>ç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 </a:t>
            </a:r>
            <a:r>
              <a:rPr sz="2400" spc="-4" dirty="0" smtClean="0">
                <a:latin typeface="Arial"/>
                <a:cs typeface="Arial"/>
              </a:rPr>
              <a:t>po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 s</a:t>
            </a:r>
            <a:r>
              <a:rPr sz="2400" spc="9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r</a:t>
            </a:r>
            <a:r>
              <a:rPr sz="2400" spc="9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sc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 s</a:t>
            </a:r>
            <a:r>
              <a:rPr sz="2400" spc="-4" dirty="0" smtClean="0">
                <a:latin typeface="Arial"/>
                <a:cs typeface="Arial"/>
              </a:rPr>
              <a:t>egu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-4" dirty="0" smtClean="0">
                <a:latin typeface="Arial"/>
                <a:cs typeface="Arial"/>
              </a:rPr>
              <a:t>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-6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odo</a:t>
            </a:r>
            <a:r>
              <a:rPr sz="2400" spc="0" dirty="0" smtClean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338706" y="5433059"/>
            <a:ext cx="1522983" cy="41300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7249">
              <a:lnSpc>
                <a:spcPts val="3250"/>
              </a:lnSpc>
              <a:spcBef>
                <a:spcPts val="162"/>
              </a:spcBef>
            </a:pPr>
            <a:r>
              <a:rPr sz="3600" spc="-4" baseline="5012" dirty="0" smtClean="0">
                <a:latin typeface="Meiryo"/>
                <a:cs typeface="Meiryo"/>
              </a:rPr>
              <a:t>∆</a:t>
            </a:r>
            <a:r>
              <a:rPr sz="3600" spc="0" baseline="8454" dirty="0" smtClean="0">
                <a:latin typeface="Times New Roman"/>
                <a:cs typeface="Times New Roman"/>
              </a:rPr>
              <a:t>P</a:t>
            </a:r>
            <a:r>
              <a:rPr sz="3600" spc="-2" baseline="8454" dirty="0" smtClean="0">
                <a:latin typeface="Times New Roman"/>
                <a:cs typeface="Times New Roman"/>
              </a:rPr>
              <a:t> </a:t>
            </a:r>
            <a:r>
              <a:rPr sz="3600" spc="-598" baseline="5012" dirty="0" smtClean="0">
                <a:latin typeface="Meiryo"/>
                <a:cs typeface="Meiryo"/>
              </a:rPr>
              <a:t>=</a:t>
            </a:r>
            <a:r>
              <a:rPr sz="3600" spc="-354" baseline="5012" dirty="0" smtClean="0">
                <a:latin typeface="Meiryo"/>
                <a:cs typeface="Meiryo"/>
              </a:rPr>
              <a:t> </a:t>
            </a:r>
            <a:r>
              <a:rPr sz="3825" spc="-445" baseline="4717" dirty="0" smtClean="0">
                <a:latin typeface="Meiryo"/>
                <a:cs typeface="Meiryo"/>
              </a:rPr>
              <a:t>γ</a:t>
            </a:r>
            <a:r>
              <a:rPr sz="3825" spc="14" baseline="4717" dirty="0" smtClean="0">
                <a:latin typeface="Meiryo"/>
                <a:cs typeface="Meiryo"/>
              </a:rPr>
              <a:t> </a:t>
            </a:r>
            <a:r>
              <a:rPr sz="3600" spc="-234" baseline="5012" dirty="0" smtClean="0">
                <a:latin typeface="Meiryo"/>
                <a:cs typeface="Meiryo"/>
              </a:rPr>
              <a:t>⋅</a:t>
            </a:r>
            <a:r>
              <a:rPr lang="pt-BR" sz="3600" spc="-234" baseline="5012" dirty="0" smtClean="0">
                <a:latin typeface="Meiryo"/>
                <a:cs typeface="Meiryo"/>
              </a:rPr>
              <a:t> </a:t>
            </a:r>
            <a:r>
              <a:rPr lang="pt-BR" sz="3200" spc="4" baseline="5012" dirty="0" smtClean="0">
                <a:latin typeface="Meiryo"/>
                <a:cs typeface="Meiryo"/>
              </a:rPr>
              <a:t>∆</a:t>
            </a:r>
            <a:r>
              <a:rPr lang="pt-BR" sz="3200" spc="0" baseline="8454" dirty="0" smtClean="0">
                <a:latin typeface="Times New Roman"/>
                <a:cs typeface="Times New Roman"/>
              </a:rPr>
              <a:t>h</a:t>
            </a:r>
            <a:endParaRPr lang="pt-BR" sz="3200" dirty="0" smtClean="0">
              <a:latin typeface="Times New Roman"/>
              <a:cs typeface="Times New Roman"/>
            </a:endParaRPr>
          </a:p>
          <a:p>
            <a:pPr marL="47249">
              <a:lnSpc>
                <a:spcPts val="3250"/>
              </a:lnSpc>
              <a:spcBef>
                <a:spcPts val="162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5922142" y="1978151"/>
            <a:ext cx="3307079" cy="2476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50825" y="5001767"/>
            <a:ext cx="1944623" cy="417575"/>
          </a:xfrm>
          <a:custGeom>
            <a:avLst/>
            <a:gdLst/>
            <a:ahLst/>
            <a:cxnLst/>
            <a:rect l="l" t="t" r="r" b="b"/>
            <a:pathLst>
              <a:path w="1944623" h="417575">
                <a:moveTo>
                  <a:pt x="0" y="0"/>
                </a:moveTo>
                <a:lnTo>
                  <a:pt x="0" y="417575"/>
                </a:lnTo>
                <a:lnTo>
                  <a:pt x="1944623" y="417575"/>
                </a:lnTo>
                <a:lnTo>
                  <a:pt x="194462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395606" y="5666232"/>
            <a:ext cx="1655063" cy="417575"/>
          </a:xfrm>
          <a:custGeom>
            <a:avLst/>
            <a:gdLst/>
            <a:ahLst/>
            <a:cxnLst/>
            <a:rect l="l" t="t" r="r" b="b"/>
            <a:pathLst>
              <a:path w="1655063" h="417575">
                <a:moveTo>
                  <a:pt x="0" y="0"/>
                </a:moveTo>
                <a:lnTo>
                  <a:pt x="0" y="417575"/>
                </a:lnTo>
                <a:lnTo>
                  <a:pt x="1655063" y="417575"/>
                </a:lnTo>
                <a:lnTo>
                  <a:pt x="1655063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34106" y="5362955"/>
            <a:ext cx="3816095" cy="399287"/>
          </a:xfrm>
          <a:custGeom>
            <a:avLst/>
            <a:gdLst/>
            <a:ahLst/>
            <a:cxnLst/>
            <a:rect l="l" t="t" r="r" b="b"/>
            <a:pathLst>
              <a:path w="3816095" h="399287">
                <a:moveTo>
                  <a:pt x="0" y="0"/>
                </a:moveTo>
                <a:lnTo>
                  <a:pt x="0" y="399287"/>
                </a:lnTo>
                <a:lnTo>
                  <a:pt x="3816095" y="399287"/>
                </a:lnTo>
                <a:lnTo>
                  <a:pt x="3816095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0017" y="1034143"/>
            <a:ext cx="2266599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li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caçã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96038" y="1034143"/>
            <a:ext cx="2698994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  <a:tabLst>
                <a:tab pos="698500" algn="l"/>
              </a:tabLst>
            </a:pP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-64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	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T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re</a:t>
            </a:r>
            <a:r>
              <a:rPr sz="3600" spc="179" dirty="0" smtClean="0">
                <a:solidFill>
                  <a:srgbClr val="00CC65"/>
                </a:solidFill>
                <a:latin typeface="Arial"/>
                <a:cs typeface="Arial"/>
              </a:rPr>
              <a:t>ma</a:t>
            </a:r>
            <a:endParaRPr sz="3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14944" y="1034143"/>
            <a:ext cx="64006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74916" y="1034143"/>
            <a:ext cx="1478757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v</a:t>
            </a:r>
            <a:r>
              <a:rPr sz="3600" spc="19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endParaRPr sz="3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81162" y="1859803"/>
            <a:ext cx="15481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Av</a:t>
            </a:r>
            <a:r>
              <a:rPr sz="2000" spc="0" dirty="0" smtClean="0">
                <a:latin typeface="Arial"/>
                <a:cs typeface="Arial"/>
              </a:rPr>
              <a:t>aliando</a:t>
            </a:r>
            <a:r>
              <a:rPr sz="2000" spc="4" dirty="0" smtClean="0">
                <a:latin typeface="Arial"/>
                <a:cs typeface="Arial"/>
              </a:rPr>
              <a:t>-s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82373" y="1859803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53291" y="1859803"/>
            <a:ext cx="78088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ig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85002" y="1859803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é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8384" y="1911741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1286" y="2103643"/>
            <a:ext cx="100907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po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ív</a:t>
            </a:r>
            <a:r>
              <a:rPr sz="2000" spc="0" dirty="0" smtClean="0">
                <a:latin typeface="Arial"/>
                <a:cs typeface="Arial"/>
              </a:rPr>
              <a:t>el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835460" y="2103643"/>
            <a:ext cx="106160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ob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142932" y="2103643"/>
            <a:ext cx="499762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85045" y="2103643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81286" y="2347483"/>
            <a:ext cx="352166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  <a:tabLst>
                <a:tab pos="1079500" algn="l"/>
                <a:tab pos="1485900" algn="l"/>
                <a:tab pos="2324100" algn="l"/>
                <a:tab pos="3314700" algn="l"/>
              </a:tabLst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	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	</a:t>
            </a:r>
            <a:r>
              <a:rPr sz="2000" spc="-4" dirty="0" smtClean="0">
                <a:latin typeface="Arial"/>
                <a:cs typeface="Arial"/>
              </a:rPr>
              <a:t>St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in	pe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	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81286" y="2592847"/>
            <a:ext cx="161516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79951" y="2592847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123042" y="2592847"/>
            <a:ext cx="97978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581286" y="2836687"/>
            <a:ext cx="352151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ua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100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ualqu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1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po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81286" y="3082051"/>
            <a:ext cx="352158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um</a:t>
            </a:r>
            <a:r>
              <a:rPr sz="2000" spc="100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luido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8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ep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81286" y="3312895"/>
            <a:ext cx="3526600" cy="151515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646">
              <a:lnSpc>
                <a:spcPts val="2450"/>
              </a:lnSpc>
              <a:spcBef>
                <a:spcPts val="122"/>
              </a:spcBef>
            </a:pPr>
            <a:r>
              <a:rPr sz="3000" spc="0" baseline="2898" dirty="0" smtClean="0">
                <a:latin typeface="Arial"/>
                <a:cs typeface="Arial"/>
              </a:rPr>
              <a:t>di</a:t>
            </a:r>
            <a:r>
              <a:rPr sz="3000" spc="-4" baseline="2898" dirty="0" smtClean="0">
                <a:latin typeface="Arial"/>
                <a:cs typeface="Arial"/>
              </a:rPr>
              <a:t>f</a:t>
            </a:r>
            <a:r>
              <a:rPr sz="3000" spc="0" baseline="2898" dirty="0" smtClean="0">
                <a:latin typeface="Arial"/>
                <a:cs typeface="Arial"/>
              </a:rPr>
              <a:t>e</a:t>
            </a:r>
            <a:r>
              <a:rPr sz="3000" spc="4" baseline="2898" dirty="0" smtClean="0">
                <a:latin typeface="Arial"/>
                <a:cs typeface="Arial"/>
              </a:rPr>
              <a:t>r</a:t>
            </a:r>
            <a:r>
              <a:rPr sz="3000" spc="-9" baseline="2898" dirty="0" smtClean="0">
                <a:latin typeface="Arial"/>
                <a:cs typeface="Arial"/>
              </a:rPr>
              <a:t>e</a:t>
            </a:r>
            <a:r>
              <a:rPr sz="3000" spc="0" baseline="2898" dirty="0" smtClean="0">
                <a:latin typeface="Arial"/>
                <a:cs typeface="Arial"/>
              </a:rPr>
              <a:t>n</a:t>
            </a:r>
            <a:r>
              <a:rPr sz="3000" spc="-4" baseline="2898" dirty="0" smtClean="0">
                <a:latin typeface="Arial"/>
                <a:cs typeface="Arial"/>
              </a:rPr>
              <a:t>ç</a:t>
            </a:r>
            <a:r>
              <a:rPr sz="3000" spc="0" baseline="2898" dirty="0" smtClean="0">
                <a:latin typeface="Arial"/>
                <a:cs typeface="Arial"/>
              </a:rPr>
              <a:t>a</a:t>
            </a:r>
            <a:r>
              <a:rPr sz="3000" spc="250" baseline="2898" dirty="0" smtClean="0">
                <a:latin typeface="Arial"/>
                <a:cs typeface="Arial"/>
              </a:rPr>
              <a:t> </a:t>
            </a:r>
            <a:r>
              <a:rPr sz="3000" spc="-9" baseline="2898" dirty="0" smtClean="0">
                <a:latin typeface="Arial"/>
                <a:cs typeface="Arial"/>
              </a:rPr>
              <a:t>d</a:t>
            </a:r>
            <a:r>
              <a:rPr sz="3000" spc="0" baseline="2898" dirty="0" smtClean="0">
                <a:latin typeface="Arial"/>
                <a:cs typeface="Arial"/>
              </a:rPr>
              <a:t>e</a:t>
            </a:r>
            <a:r>
              <a:rPr sz="3000" spc="234" baseline="2898" dirty="0" smtClean="0">
                <a:latin typeface="Arial"/>
                <a:cs typeface="Arial"/>
              </a:rPr>
              <a:t> </a:t>
            </a:r>
            <a:r>
              <a:rPr sz="3000" spc="4" baseline="2898" dirty="0" smtClean="0">
                <a:latin typeface="Arial"/>
                <a:cs typeface="Arial"/>
              </a:rPr>
              <a:t>c</a:t>
            </a:r>
            <a:r>
              <a:rPr sz="3000" spc="0" baseline="2898" dirty="0" smtClean="0">
                <a:latin typeface="Arial"/>
                <a:cs typeface="Arial"/>
              </a:rPr>
              <a:t>o</a:t>
            </a:r>
            <a:r>
              <a:rPr sz="3000" spc="-4" baseline="2898" dirty="0" smtClean="0">
                <a:latin typeface="Arial"/>
                <a:cs typeface="Arial"/>
              </a:rPr>
              <a:t>t</a:t>
            </a:r>
            <a:r>
              <a:rPr sz="3000" spc="-9" baseline="2898" dirty="0" smtClean="0">
                <a:latin typeface="Arial"/>
                <a:cs typeface="Arial"/>
              </a:rPr>
              <a:t>a</a:t>
            </a:r>
            <a:r>
              <a:rPr sz="3000" spc="0" baseline="2898" dirty="0" smtClean="0">
                <a:latin typeface="Arial"/>
                <a:cs typeface="Arial"/>
              </a:rPr>
              <a:t>s</a:t>
            </a:r>
            <a:r>
              <a:rPr sz="3000" spc="254" baseline="2898" dirty="0" smtClean="0">
                <a:latin typeface="Arial"/>
                <a:cs typeface="Arial"/>
              </a:rPr>
              <a:t> </a:t>
            </a:r>
            <a:r>
              <a:rPr sz="3150" spc="-159" baseline="1636" dirty="0" smtClean="0">
                <a:latin typeface="Meiryo"/>
                <a:cs typeface="Meiryo"/>
              </a:rPr>
              <a:t>∆</a:t>
            </a:r>
            <a:r>
              <a:rPr sz="3000" spc="-111" baseline="2898" dirty="0" smtClean="0">
                <a:latin typeface="Arial"/>
                <a:cs typeface="Arial"/>
              </a:rPr>
              <a:t>h</a:t>
            </a:r>
            <a:r>
              <a:rPr sz="3000" spc="257" baseline="2898" dirty="0" smtClean="0">
                <a:latin typeface="Arial"/>
                <a:cs typeface="Arial"/>
              </a:rPr>
              <a:t> </a:t>
            </a:r>
            <a:r>
              <a:rPr sz="3000" spc="0" baseline="2898" dirty="0" smtClean="0">
                <a:latin typeface="Arial"/>
                <a:cs typeface="Arial"/>
              </a:rPr>
              <a:t>é</a:t>
            </a:r>
            <a:r>
              <a:rPr sz="3000" spc="234" baseline="2898" dirty="0" smtClean="0">
                <a:latin typeface="Arial"/>
                <a:cs typeface="Arial"/>
              </a:rPr>
              <a:t> </a:t>
            </a:r>
            <a:r>
              <a:rPr sz="3000" spc="-9" baseline="2898" dirty="0" smtClean="0">
                <a:latin typeface="Arial"/>
                <a:cs typeface="Arial"/>
              </a:rPr>
              <a:t>d</a:t>
            </a:r>
            <a:r>
              <a:rPr sz="3000" spc="0" baseline="2898" dirty="0" smtClean="0">
                <a:latin typeface="Arial"/>
                <a:cs typeface="Arial"/>
              </a:rPr>
              <a:t>ada</a:t>
            </a:r>
            <a:endParaRPr sz="2000">
              <a:latin typeface="Arial"/>
              <a:cs typeface="Arial"/>
            </a:endParaRPr>
          </a:p>
          <a:p>
            <a:pPr marL="12711" marR="4995">
              <a:lnSpc>
                <a:spcPts val="1670"/>
              </a:lnSpc>
            </a:pPr>
            <a:r>
              <a:rPr sz="3000" spc="0" baseline="1449" dirty="0" smtClean="0">
                <a:latin typeface="Arial"/>
                <a:cs typeface="Arial"/>
              </a:rPr>
              <a:t>pela</a:t>
            </a:r>
            <a:r>
              <a:rPr sz="3000" spc="129" baseline="1449" dirty="0" smtClean="0">
                <a:latin typeface="Arial"/>
                <a:cs typeface="Arial"/>
              </a:rPr>
              <a:t> </a:t>
            </a:r>
            <a:r>
              <a:rPr sz="3000" spc="0" baseline="1449" dirty="0" smtClean="0">
                <a:latin typeface="Arial"/>
                <a:cs typeface="Arial"/>
              </a:rPr>
              <a:t>di</a:t>
            </a:r>
            <a:r>
              <a:rPr sz="3000" spc="-4" baseline="1449" dirty="0" smtClean="0">
                <a:latin typeface="Arial"/>
                <a:cs typeface="Arial"/>
              </a:rPr>
              <a:t>f</a:t>
            </a:r>
            <a:r>
              <a:rPr sz="3000" spc="0" baseline="1449" dirty="0" smtClean="0">
                <a:latin typeface="Arial"/>
                <a:cs typeface="Arial"/>
              </a:rPr>
              <a:t>e</a:t>
            </a:r>
            <a:r>
              <a:rPr sz="3000" spc="4" baseline="1449" dirty="0" smtClean="0">
                <a:latin typeface="Arial"/>
                <a:cs typeface="Arial"/>
              </a:rPr>
              <a:t>r</a:t>
            </a:r>
            <a:r>
              <a:rPr sz="3000" spc="-9" baseline="1449" dirty="0" smtClean="0">
                <a:latin typeface="Arial"/>
                <a:cs typeface="Arial"/>
              </a:rPr>
              <a:t>e</a:t>
            </a:r>
            <a:r>
              <a:rPr sz="3000" spc="0" baseline="1449" dirty="0" smtClean="0">
                <a:latin typeface="Arial"/>
                <a:cs typeface="Arial"/>
              </a:rPr>
              <a:t>n</a:t>
            </a:r>
            <a:r>
              <a:rPr sz="3000" spc="-4" baseline="1449" dirty="0" smtClean="0">
                <a:latin typeface="Arial"/>
                <a:cs typeface="Arial"/>
              </a:rPr>
              <a:t>ç</a:t>
            </a:r>
            <a:r>
              <a:rPr sz="3000" spc="0" baseline="1449" dirty="0" smtClean="0">
                <a:latin typeface="Arial"/>
                <a:cs typeface="Arial"/>
              </a:rPr>
              <a:t>a</a:t>
            </a:r>
            <a:r>
              <a:rPr sz="3000" spc="129" baseline="1449" dirty="0" smtClean="0">
                <a:latin typeface="Arial"/>
                <a:cs typeface="Arial"/>
              </a:rPr>
              <a:t> </a:t>
            </a:r>
            <a:r>
              <a:rPr sz="3000" spc="0" baseline="1449" dirty="0" smtClean="0">
                <a:latin typeface="Arial"/>
                <a:cs typeface="Arial"/>
              </a:rPr>
              <a:t>en</a:t>
            </a:r>
            <a:r>
              <a:rPr sz="3000" spc="-14" baseline="1449" dirty="0" smtClean="0">
                <a:latin typeface="Arial"/>
                <a:cs typeface="Arial"/>
              </a:rPr>
              <a:t>t</a:t>
            </a:r>
            <a:r>
              <a:rPr sz="3000" spc="4" baseline="1449" dirty="0" smtClean="0">
                <a:latin typeface="Arial"/>
                <a:cs typeface="Arial"/>
              </a:rPr>
              <a:t>r</a:t>
            </a:r>
            <a:r>
              <a:rPr sz="3000" spc="0" baseline="1449" dirty="0" smtClean="0">
                <a:latin typeface="Arial"/>
                <a:cs typeface="Arial"/>
              </a:rPr>
              <a:t>e</a:t>
            </a:r>
            <a:r>
              <a:rPr sz="3000" spc="129" baseline="1449" dirty="0" smtClean="0">
                <a:latin typeface="Arial"/>
                <a:cs typeface="Arial"/>
              </a:rPr>
              <a:t> </a:t>
            </a:r>
            <a:r>
              <a:rPr sz="3000" spc="0" baseline="1449" dirty="0" smtClean="0">
                <a:latin typeface="Arial"/>
                <a:cs typeface="Arial"/>
              </a:rPr>
              <a:t>a</a:t>
            </a:r>
            <a:r>
              <a:rPr sz="3000" spc="129" baseline="1449" dirty="0" smtClean="0">
                <a:latin typeface="Arial"/>
                <a:cs typeface="Arial"/>
              </a:rPr>
              <a:t> </a:t>
            </a:r>
            <a:r>
              <a:rPr sz="3000" spc="-4" baseline="1449" dirty="0" smtClean="0">
                <a:latin typeface="Arial"/>
                <a:cs typeface="Arial"/>
              </a:rPr>
              <a:t>c</a:t>
            </a:r>
            <a:r>
              <a:rPr sz="3000" spc="0" baseline="1449" dirty="0" smtClean="0">
                <a:latin typeface="Arial"/>
                <a:cs typeface="Arial"/>
              </a:rPr>
              <a:t>o</a:t>
            </a:r>
            <a:r>
              <a:rPr sz="3000" spc="-14" baseline="1449" dirty="0" smtClean="0">
                <a:latin typeface="Arial"/>
                <a:cs typeface="Arial"/>
              </a:rPr>
              <a:t>t</a:t>
            </a:r>
            <a:r>
              <a:rPr sz="3000" spc="0" baseline="1449" dirty="0" smtClean="0">
                <a:latin typeface="Arial"/>
                <a:cs typeface="Arial"/>
              </a:rPr>
              <a:t>a</a:t>
            </a:r>
            <a:r>
              <a:rPr sz="3000" spc="139" baseline="1449" dirty="0" smtClean="0">
                <a:latin typeface="Arial"/>
                <a:cs typeface="Arial"/>
              </a:rPr>
              <a:t> </a:t>
            </a:r>
            <a:r>
              <a:rPr sz="3000" spc="0" baseline="1449" dirty="0" smtClean="0">
                <a:latin typeface="Arial"/>
                <a:cs typeface="Arial"/>
              </a:rPr>
              <a:t>do</a:t>
            </a:r>
            <a:endParaRPr sz="2000">
              <a:latin typeface="Arial"/>
              <a:cs typeface="Arial"/>
            </a:endParaRPr>
          </a:p>
          <a:p>
            <a:pPr marL="12711">
              <a:lnSpc>
                <a:spcPts val="1920"/>
              </a:lnSpc>
              <a:spcBef>
                <a:spcPts val="12"/>
              </a:spcBef>
            </a:pPr>
            <a:r>
              <a:rPr sz="2000" spc="0" dirty="0" smtClean="0">
                <a:latin typeface="Arial"/>
                <a:cs typeface="Arial"/>
              </a:rPr>
              <a:t>pon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</a:t>
            </a:r>
            <a:r>
              <a:rPr sz="2000" spc="3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330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11" marR="12033" indent="0">
              <a:lnSpc>
                <a:spcPts val="1930"/>
              </a:lnSpc>
              <a:spcBef>
                <a:spcPts val="15"/>
              </a:spcBef>
            </a:pPr>
            <a:r>
              <a:rPr sz="2000" spc="0" dirty="0" smtClean="0">
                <a:latin typeface="Arial"/>
                <a:cs typeface="Arial"/>
              </a:rPr>
              <a:t>medid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19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00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20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20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fí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e li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0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416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quido,</a:t>
            </a:r>
            <a:r>
              <a:rPr sz="2000" spc="41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im,</a:t>
            </a:r>
            <a:r>
              <a:rPr sz="2000" spc="411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od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  <a:p>
            <a:pPr marL="12711" marR="43000">
              <a:lnSpc>
                <a:spcPts val="1960"/>
              </a:lnSpc>
              <a:spcBef>
                <a:spcPts val="1"/>
              </a:spcBef>
            </a:pPr>
            <a:r>
              <a:rPr sz="3000" spc="4" baseline="1449" dirty="0" smtClean="0">
                <a:latin typeface="Arial"/>
                <a:cs typeface="Arial"/>
              </a:rPr>
              <a:t>s</a:t>
            </a:r>
            <a:r>
              <a:rPr sz="3000" spc="0" baseline="1449" dirty="0" smtClean="0">
                <a:latin typeface="Arial"/>
                <a:cs typeface="Arial"/>
              </a:rPr>
              <a:t>e </a:t>
            </a:r>
            <a:r>
              <a:rPr sz="3000" spc="-9" baseline="1449" dirty="0" smtClean="0">
                <a:latin typeface="Arial"/>
                <a:cs typeface="Arial"/>
              </a:rPr>
              <a:t>e</a:t>
            </a:r>
            <a:r>
              <a:rPr sz="3000" spc="-4" baseline="1449" dirty="0" smtClean="0">
                <a:latin typeface="Arial"/>
                <a:cs typeface="Arial"/>
              </a:rPr>
              <a:t>sc</a:t>
            </a:r>
            <a:r>
              <a:rPr sz="3000" spc="4" baseline="1449" dirty="0" smtClean="0">
                <a:latin typeface="Arial"/>
                <a:cs typeface="Arial"/>
              </a:rPr>
              <a:t>r</a:t>
            </a:r>
            <a:r>
              <a:rPr sz="3000" spc="0" baseline="1449" dirty="0" smtClean="0">
                <a:latin typeface="Arial"/>
                <a:cs typeface="Arial"/>
              </a:rPr>
              <a:t>e</a:t>
            </a:r>
            <a:r>
              <a:rPr sz="3000" spc="-4" baseline="1449" dirty="0" smtClean="0">
                <a:latin typeface="Arial"/>
                <a:cs typeface="Arial"/>
              </a:rPr>
              <a:t>v</a:t>
            </a:r>
            <a:r>
              <a:rPr sz="3000" spc="-9" baseline="1449" dirty="0" smtClean="0">
                <a:latin typeface="Arial"/>
                <a:cs typeface="Arial"/>
              </a:rPr>
              <a:t>e</a:t>
            </a:r>
            <a:r>
              <a:rPr sz="3000" spc="0" baseline="1449" dirty="0" smtClean="0">
                <a:latin typeface="Arial"/>
                <a:cs typeface="Arial"/>
              </a:rPr>
              <a:t>r </a:t>
            </a:r>
            <a:r>
              <a:rPr sz="3000" spc="-9" baseline="1449" dirty="0" smtClean="0">
                <a:latin typeface="Arial"/>
                <a:cs typeface="Arial"/>
              </a:rPr>
              <a:t>q</a:t>
            </a:r>
            <a:r>
              <a:rPr sz="3000" spc="0" baseline="1449" dirty="0" smtClean="0">
                <a:latin typeface="Arial"/>
                <a:cs typeface="Arial"/>
              </a:rPr>
              <a:t>ue: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95606" y="5666232"/>
            <a:ext cx="1667763" cy="417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5726">
              <a:lnSpc>
                <a:spcPts val="3290"/>
              </a:lnSpc>
              <a:spcBef>
                <a:spcPts val="164"/>
              </a:spcBef>
            </a:pPr>
            <a:r>
              <a:rPr sz="3450" spc="44" baseline="4483" dirty="0" smtClean="0">
                <a:latin typeface="Meiryo"/>
                <a:cs typeface="Meiryo"/>
              </a:rPr>
              <a:t>∆</a:t>
            </a:r>
            <a:r>
              <a:rPr sz="3450" spc="0" baseline="7562" dirty="0" smtClean="0">
                <a:latin typeface="Times New Roman"/>
                <a:cs typeface="Times New Roman"/>
              </a:rPr>
              <a:t>h</a:t>
            </a:r>
            <a:r>
              <a:rPr sz="3450" spc="-162" baseline="7562" dirty="0" smtClean="0">
                <a:latin typeface="Times New Roman"/>
                <a:cs typeface="Times New Roman"/>
              </a:rPr>
              <a:t> </a:t>
            </a:r>
            <a:r>
              <a:rPr sz="3450" spc="-591" baseline="4483" dirty="0" smtClean="0">
                <a:latin typeface="Meiryo"/>
                <a:cs typeface="Meiryo"/>
              </a:rPr>
              <a:t>=</a:t>
            </a:r>
            <a:r>
              <a:rPr sz="3450" spc="-184" baseline="4483" dirty="0" smtClean="0">
                <a:latin typeface="Meiryo"/>
                <a:cs typeface="Meiryo"/>
              </a:rPr>
              <a:t> </a:t>
            </a:r>
            <a:r>
              <a:rPr sz="3450" spc="100" baseline="7562" dirty="0" err="1" smtClean="0">
                <a:latin typeface="Times New Roman"/>
                <a:cs typeface="Times New Roman"/>
              </a:rPr>
              <a:t>h</a:t>
            </a:r>
            <a:r>
              <a:rPr sz="2025" spc="0" baseline="-10736" dirty="0" err="1" smtClean="0">
                <a:latin typeface="Times New Roman"/>
                <a:cs typeface="Times New Roman"/>
              </a:rPr>
              <a:t>B</a:t>
            </a:r>
            <a:r>
              <a:rPr sz="2025" spc="0" baseline="-10736" dirty="0" smtClean="0">
                <a:latin typeface="Times New Roman"/>
                <a:cs typeface="Times New Roman"/>
              </a:rPr>
              <a:t> </a:t>
            </a:r>
            <a:r>
              <a:rPr sz="3450" spc="-591" baseline="4483" dirty="0" smtClean="0">
                <a:latin typeface="Meiryo"/>
                <a:cs typeface="Meiryo"/>
              </a:rPr>
              <a:t>−</a:t>
            </a:r>
            <a:r>
              <a:rPr lang="pt-BR" sz="3450" spc="-591" baseline="4483" dirty="0" smtClean="0">
                <a:latin typeface="Meiryo"/>
                <a:cs typeface="Meiryo"/>
              </a:rPr>
              <a:t> </a:t>
            </a:r>
            <a:r>
              <a:rPr sz="3450" spc="0" baseline="7562" dirty="0" smtClean="0">
                <a:latin typeface="Times New Roman"/>
                <a:cs typeface="Times New Roman"/>
              </a:rPr>
              <a:t>h</a:t>
            </a:r>
            <a:r>
              <a:rPr sz="3450" spc="-404" baseline="7562" dirty="0" smtClean="0">
                <a:latin typeface="Times New Roman"/>
                <a:cs typeface="Times New Roman"/>
              </a:rPr>
              <a:t> </a:t>
            </a:r>
            <a:r>
              <a:rPr sz="2025" spc="0" baseline="-10736" dirty="0" smtClean="0">
                <a:latin typeface="Times New Roman"/>
                <a:cs typeface="Times New Roman"/>
              </a:rPr>
              <a:t>A</a:t>
            </a:r>
            <a:endParaRPr sz="1350" dirty="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634106" y="5362955"/>
            <a:ext cx="3828795" cy="3992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4201">
              <a:lnSpc>
                <a:spcPts val="3145"/>
              </a:lnSpc>
              <a:spcBef>
                <a:spcPts val="157"/>
              </a:spcBef>
            </a:pPr>
            <a:r>
              <a:rPr sz="3300" spc="44" baseline="4687" dirty="0" smtClean="0">
                <a:latin typeface="Meiryo"/>
                <a:cs typeface="Meiryo"/>
              </a:rPr>
              <a:t>∆</a:t>
            </a:r>
            <a:r>
              <a:rPr sz="3300" spc="0" baseline="7905" dirty="0" smtClean="0">
                <a:latin typeface="Times New Roman"/>
                <a:cs typeface="Times New Roman"/>
              </a:rPr>
              <a:t>P</a:t>
            </a:r>
            <a:r>
              <a:rPr sz="3300" spc="-1" baseline="7905" dirty="0" smtClean="0">
                <a:latin typeface="Times New Roman"/>
                <a:cs typeface="Times New Roman"/>
              </a:rPr>
              <a:t> </a:t>
            </a:r>
            <a:r>
              <a:rPr sz="3300" spc="-566" baseline="4687" dirty="0" smtClean="0">
                <a:latin typeface="Meiryo"/>
                <a:cs typeface="Meiryo"/>
              </a:rPr>
              <a:t>=</a:t>
            </a:r>
            <a:r>
              <a:rPr sz="3300" spc="-94" baseline="4687" dirty="0" smtClean="0">
                <a:latin typeface="Meiryo"/>
                <a:cs typeface="Meiryo"/>
              </a:rPr>
              <a:t> </a:t>
            </a:r>
            <a:r>
              <a:rPr sz="3300" spc="-144" baseline="7905" dirty="0" smtClean="0">
                <a:latin typeface="Times New Roman"/>
                <a:cs typeface="Times New Roman"/>
              </a:rPr>
              <a:t>P</a:t>
            </a:r>
            <a:r>
              <a:rPr sz="1950" spc="0" baseline="-11149" dirty="0" smtClean="0">
                <a:latin typeface="Times New Roman"/>
                <a:cs typeface="Times New Roman"/>
              </a:rPr>
              <a:t>B  </a:t>
            </a:r>
            <a:r>
              <a:rPr sz="1950" spc="4" baseline="-11149" dirty="0" smtClean="0">
                <a:latin typeface="Times New Roman"/>
                <a:cs typeface="Times New Roman"/>
              </a:rPr>
              <a:t> </a:t>
            </a:r>
            <a:r>
              <a:rPr sz="3300" spc="-566" baseline="4687" dirty="0" smtClean="0">
                <a:latin typeface="Meiryo"/>
                <a:cs typeface="Meiryo"/>
              </a:rPr>
              <a:t>−</a:t>
            </a:r>
            <a:r>
              <a:rPr sz="3300" spc="-94" baseline="4687" dirty="0" smtClean="0">
                <a:latin typeface="Meiryo"/>
                <a:cs typeface="Meiryo"/>
              </a:rPr>
              <a:t> </a:t>
            </a:r>
            <a:r>
              <a:rPr sz="3300" spc="-69" baseline="7905" dirty="0" smtClean="0">
                <a:latin typeface="Times New Roman"/>
                <a:cs typeface="Times New Roman"/>
              </a:rPr>
              <a:t>P</a:t>
            </a:r>
            <a:r>
              <a:rPr sz="1950" spc="0" baseline="-11149" dirty="0" smtClean="0">
                <a:latin typeface="Times New Roman"/>
                <a:cs typeface="Times New Roman"/>
              </a:rPr>
              <a:t>A </a:t>
            </a:r>
            <a:r>
              <a:rPr sz="1950" spc="187" baseline="-11149" dirty="0" smtClean="0">
                <a:latin typeface="Times New Roman"/>
                <a:cs typeface="Times New Roman"/>
              </a:rPr>
              <a:t> </a:t>
            </a:r>
            <a:r>
              <a:rPr sz="3300" spc="-442" baseline="4687" dirty="0" smtClean="0">
                <a:latin typeface="Meiryo"/>
                <a:cs typeface="Meiryo"/>
              </a:rPr>
              <a:t>=</a:t>
            </a:r>
            <a:r>
              <a:rPr sz="3300" spc="-218" baseline="4687" dirty="0" smtClean="0">
                <a:latin typeface="Meiryo"/>
                <a:cs typeface="Meiryo"/>
              </a:rPr>
              <a:t> </a:t>
            </a:r>
            <a:r>
              <a:rPr sz="3525" spc="-355" baseline="4388" dirty="0" smtClean="0">
                <a:latin typeface="Meiryo"/>
                <a:cs typeface="Meiryo"/>
              </a:rPr>
              <a:t>ρ</a:t>
            </a:r>
            <a:r>
              <a:rPr sz="3525" spc="-17" baseline="4388" dirty="0" smtClean="0">
                <a:latin typeface="Meiryo"/>
                <a:cs typeface="Meiryo"/>
              </a:rPr>
              <a:t> </a:t>
            </a:r>
            <a:r>
              <a:rPr sz="3300" spc="-191" baseline="4687" dirty="0" smtClean="0">
                <a:latin typeface="Meiryo"/>
                <a:cs typeface="Meiryo"/>
              </a:rPr>
              <a:t>⋅</a:t>
            </a:r>
            <a:r>
              <a:rPr sz="3300" spc="-207" baseline="4687" dirty="0" smtClean="0">
                <a:latin typeface="Meiryo"/>
                <a:cs typeface="Meiryo"/>
              </a:rPr>
              <a:t> </a:t>
            </a:r>
            <a:r>
              <a:rPr sz="3300" spc="0" baseline="7905" dirty="0" smtClean="0">
                <a:latin typeface="Times New Roman"/>
                <a:cs typeface="Times New Roman"/>
              </a:rPr>
              <a:t>g</a:t>
            </a:r>
            <a:r>
              <a:rPr sz="3300" spc="69" baseline="7905" dirty="0" smtClean="0">
                <a:latin typeface="Times New Roman"/>
                <a:cs typeface="Times New Roman"/>
              </a:rPr>
              <a:t> </a:t>
            </a:r>
            <a:r>
              <a:rPr sz="3300" spc="-214" baseline="4687" dirty="0" smtClean="0">
                <a:latin typeface="Meiryo"/>
                <a:cs typeface="Meiryo"/>
              </a:rPr>
              <a:t>⋅</a:t>
            </a:r>
            <a:r>
              <a:rPr sz="3300" spc="-344" baseline="4687" dirty="0" smtClean="0">
                <a:latin typeface="Meiryo"/>
                <a:cs typeface="Meiryo"/>
              </a:rPr>
              <a:t> </a:t>
            </a:r>
            <a:r>
              <a:rPr sz="3300" spc="89" baseline="7905" dirty="0" smtClean="0">
                <a:latin typeface="Times New Roman"/>
                <a:cs typeface="Times New Roman"/>
              </a:rPr>
              <a:t>(</a:t>
            </a:r>
            <a:r>
              <a:rPr sz="3300" spc="100" baseline="7905" dirty="0" err="1" smtClean="0">
                <a:latin typeface="Times New Roman"/>
                <a:cs typeface="Times New Roman"/>
              </a:rPr>
              <a:t>h</a:t>
            </a:r>
            <a:r>
              <a:rPr sz="1950" spc="0" baseline="-11149" dirty="0" err="1" smtClean="0">
                <a:latin typeface="Times New Roman"/>
                <a:cs typeface="Times New Roman"/>
              </a:rPr>
              <a:t>B</a:t>
            </a:r>
            <a:r>
              <a:rPr sz="1950" spc="0" baseline="-11149" dirty="0" smtClean="0">
                <a:latin typeface="Times New Roman"/>
                <a:cs typeface="Times New Roman"/>
              </a:rPr>
              <a:t> </a:t>
            </a:r>
            <a:r>
              <a:rPr sz="3300" spc="-566" baseline="4687" dirty="0" smtClean="0">
                <a:latin typeface="Meiryo"/>
                <a:cs typeface="Meiryo"/>
              </a:rPr>
              <a:t>−</a:t>
            </a:r>
            <a:r>
              <a:rPr sz="3300" spc="-164" baseline="4687" dirty="0" smtClean="0">
                <a:latin typeface="Meiryo"/>
                <a:cs typeface="Meiryo"/>
              </a:rPr>
              <a:t> </a:t>
            </a:r>
            <a:r>
              <a:rPr sz="3300" spc="0" baseline="7905" dirty="0" smtClean="0">
                <a:latin typeface="Times New Roman"/>
                <a:cs typeface="Times New Roman"/>
              </a:rPr>
              <a:t>h</a:t>
            </a:r>
            <a:r>
              <a:rPr sz="3300" spc="-375" baseline="7905" dirty="0" smtClean="0">
                <a:latin typeface="Times New Roman"/>
                <a:cs typeface="Times New Roman"/>
              </a:rPr>
              <a:t> </a:t>
            </a:r>
            <a:r>
              <a:rPr sz="1950" spc="0" baseline="-11149" dirty="0" smtClean="0">
                <a:latin typeface="Times New Roman"/>
                <a:cs typeface="Times New Roman"/>
              </a:rPr>
              <a:t>A</a:t>
            </a:r>
            <a:r>
              <a:rPr sz="1950" spc="-115" baseline="-11149" dirty="0" smtClean="0">
                <a:latin typeface="Times New Roman"/>
                <a:cs typeface="Times New Roman"/>
              </a:rPr>
              <a:t> </a:t>
            </a:r>
            <a:r>
              <a:rPr sz="3300" spc="0" baseline="7905" dirty="0" smtClean="0">
                <a:latin typeface="Times New Roman"/>
                <a:cs typeface="Times New Roman"/>
              </a:rPr>
              <a:t>)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250825" y="5001767"/>
            <a:ext cx="1970889" cy="4175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47250">
              <a:lnSpc>
                <a:spcPts val="3290"/>
              </a:lnSpc>
              <a:spcBef>
                <a:spcPts val="164"/>
              </a:spcBef>
            </a:pPr>
            <a:r>
              <a:rPr sz="3675" spc="0" baseline="4910" dirty="0" smtClean="0">
                <a:latin typeface="Meiryo"/>
                <a:cs typeface="Meiryo"/>
              </a:rPr>
              <a:t>∆</a:t>
            </a:r>
            <a:r>
              <a:rPr sz="3675" spc="0" baseline="8282" dirty="0" smtClean="0">
                <a:latin typeface="Times New Roman"/>
                <a:cs typeface="Times New Roman"/>
              </a:rPr>
              <a:t>P</a:t>
            </a:r>
            <a:r>
              <a:rPr sz="3675" spc="-53" baseline="8282" dirty="0" smtClean="0">
                <a:latin typeface="Times New Roman"/>
                <a:cs typeface="Times New Roman"/>
              </a:rPr>
              <a:t> </a:t>
            </a:r>
            <a:r>
              <a:rPr sz="3675" spc="-492" baseline="4910" dirty="0" smtClean="0">
                <a:latin typeface="Meiryo"/>
                <a:cs typeface="Meiryo"/>
              </a:rPr>
              <a:t>=</a:t>
            </a:r>
            <a:r>
              <a:rPr sz="3675" spc="-307" baseline="4910" dirty="0" smtClean="0">
                <a:latin typeface="Meiryo"/>
                <a:cs typeface="Meiryo"/>
              </a:rPr>
              <a:t> </a:t>
            </a:r>
            <a:r>
              <a:rPr sz="3900" spc="-393" baseline="4627" dirty="0" smtClean="0">
                <a:latin typeface="Meiryo"/>
                <a:cs typeface="Meiryo"/>
              </a:rPr>
              <a:t>ρ</a:t>
            </a:r>
            <a:r>
              <a:rPr sz="3900" spc="-62" baseline="4627" dirty="0" smtClean="0">
                <a:latin typeface="Meiryo"/>
                <a:cs typeface="Meiryo"/>
              </a:rPr>
              <a:t> </a:t>
            </a:r>
            <a:r>
              <a:rPr sz="3675" spc="-213" baseline="4910" dirty="0" smtClean="0">
                <a:latin typeface="Meiryo"/>
                <a:cs typeface="Meiryo"/>
              </a:rPr>
              <a:t>⋅</a:t>
            </a:r>
            <a:r>
              <a:rPr sz="3675" spc="-275" baseline="4910" dirty="0" smtClean="0">
                <a:latin typeface="Meiryo"/>
                <a:cs typeface="Meiryo"/>
              </a:rPr>
              <a:t> </a:t>
            </a:r>
            <a:r>
              <a:rPr sz="3675" spc="0" baseline="8282" dirty="0" smtClean="0">
                <a:latin typeface="Times New Roman"/>
                <a:cs typeface="Times New Roman"/>
              </a:rPr>
              <a:t>g </a:t>
            </a:r>
            <a:r>
              <a:rPr sz="3675" spc="-239" baseline="4910" dirty="0" smtClean="0">
                <a:latin typeface="Meiryo"/>
                <a:cs typeface="Meiryo"/>
              </a:rPr>
              <a:t>⋅</a:t>
            </a:r>
            <a:r>
              <a:rPr sz="3200" spc="0" baseline="4910" dirty="0" smtClean="0">
                <a:latin typeface="Meiryo"/>
                <a:cs typeface="Meiryo"/>
              </a:rPr>
              <a:t>∆</a:t>
            </a:r>
            <a:r>
              <a:rPr sz="3200" spc="0" baseline="8282" dirty="0" smtClean="0">
                <a:latin typeface="Times New Roman"/>
                <a:cs typeface="Times New Roman"/>
              </a:rPr>
              <a:t>h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2519034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Exerc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74667"/>
            <a:ext cx="40774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1</a:t>
            </a:r>
            <a:r>
              <a:rPr sz="2800" spc="0" dirty="0" smtClean="0"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54313" y="1674667"/>
            <a:ext cx="64481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63551" y="1674667"/>
            <a:ext cx="197274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reservatór</a:t>
            </a:r>
            <a:r>
              <a:rPr sz="2800" spc="0" dirty="0" smtClean="0">
                <a:latin typeface="Arial"/>
                <a:cs typeface="Arial"/>
              </a:rPr>
              <a:t>io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01495" y="1674667"/>
            <a:ext cx="110114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abert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67834" y="1674667"/>
            <a:ext cx="5853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16118" y="1674667"/>
            <a:ext cx="66532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su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45122" y="1674667"/>
            <a:ext cx="163453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superf</a:t>
            </a:r>
            <a:r>
              <a:rPr sz="2800" spc="-9" dirty="0" smtClean="0">
                <a:latin typeface="Arial"/>
                <a:cs typeface="Arial"/>
              </a:rPr>
              <a:t>í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ie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8384" y="1746391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2058714"/>
            <a:ext cx="112110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possu</a:t>
            </a:r>
            <a:r>
              <a:rPr sz="2800" spc="0" dirty="0" smtClean="0"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87189" y="2058714"/>
            <a:ext cx="58386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9" dirty="0" smtClean="0">
                <a:latin typeface="Arial"/>
                <a:cs typeface="Arial"/>
              </a:rPr>
              <a:t>8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5285" y="2058714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27317" y="2058714"/>
            <a:ext cx="217217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profund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84505" y="2058714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56949" y="2058714"/>
            <a:ext cx="125741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-9" dirty="0" smtClean="0">
                <a:latin typeface="Arial"/>
                <a:cs typeface="Arial"/>
              </a:rPr>
              <a:t>o</a:t>
            </a:r>
            <a:r>
              <a:rPr sz="2800" spc="4" dirty="0" smtClean="0">
                <a:latin typeface="Arial"/>
                <a:cs typeface="Arial"/>
              </a:rPr>
              <a:t>nté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97079" y="2058714"/>
            <a:ext cx="98233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água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1289" y="2442762"/>
            <a:ext cx="1675569" cy="7645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deter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1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marL="12700" marR="53263">
              <a:lnSpc>
                <a:spcPts val="3025"/>
              </a:lnSpc>
              <a:spcBef>
                <a:spcPts val="3"/>
              </a:spcBef>
            </a:pP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es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91576" y="2442762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815252" y="2442762"/>
            <a:ext cx="135863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pressã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08606" y="2442762"/>
            <a:ext cx="191484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h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ostát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55116" y="2442762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75334" y="2442762"/>
            <a:ext cx="98227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fund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092324" y="2442762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581289" y="3300774"/>
            <a:ext cx="121854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D</a:t>
            </a:r>
            <a:r>
              <a:rPr sz="2800" spc="4" dirty="0" smtClean="0">
                <a:latin typeface="Arial"/>
                <a:cs typeface="Arial"/>
              </a:rPr>
              <a:t>ados</a:t>
            </a:r>
            <a:r>
              <a:rPr sz="2800" spc="0" dirty="0" smtClean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08103" y="3297106"/>
            <a:ext cx="744920" cy="4508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550"/>
              </a:lnSpc>
              <a:spcBef>
                <a:spcPts val="177"/>
              </a:spcBef>
            </a:pPr>
            <a:r>
              <a:rPr sz="4200" spc="-442" baseline="5524" dirty="0" smtClean="0">
                <a:latin typeface="Meiryo"/>
                <a:cs typeface="Meiryo"/>
              </a:rPr>
              <a:t>γ</a:t>
            </a:r>
            <a:r>
              <a:rPr sz="2850" spc="-3" baseline="-7628" dirty="0" smtClean="0">
                <a:latin typeface="Arial"/>
                <a:cs typeface="Arial"/>
              </a:rPr>
              <a:t>H</a:t>
            </a:r>
            <a:r>
              <a:rPr sz="2850" spc="-12" baseline="-7628" dirty="0" smtClean="0">
                <a:latin typeface="Arial"/>
                <a:cs typeface="Arial"/>
              </a:rPr>
              <a:t>2O</a:t>
            </a:r>
            <a:endParaRPr sz="19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50296" y="3300774"/>
            <a:ext cx="29884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56683" y="3300774"/>
            <a:ext cx="195153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100</a:t>
            </a:r>
            <a:r>
              <a:rPr sz="2800" spc="14" dirty="0" smtClean="0">
                <a:latin typeface="Arial"/>
                <a:cs typeface="Arial"/>
              </a:rPr>
              <a:t>0</a:t>
            </a:r>
            <a:r>
              <a:rPr sz="2800" spc="4" dirty="0" smtClean="0">
                <a:latin typeface="Arial"/>
                <a:cs typeface="Arial"/>
              </a:rPr>
              <a:t>0</a:t>
            </a:r>
            <a:r>
              <a:rPr sz="2800" spc="-4" dirty="0" smtClean="0">
                <a:latin typeface="Arial"/>
                <a:cs typeface="Arial"/>
              </a:rPr>
              <a:t>N</a:t>
            </a:r>
            <a:r>
              <a:rPr sz="2800" spc="4" dirty="0" smtClean="0">
                <a:latin typeface="Arial"/>
                <a:cs typeface="Arial"/>
              </a:rPr>
              <a:t>/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³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16382" y="3300774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g</a:t>
            </a:r>
            <a:endParaRPr sz="2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113567" y="3300774"/>
            <a:ext cx="29884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=</a:t>
            </a:r>
            <a:endParaRPr sz="2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419955" y="3300774"/>
            <a:ext cx="127815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10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/s²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38384" y="3372498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4729776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  <a:tabLst>
                <a:tab pos="2590800" algn="l"/>
              </a:tabLst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olu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ção</a:t>
            </a:r>
            <a:r>
              <a:rPr sz="3600" spc="938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-64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	</a:t>
            </a:r>
            <a:r>
              <a:rPr sz="3600" spc="9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xe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18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59216" y="1034143"/>
            <a:ext cx="361095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1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2209" y="2145630"/>
            <a:ext cx="2618435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51" dirty="0" smtClean="0">
                <a:latin typeface="Arial"/>
                <a:cs typeface="Arial"/>
              </a:rPr>
              <a:t>De</a:t>
            </a:r>
            <a:r>
              <a:rPr sz="1600" spc="16" dirty="0" smtClean="0">
                <a:latin typeface="Arial"/>
                <a:cs typeface="Arial"/>
              </a:rPr>
              <a:t>t</a:t>
            </a:r>
            <a:r>
              <a:rPr sz="1600" spc="44" dirty="0" smtClean="0">
                <a:latin typeface="Arial"/>
                <a:cs typeface="Arial"/>
              </a:rPr>
              <a:t>e</a:t>
            </a:r>
            <a:r>
              <a:rPr sz="1600" spc="26" dirty="0" smtClean="0">
                <a:latin typeface="Arial"/>
                <a:cs typeface="Arial"/>
              </a:rPr>
              <a:t>r</a:t>
            </a:r>
            <a:r>
              <a:rPr sz="1600" spc="77" dirty="0" smtClean="0">
                <a:latin typeface="Arial"/>
                <a:cs typeface="Arial"/>
              </a:rPr>
              <a:t>m</a:t>
            </a:r>
            <a:r>
              <a:rPr sz="1600" spc="17" dirty="0" smtClean="0">
                <a:latin typeface="Arial"/>
                <a:cs typeface="Arial"/>
              </a:rPr>
              <a:t>i</a:t>
            </a:r>
            <a:r>
              <a:rPr sz="1600" spc="39" dirty="0" smtClean="0">
                <a:latin typeface="Arial"/>
                <a:cs typeface="Arial"/>
              </a:rPr>
              <a:t>n</a:t>
            </a:r>
            <a:r>
              <a:rPr sz="1600" spc="44" dirty="0" smtClean="0">
                <a:latin typeface="Arial"/>
                <a:cs typeface="Arial"/>
              </a:rPr>
              <a:t>a</a:t>
            </a:r>
            <a:r>
              <a:rPr sz="1600" spc="39" dirty="0" smtClean="0">
                <a:latin typeface="Arial"/>
                <a:cs typeface="Arial"/>
              </a:rPr>
              <a:t>ç</a:t>
            </a:r>
            <a:r>
              <a:rPr sz="1600" spc="44" dirty="0" smtClean="0">
                <a:latin typeface="Arial"/>
                <a:cs typeface="Arial"/>
              </a:rPr>
              <a:t>ão</a:t>
            </a:r>
            <a:r>
              <a:rPr sz="1600" spc="47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d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71" dirty="0" smtClean="0">
                <a:latin typeface="Arial"/>
                <a:cs typeface="Arial"/>
              </a:rPr>
              <a:t> </a:t>
            </a:r>
            <a:r>
              <a:rPr sz="1600" spc="-5" dirty="0" smtClean="0">
                <a:latin typeface="Arial"/>
                <a:cs typeface="Arial"/>
              </a:rPr>
              <a:t>P</a:t>
            </a:r>
            <a:r>
              <a:rPr sz="1600" spc="85" dirty="0" smtClean="0">
                <a:latin typeface="Arial"/>
                <a:cs typeface="Arial"/>
              </a:rPr>
              <a:t>r</a:t>
            </a:r>
            <a:r>
              <a:rPr sz="1600" spc="-8" dirty="0" smtClean="0">
                <a:latin typeface="Arial"/>
                <a:cs typeface="Arial"/>
              </a:rPr>
              <a:t>e</a:t>
            </a:r>
            <a:r>
              <a:rPr sz="1600" spc="87" dirty="0" smtClean="0">
                <a:latin typeface="Arial"/>
                <a:cs typeface="Arial"/>
              </a:rPr>
              <a:t>ss</a:t>
            </a:r>
            <a:r>
              <a:rPr sz="1600" spc="-8" dirty="0" smtClean="0">
                <a:latin typeface="Arial"/>
                <a:cs typeface="Arial"/>
              </a:rPr>
              <a:t>ã</a:t>
            </a:r>
            <a:r>
              <a:rPr sz="1600" spc="75" dirty="0" smtClean="0">
                <a:latin typeface="Arial"/>
                <a:cs typeface="Arial"/>
              </a:rPr>
              <a:t>o</a:t>
            </a:r>
            <a:r>
              <a:rPr sz="1600" spc="84" dirty="0" smtClean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00751" y="2845919"/>
            <a:ext cx="1090334" cy="112765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850"/>
              </a:lnSpc>
              <a:spcBef>
                <a:spcPts val="192"/>
              </a:spcBef>
            </a:pPr>
            <a:r>
              <a:rPr sz="4200" spc="0" baseline="11388" dirty="0" smtClean="0">
                <a:latin typeface="Times New Roman"/>
                <a:cs typeface="Times New Roman"/>
              </a:rPr>
              <a:t>P</a:t>
            </a:r>
            <a:r>
              <a:rPr sz="4200" spc="235" baseline="11388" dirty="0" smtClean="0">
                <a:latin typeface="Times New Roman"/>
                <a:cs typeface="Times New Roman"/>
              </a:rPr>
              <a:t> </a:t>
            </a:r>
            <a:r>
              <a:rPr sz="4200" spc="-562" baseline="6752" dirty="0" smtClean="0">
                <a:latin typeface="Meiryo"/>
                <a:cs typeface="Meiryo"/>
              </a:rPr>
              <a:t>=</a:t>
            </a:r>
            <a:r>
              <a:rPr sz="4200" spc="-297" baseline="6752" dirty="0" smtClean="0">
                <a:latin typeface="Meiryo"/>
                <a:cs typeface="Meiryo"/>
              </a:rPr>
              <a:t> </a:t>
            </a:r>
            <a:r>
              <a:rPr sz="4425" spc="-446" baseline="6408" dirty="0" smtClean="0">
                <a:latin typeface="Meiryo"/>
                <a:cs typeface="Meiryo"/>
              </a:rPr>
              <a:t>ρ</a:t>
            </a:r>
            <a:r>
              <a:rPr sz="4425" spc="-103" baseline="6408" dirty="0" smtClean="0">
                <a:latin typeface="Meiryo"/>
                <a:cs typeface="Meiryo"/>
              </a:rPr>
              <a:t> </a:t>
            </a:r>
            <a:r>
              <a:rPr sz="4200" spc="-244" baseline="6752" dirty="0" smtClean="0">
                <a:latin typeface="Meiryo"/>
                <a:cs typeface="Meiryo"/>
              </a:rPr>
              <a:t>⋅</a:t>
            </a:r>
            <a:endParaRPr sz="2800">
              <a:latin typeface="Meiryo"/>
              <a:cs typeface="Meiryo"/>
            </a:endParaRPr>
          </a:p>
          <a:p>
            <a:pPr marL="226057" marR="57210">
              <a:lnSpc>
                <a:spcPts val="5030"/>
              </a:lnSpc>
              <a:spcBef>
                <a:spcPts val="59"/>
              </a:spcBef>
            </a:pPr>
            <a:r>
              <a:rPr sz="4200" spc="0" baseline="-7246" dirty="0" smtClean="0">
                <a:latin typeface="Times New Roman"/>
                <a:cs typeface="Times New Roman"/>
              </a:rPr>
              <a:t>P</a:t>
            </a:r>
            <a:r>
              <a:rPr sz="4200" spc="200" baseline="-7246" dirty="0" smtClean="0">
                <a:latin typeface="Times New Roman"/>
                <a:cs typeface="Times New Roman"/>
              </a:rPr>
              <a:t> </a:t>
            </a:r>
            <a:r>
              <a:rPr sz="4200" spc="-720" baseline="-4296" dirty="0" smtClean="0">
                <a:latin typeface="Meiryo"/>
                <a:cs typeface="Meiryo"/>
              </a:rPr>
              <a:t>=</a:t>
            </a:r>
            <a:r>
              <a:rPr sz="4200" spc="-379" baseline="-4296" dirty="0" smtClean="0">
                <a:latin typeface="Meiryo"/>
                <a:cs typeface="Meiryo"/>
              </a:rPr>
              <a:t> </a:t>
            </a:r>
            <a:r>
              <a:rPr sz="4425" spc="-515" baseline="-4078" dirty="0" smtClean="0">
                <a:latin typeface="Meiryo"/>
                <a:cs typeface="Meiryo"/>
              </a:rPr>
              <a:t>γ</a:t>
            </a:r>
            <a:endParaRPr sz="2950">
              <a:latin typeface="Meiryo"/>
              <a:cs typeface="Meiry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64496" y="2862687"/>
            <a:ext cx="691446" cy="111088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0322">
              <a:lnSpc>
                <a:spcPts val="3650"/>
              </a:lnSpc>
              <a:spcBef>
                <a:spcPts val="182"/>
              </a:spcBef>
            </a:pPr>
            <a:r>
              <a:rPr sz="4200" spc="0" baseline="10352" dirty="0" smtClean="0">
                <a:latin typeface="Times New Roman"/>
                <a:cs typeface="Times New Roman"/>
              </a:rPr>
              <a:t>g</a:t>
            </a:r>
            <a:r>
              <a:rPr sz="4200" spc="-39" baseline="10352" dirty="0" smtClean="0">
                <a:latin typeface="Times New Roman"/>
                <a:cs typeface="Times New Roman"/>
              </a:rPr>
              <a:t> </a:t>
            </a:r>
            <a:r>
              <a:rPr sz="4200" spc="-273" baseline="6138" dirty="0" smtClean="0">
                <a:latin typeface="Meiryo"/>
                <a:cs typeface="Meiryo"/>
              </a:rPr>
              <a:t>⋅</a:t>
            </a:r>
            <a:r>
              <a:rPr sz="4200" spc="-494" baseline="6138" dirty="0" smtClean="0">
                <a:latin typeface="Meiryo"/>
                <a:cs typeface="Meiryo"/>
              </a:rPr>
              <a:t> </a:t>
            </a:r>
            <a:r>
              <a:rPr sz="4200" spc="0" baseline="10352" dirty="0" smtClean="0">
                <a:latin typeface="Times New Roman"/>
                <a:cs typeface="Times New Roman"/>
              </a:rPr>
              <a:t>h</a:t>
            </a:r>
            <a:endParaRPr sz="2800">
              <a:latin typeface="Times New Roman"/>
              <a:cs typeface="Times New Roman"/>
            </a:endParaRPr>
          </a:p>
          <a:p>
            <a:pPr marL="12700" marR="54695">
              <a:lnSpc>
                <a:spcPts val="4850"/>
              </a:lnSpc>
              <a:spcBef>
                <a:spcPts val="305"/>
              </a:spcBef>
            </a:pPr>
            <a:r>
              <a:rPr sz="4200" spc="-273" baseline="-3682" dirty="0" smtClean="0">
                <a:latin typeface="Meiryo"/>
                <a:cs typeface="Meiryo"/>
              </a:rPr>
              <a:t>⋅</a:t>
            </a:r>
            <a:r>
              <a:rPr sz="4200" spc="-504" baseline="-3682" dirty="0" smtClean="0">
                <a:latin typeface="Meiryo"/>
                <a:cs typeface="Meiryo"/>
              </a:rPr>
              <a:t> </a:t>
            </a:r>
            <a:r>
              <a:rPr sz="4200" spc="0" baseline="-6211" dirty="0" smtClean="0">
                <a:latin typeface="Times New Roman"/>
                <a:cs typeface="Times New Roman"/>
              </a:rPr>
              <a:t>h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57488" y="4234371"/>
            <a:ext cx="2065391" cy="11116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55341">
              <a:lnSpc>
                <a:spcPts val="3940"/>
              </a:lnSpc>
              <a:spcBef>
                <a:spcPts val="197"/>
              </a:spcBef>
            </a:pPr>
            <a:r>
              <a:rPr sz="4575" spc="0" baseline="10454" dirty="0" smtClean="0">
                <a:latin typeface="Times New Roman"/>
                <a:cs typeface="Times New Roman"/>
              </a:rPr>
              <a:t>P</a:t>
            </a:r>
            <a:r>
              <a:rPr sz="4575" spc="107" baseline="10454" dirty="0" smtClean="0">
                <a:latin typeface="Times New Roman"/>
                <a:cs typeface="Times New Roman"/>
              </a:rPr>
              <a:t> </a:t>
            </a:r>
            <a:r>
              <a:rPr sz="4575" spc="-784" baseline="6198" dirty="0" smtClean="0">
                <a:latin typeface="Meiryo"/>
                <a:cs typeface="Meiryo"/>
              </a:rPr>
              <a:t>=</a:t>
            </a:r>
            <a:r>
              <a:rPr sz="4575" spc="-669" baseline="6198" dirty="0" smtClean="0">
                <a:latin typeface="Meiryo"/>
                <a:cs typeface="Meiryo"/>
              </a:rPr>
              <a:t> </a:t>
            </a:r>
            <a:r>
              <a:rPr sz="4575" spc="-15" baseline="10454" dirty="0" smtClean="0">
                <a:latin typeface="Times New Roman"/>
                <a:cs typeface="Times New Roman"/>
              </a:rPr>
              <a:t>10000</a:t>
            </a:r>
            <a:r>
              <a:rPr sz="4575" spc="-529" baseline="10454" dirty="0" smtClean="0">
                <a:latin typeface="Times New Roman"/>
                <a:cs typeface="Times New Roman"/>
              </a:rPr>
              <a:t> </a:t>
            </a:r>
            <a:r>
              <a:rPr sz="4575" spc="-308" baseline="6198" dirty="0" smtClean="0">
                <a:latin typeface="Meiryo"/>
                <a:cs typeface="Meiryo"/>
              </a:rPr>
              <a:t>⋅</a:t>
            </a:r>
            <a:r>
              <a:rPr sz="4575" spc="0" baseline="10454" dirty="0" smtClean="0">
                <a:latin typeface="Times New Roman"/>
                <a:cs typeface="Times New Roman"/>
              </a:rPr>
              <a:t>8</a:t>
            </a:r>
            <a:endParaRPr sz="3050" dirty="0">
              <a:latin typeface="Times New Roman"/>
              <a:cs typeface="Times New Roman"/>
            </a:endParaRPr>
          </a:p>
          <a:p>
            <a:pPr marL="152907">
              <a:lnSpc>
                <a:spcPts val="4815"/>
              </a:lnSpc>
              <a:spcBef>
                <a:spcPts val="43"/>
              </a:spcBef>
            </a:pPr>
            <a:r>
              <a:rPr sz="4275" spc="0" baseline="-6102" dirty="0" smtClean="0">
                <a:latin typeface="Times New Roman"/>
                <a:cs typeface="Times New Roman"/>
              </a:rPr>
              <a:t>P</a:t>
            </a:r>
            <a:r>
              <a:rPr sz="4275" spc="158" baseline="-6102" dirty="0" smtClean="0">
                <a:latin typeface="Times New Roman"/>
                <a:cs typeface="Times New Roman"/>
              </a:rPr>
              <a:t> </a:t>
            </a:r>
            <a:r>
              <a:rPr sz="4275" spc="-733" baseline="-3618" dirty="0" smtClean="0">
                <a:latin typeface="Meiryo"/>
                <a:cs typeface="Meiryo"/>
              </a:rPr>
              <a:t>=</a:t>
            </a:r>
            <a:r>
              <a:rPr sz="4275" spc="-439" baseline="-3618" dirty="0" smtClean="0">
                <a:latin typeface="Meiryo"/>
                <a:cs typeface="Meiryo"/>
              </a:rPr>
              <a:t> </a:t>
            </a:r>
            <a:r>
              <a:rPr sz="4275" spc="0" baseline="-6102" dirty="0" smtClean="0">
                <a:latin typeface="Times New Roman"/>
                <a:cs typeface="Times New Roman"/>
              </a:rPr>
              <a:t>80000</a:t>
            </a:r>
            <a:r>
              <a:rPr sz="4275" spc="-450" baseline="-6102" dirty="0" smtClean="0">
                <a:latin typeface="Times New Roman"/>
                <a:cs typeface="Times New Roman"/>
              </a:rPr>
              <a:t> </a:t>
            </a:r>
            <a:r>
              <a:rPr sz="3000" spc="-4" baseline="-2898" dirty="0" smtClean="0">
                <a:latin typeface="Arial"/>
                <a:cs typeface="Arial"/>
              </a:rPr>
              <a:t>P</a:t>
            </a:r>
            <a:r>
              <a:rPr sz="3000" spc="0" baseline="-2898" dirty="0" smtClean="0">
                <a:latin typeface="Arial"/>
                <a:cs typeface="Arial"/>
              </a:rPr>
              <a:t>a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58132"/>
            <a:ext cx="3821238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213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200" spc="106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200" spc="70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200" spc="177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200" spc="154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200" spc="88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200" spc="177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200" spc="5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200" spc="177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200" spc="3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de</a:t>
            </a:r>
            <a:r>
              <a:rPr sz="3200" spc="17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200" spc="-19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200" spc="170" dirty="0" smtClean="0">
                <a:solidFill>
                  <a:srgbClr val="00CC65"/>
                </a:solidFill>
                <a:latin typeface="Arial"/>
                <a:cs typeface="Arial"/>
              </a:rPr>
              <a:t>sc</a:t>
            </a:r>
            <a:r>
              <a:rPr sz="3200" spc="-4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200" spc="177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68175"/>
            <a:ext cx="321031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13264" y="1668175"/>
            <a:ext cx="188533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  <a:tabLst>
                <a:tab pos="1473200" algn="l"/>
              </a:tabLst>
            </a:pP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in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o	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08470" y="1668175"/>
            <a:ext cx="1000346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P</a:t>
            </a:r>
            <a:r>
              <a:rPr sz="2400" spc="9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sc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l</a:t>
            </a:r>
            <a:endParaRPr sz="2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18429" y="1668175"/>
            <a:ext cx="154406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9" dirty="0" smtClean="0">
                <a:latin typeface="Arial"/>
                <a:cs typeface="Arial"/>
              </a:rPr>
              <a:t>e</a:t>
            </a: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9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172363" y="1668175"/>
            <a:ext cx="677047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59282" y="1668175"/>
            <a:ext cx="574535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da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44096" y="1668175"/>
            <a:ext cx="728451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8384" y="1730006"/>
            <a:ext cx="24315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1997359"/>
            <a:ext cx="373177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g</a:t>
            </a:r>
            <a:r>
              <a:rPr sz="2400" spc="-4" dirty="0" smtClean="0">
                <a:latin typeface="Arial"/>
                <a:cs typeface="Arial"/>
              </a:rPr>
              <a:t>ni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v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281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on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-4" dirty="0" smtClean="0">
                <a:latin typeface="Arial"/>
                <a:cs typeface="Arial"/>
              </a:rPr>
              <a:t>ib</a:t>
            </a:r>
            <a:r>
              <a:rPr sz="2400" spc="9" dirty="0" smtClean="0">
                <a:latin typeface="Arial"/>
                <a:cs typeface="Arial"/>
              </a:rPr>
              <a:t>u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ç</a:t>
            </a:r>
            <a:r>
              <a:rPr sz="2400" spc="9" dirty="0" smtClean="0">
                <a:latin typeface="Arial"/>
                <a:cs typeface="Arial"/>
              </a:rPr>
              <a:t>õ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2652" y="1997359"/>
            <a:ext cx="422044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á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298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pa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299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299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ân</a:t>
            </a:r>
            <a:r>
              <a:rPr sz="2400" spc="0" dirty="0" smtClean="0">
                <a:latin typeface="Arial"/>
                <a:cs typeface="Arial"/>
              </a:rPr>
              <a:t>ica</a:t>
            </a:r>
            <a:r>
              <a:rPr sz="2400" spc="31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9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1289" y="2325019"/>
            <a:ext cx="964580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lu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-4" dirty="0" smtClean="0">
                <a:latin typeface="Arial"/>
                <a:cs typeface="Arial"/>
              </a:rPr>
              <a:t>do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93664" y="2325019"/>
            <a:ext cx="42254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n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265119" y="2325019"/>
            <a:ext cx="1583696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  <a:tabLst>
                <a:tab pos="749300" algn="l"/>
              </a:tabLst>
            </a:pPr>
            <a:r>
              <a:rPr sz="2400" spc="-4" dirty="0" smtClean="0">
                <a:latin typeface="Arial"/>
                <a:cs typeface="Arial"/>
              </a:rPr>
              <a:t>qu</a:t>
            </a:r>
            <a:r>
              <a:rPr sz="2400" spc="0" dirty="0" smtClean="0">
                <a:latin typeface="Arial"/>
                <a:cs typeface="Arial"/>
              </a:rPr>
              <a:t>e	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ang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94679" y="2325019"/>
            <a:ext cx="253426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93970" y="2325019"/>
            <a:ext cx="150702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ob</a:t>
            </a:r>
            <a:r>
              <a:rPr sz="2400" spc="4" dirty="0" smtClean="0">
                <a:latin typeface="Arial"/>
                <a:cs typeface="Arial"/>
              </a:rPr>
              <a:t>l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47264" y="2325019"/>
            <a:ext cx="59318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q</a:t>
            </a:r>
            <a:r>
              <a:rPr sz="2400" spc="9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786313" y="2325019"/>
            <a:ext cx="138917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en</a:t>
            </a: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9" dirty="0" smtClean="0">
                <a:latin typeface="Arial"/>
                <a:cs typeface="Arial"/>
              </a:rPr>
              <a:t>o</a:t>
            </a:r>
            <a:r>
              <a:rPr sz="2400" spc="-4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9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322307" y="2325019"/>
            <a:ext cx="253426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81289" y="2654203"/>
            <a:ext cx="7992211" cy="65938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-4" dirty="0" smtClean="0">
                <a:latin typeface="Arial"/>
                <a:cs typeface="Arial"/>
              </a:rPr>
              <a:t>an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ss</a:t>
            </a:r>
            <a:r>
              <a:rPr sz="2400" spc="9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248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254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26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plia</a:t>
            </a:r>
            <a:r>
              <a:rPr sz="2400" spc="9" dirty="0" smtClean="0">
                <a:latin typeface="Arial"/>
                <a:cs typeface="Arial"/>
              </a:rPr>
              <a:t>ç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26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264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ç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263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-14" dirty="0" smtClean="0">
                <a:latin typeface="Arial"/>
                <a:cs typeface="Arial"/>
              </a:rPr>
              <a:t>é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263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264" dirty="0" smtClean="0">
                <a:latin typeface="Arial"/>
                <a:cs typeface="Arial"/>
              </a:rPr>
              <a:t> </a:t>
            </a: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4" dirty="0" smtClean="0">
                <a:latin typeface="Arial"/>
                <a:cs typeface="Arial"/>
              </a:rPr>
              <a:t>s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  <a:p>
            <a:pPr marL="12700" marR="45719">
              <a:lnSpc>
                <a:spcPts val="2590"/>
              </a:lnSpc>
              <a:spcBef>
                <a:spcPts val="1"/>
              </a:spcBef>
            </a:pP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9" dirty="0" smtClean="0">
                <a:latin typeface="Arial"/>
                <a:cs typeface="Arial"/>
              </a:rPr>
              <a:t>p</a:t>
            </a:r>
            <a:r>
              <a:rPr sz="2400" spc="-4" dirty="0" smtClean="0">
                <a:latin typeface="Arial"/>
                <a:cs typeface="Arial"/>
              </a:rPr>
              <a:t>li</a:t>
            </a:r>
            <a:r>
              <a:rPr sz="2400" spc="9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a a </a:t>
            </a: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m</a:t>
            </a:r>
            <a:r>
              <a:rPr sz="2400" spc="9" dirty="0" smtClean="0">
                <a:latin typeface="Arial"/>
                <a:cs typeface="Arial"/>
              </a:rPr>
              <a:t> </a:t>
            </a:r>
            <a:r>
              <a:rPr sz="2400" spc="4" dirty="0" smtClean="0">
                <a:latin typeface="Arial"/>
                <a:cs typeface="Arial"/>
              </a:rPr>
              <a:t>f</a:t>
            </a:r>
            <a:r>
              <a:rPr sz="2400" spc="-4" dirty="0" smtClean="0">
                <a:latin typeface="Arial"/>
                <a:cs typeface="Arial"/>
              </a:rPr>
              <a:t>luido</a:t>
            </a:r>
            <a:r>
              <a:rPr sz="2400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81289" y="3384198"/>
            <a:ext cx="321031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009633" y="3384198"/>
            <a:ext cx="57494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u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92340" y="3384198"/>
            <a:ext cx="1490578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enun</a:t>
            </a:r>
            <a:r>
              <a:rPr sz="2400" spc="9" dirty="0" smtClean="0">
                <a:latin typeface="Arial"/>
                <a:cs typeface="Arial"/>
              </a:rPr>
              <a:t>c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a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290683" y="3384198"/>
            <a:ext cx="1258017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  <a:tabLst>
                <a:tab pos="584200" algn="l"/>
              </a:tabLst>
            </a:pP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z	</a:t>
            </a:r>
            <a:r>
              <a:rPr sz="2400" spc="-4" dirty="0" smtClean="0">
                <a:latin typeface="Arial"/>
                <a:cs typeface="Arial"/>
              </a:rPr>
              <a:t>que</a:t>
            </a:r>
            <a:r>
              <a:rPr sz="2400" spc="0" dirty="0" smtClean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656097" y="3384198"/>
            <a:ext cx="1202639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“</a:t>
            </a:r>
            <a:r>
              <a:rPr sz="2400" spc="-4" dirty="0" smtClean="0">
                <a:latin typeface="Arial"/>
                <a:cs typeface="Arial"/>
              </a:rPr>
              <a:t>qua</a:t>
            </a:r>
            <a:r>
              <a:rPr sz="2400" spc="9" dirty="0" smtClean="0">
                <a:latin typeface="Arial"/>
                <a:cs typeface="Arial"/>
              </a:rPr>
              <a:t>n</a:t>
            </a: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66501" y="3384198"/>
            <a:ext cx="50697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582196" y="3384198"/>
            <a:ext cx="846171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pon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536132" y="3384198"/>
            <a:ext cx="42254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066440" y="3384198"/>
            <a:ext cx="50697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38384" y="3446029"/>
            <a:ext cx="24315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250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81289" y="3713382"/>
            <a:ext cx="983228" cy="657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l</a:t>
            </a:r>
            <a:r>
              <a:rPr sz="2400" spc="4" dirty="0" smtClean="0">
                <a:latin typeface="Arial"/>
                <a:cs typeface="Arial"/>
              </a:rPr>
              <a:t>í</a:t>
            </a:r>
            <a:r>
              <a:rPr sz="2400" spc="-4" dirty="0" smtClean="0">
                <a:latin typeface="Arial"/>
                <a:cs typeface="Arial"/>
              </a:rPr>
              <a:t>q</a:t>
            </a:r>
            <a:r>
              <a:rPr sz="2400" spc="9" dirty="0" smtClean="0">
                <a:latin typeface="Arial"/>
                <a:cs typeface="Arial"/>
              </a:rPr>
              <a:t>u</a:t>
            </a:r>
            <a:r>
              <a:rPr sz="2400" spc="-4" dirty="0" smtClean="0">
                <a:latin typeface="Arial"/>
                <a:cs typeface="Arial"/>
              </a:rPr>
              <a:t>i</a:t>
            </a:r>
            <a:r>
              <a:rPr sz="2400" spc="9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  <a:p>
            <a:pPr marL="12700" marR="45719">
              <a:lnSpc>
                <a:spcPts val="2580"/>
              </a:lnSpc>
              <a:spcBef>
                <a:spcPts val="1"/>
              </a:spcBef>
            </a:pP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odo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96231" y="3713382"/>
            <a:ext cx="593693" cy="657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9418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  <a:p>
            <a:pPr marL="12700" marR="45719">
              <a:lnSpc>
                <a:spcPts val="2580"/>
              </a:lnSpc>
              <a:spcBef>
                <a:spcPts val="1"/>
              </a:spcBef>
            </a:pP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309313" y="3713382"/>
            <a:ext cx="1321454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equ</a:t>
            </a:r>
            <a:r>
              <a:rPr sz="2400" spc="4" dirty="0" smtClean="0">
                <a:latin typeface="Arial"/>
                <a:cs typeface="Arial"/>
              </a:rPr>
              <a:t>i</a:t>
            </a:r>
            <a:r>
              <a:rPr sz="2400" spc="-4" dirty="0" smtClean="0">
                <a:latin typeface="Arial"/>
                <a:cs typeface="Arial"/>
              </a:rPr>
              <a:t>l</a:t>
            </a:r>
            <a:r>
              <a:rPr sz="2400" spc="4" dirty="0" smtClean="0">
                <a:latin typeface="Arial"/>
                <a:cs typeface="Arial"/>
              </a:rPr>
              <a:t>í</a:t>
            </a:r>
            <a:r>
              <a:rPr sz="2400" spc="-4" dirty="0" smtClean="0">
                <a:latin typeface="Arial"/>
                <a:cs typeface="Arial"/>
              </a:rPr>
              <a:t>b</a:t>
            </a:r>
            <a:r>
              <a:rPr sz="2400" spc="4" dirty="0" smtClean="0">
                <a:latin typeface="Arial"/>
                <a:cs typeface="Arial"/>
              </a:rPr>
              <a:t>ri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50724" y="3713382"/>
            <a:ext cx="76244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4" dirty="0" smtClean="0">
                <a:latin typeface="Arial"/>
                <a:cs typeface="Arial"/>
              </a:rPr>
              <a:t>fr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630074" y="3713382"/>
            <a:ext cx="67552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u</a:t>
            </a:r>
            <a:r>
              <a:rPr sz="2400" spc="-9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424031" y="3713382"/>
            <a:ext cx="1236208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ia</a:t>
            </a:r>
            <a:r>
              <a:rPr sz="2400" spc="9" dirty="0" smtClean="0">
                <a:latin typeface="Arial"/>
                <a:cs typeface="Arial"/>
              </a:rPr>
              <a:t>ç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0" dirty="0" smtClean="0">
                <a:latin typeface="Arial"/>
                <a:cs typeface="Arial"/>
              </a:rPr>
              <a:t>o</a:t>
            </a:r>
            <a:endParaRPr sz="2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80195" y="3713382"/>
            <a:ext cx="42254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319647" y="3713382"/>
            <a:ext cx="1253663" cy="6578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816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p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ss</a:t>
            </a:r>
            <a:r>
              <a:rPr sz="2400" spc="-4" dirty="0" smtClean="0">
                <a:latin typeface="Arial"/>
                <a:cs typeface="Arial"/>
              </a:rPr>
              <a:t>ã</a:t>
            </a:r>
            <a:r>
              <a:rPr sz="2400" spc="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  <a:p>
            <a:pPr marL="183936">
              <a:lnSpc>
                <a:spcPts val="2580"/>
              </a:lnSpc>
              <a:spcBef>
                <a:spcPts val="1"/>
              </a:spcBef>
            </a:pP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e</a:t>
            </a:r>
            <a:r>
              <a:rPr sz="2400" spc="-14" dirty="0" smtClean="0">
                <a:latin typeface="Arial"/>
                <a:cs typeface="Arial"/>
              </a:rPr>
              <a:t>s</a:t>
            </a:r>
            <a:r>
              <a:rPr sz="2400" spc="4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187544" y="4041042"/>
            <a:ext cx="931152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ou</a:t>
            </a:r>
            <a:r>
              <a:rPr sz="2400" spc="4" dirty="0" smtClean="0">
                <a:latin typeface="Arial"/>
                <a:cs typeface="Arial"/>
              </a:rPr>
              <a:t>tr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303067" y="4041042"/>
            <a:ext cx="99816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-4" dirty="0" smtClean="0">
                <a:latin typeface="Arial"/>
                <a:cs typeface="Arial"/>
              </a:rPr>
              <a:t>pon</a:t>
            </a: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487126" y="4041042"/>
            <a:ext cx="118358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4" dirty="0" smtClean="0">
                <a:latin typeface="Arial"/>
                <a:cs typeface="Arial"/>
              </a:rPr>
              <a:t>t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-9" dirty="0" smtClean="0">
                <a:latin typeface="Arial"/>
                <a:cs typeface="Arial"/>
              </a:rPr>
              <a:t>m</a:t>
            </a:r>
            <a:r>
              <a:rPr sz="2400" spc="-4" dirty="0" smtClean="0">
                <a:latin typeface="Arial"/>
                <a:cs typeface="Arial"/>
              </a:rPr>
              <a:t>bé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855630" y="4041042"/>
            <a:ext cx="1014466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-4" dirty="0" smtClean="0">
                <a:latin typeface="Arial"/>
                <a:cs typeface="Arial"/>
              </a:rPr>
              <a:t>o</a:t>
            </a:r>
            <a:r>
              <a:rPr sz="2400" spc="4" dirty="0" smtClean="0">
                <a:latin typeface="Arial"/>
                <a:cs typeface="Arial"/>
              </a:rPr>
              <a:t>fr</a:t>
            </a:r>
            <a:r>
              <a:rPr sz="2400" spc="-14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8055016" y="4041042"/>
            <a:ext cx="253426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81289" y="4370226"/>
            <a:ext cx="1422553" cy="3301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55"/>
              </a:lnSpc>
              <a:spcBef>
                <a:spcPts val="127"/>
              </a:spcBef>
            </a:pPr>
            <a:r>
              <a:rPr sz="2400" spc="0" dirty="0" smtClean="0">
                <a:latin typeface="Arial"/>
                <a:cs typeface="Arial"/>
              </a:rPr>
              <a:t>v</a:t>
            </a:r>
            <a:r>
              <a:rPr sz="2400" spc="-4" dirty="0" smtClean="0">
                <a:latin typeface="Arial"/>
                <a:cs typeface="Arial"/>
              </a:rPr>
              <a:t>a</a:t>
            </a:r>
            <a:r>
              <a:rPr sz="2400" spc="4" dirty="0" smtClean="0">
                <a:latin typeface="Arial"/>
                <a:cs typeface="Arial"/>
              </a:rPr>
              <a:t>r</a:t>
            </a:r>
            <a:r>
              <a:rPr sz="2400" spc="-4" dirty="0" smtClean="0">
                <a:latin typeface="Arial"/>
                <a:cs typeface="Arial"/>
              </a:rPr>
              <a:t>ia</a:t>
            </a:r>
            <a:r>
              <a:rPr sz="2400" spc="9" dirty="0" smtClean="0">
                <a:latin typeface="Arial"/>
                <a:cs typeface="Arial"/>
              </a:rPr>
              <a:t>ç</a:t>
            </a:r>
            <a:r>
              <a:rPr sz="2400" spc="-4" dirty="0" smtClean="0">
                <a:latin typeface="Arial"/>
                <a:cs typeface="Arial"/>
              </a:rPr>
              <a:t>ão</a:t>
            </a:r>
            <a:r>
              <a:rPr sz="2400" spc="4" dirty="0" smtClean="0">
                <a:latin typeface="Arial"/>
                <a:cs typeface="Arial"/>
              </a:rPr>
              <a:t>”</a:t>
            </a:r>
            <a:r>
              <a:rPr sz="2400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7524959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  <a:tabLst>
                <a:tab pos="5321300" algn="l"/>
                <a:tab pos="5981700" algn="l"/>
              </a:tabLst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li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ç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õ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36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216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07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66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74" dirty="0" smtClean="0">
                <a:solidFill>
                  <a:srgbClr val="00CC65"/>
                </a:solidFill>
                <a:latin typeface="Arial"/>
                <a:cs typeface="Arial"/>
              </a:rPr>
              <a:t>n</a:t>
            </a:r>
            <a:r>
              <a:rPr sz="3600" spc="172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8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74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66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-939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	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	</a:t>
            </a:r>
            <a:r>
              <a:rPr sz="3600" spc="-820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Pa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sc</a:t>
            </a:r>
            <a:r>
              <a:rPr sz="3600" spc="-9" dirty="0" smtClean="0">
                <a:solidFill>
                  <a:srgbClr val="00CC65"/>
                </a:solidFill>
                <a:latin typeface="Arial"/>
                <a:cs typeface="Arial"/>
              </a:rPr>
              <a:t>a</a:t>
            </a:r>
            <a:r>
              <a:rPr sz="3600" spc="199" dirty="0" smtClean="0">
                <a:solidFill>
                  <a:srgbClr val="00CC65"/>
                </a:solidFill>
                <a:latin typeface="Arial"/>
                <a:cs typeface="Arial"/>
              </a:rPr>
              <a:t>l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38091"/>
            <a:ext cx="230216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384300" algn="l"/>
              </a:tabLst>
            </a:pPr>
            <a:r>
              <a:rPr sz="2800" spc="-4" dirty="0" smtClean="0">
                <a:latin typeface="Arial"/>
                <a:cs typeface="Arial"/>
              </a:rPr>
              <a:t>P</a:t>
            </a:r>
            <a:r>
              <a:rPr sz="2800" spc="4" dirty="0" smtClean="0">
                <a:latin typeface="Arial"/>
                <a:cs typeface="Arial"/>
              </a:rPr>
              <a:t>asca</a:t>
            </a:r>
            <a:r>
              <a:rPr sz="2800" spc="0" dirty="0" smtClean="0">
                <a:latin typeface="Arial"/>
                <a:cs typeface="Arial"/>
              </a:rPr>
              <a:t>l,	</a:t>
            </a:r>
            <a:r>
              <a:rPr sz="2800" spc="-9" dirty="0" smtClean="0">
                <a:latin typeface="Arial"/>
                <a:cs typeface="Arial"/>
              </a:rPr>
              <a:t>f</a:t>
            </a:r>
            <a:r>
              <a:rPr sz="2800" spc="4" dirty="0" smtClean="0">
                <a:latin typeface="Arial"/>
                <a:cs typeface="Arial"/>
              </a:rPr>
              <a:t>ís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05982" y="1638091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14418" y="1638091"/>
            <a:ext cx="193171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at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át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67135" y="1638091"/>
            <a:ext cx="1357348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fran</a:t>
            </a:r>
            <a:r>
              <a:rPr sz="2800" spc="-4" dirty="0" smtClean="0">
                <a:latin typeface="Arial"/>
                <a:cs typeface="Arial"/>
              </a:rPr>
              <a:t>c</a:t>
            </a:r>
            <a:r>
              <a:rPr sz="2800" spc="4" dirty="0" smtClean="0">
                <a:latin typeface="Arial"/>
                <a:cs typeface="Arial"/>
              </a:rPr>
              <a:t>ês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45425" y="1638091"/>
            <a:ext cx="163436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des</a:t>
            </a:r>
            <a:r>
              <a:rPr sz="2800" spc="-4" dirty="0" smtClean="0">
                <a:latin typeface="Arial"/>
                <a:cs typeface="Arial"/>
              </a:rPr>
              <a:t>c</a:t>
            </a:r>
            <a:r>
              <a:rPr sz="2800" spc="4" dirty="0" smtClean="0">
                <a:latin typeface="Arial"/>
                <a:cs typeface="Arial"/>
              </a:rPr>
              <a:t>obr</a:t>
            </a:r>
            <a:r>
              <a:rPr sz="2800" spc="0" dirty="0" smtClean="0">
                <a:latin typeface="Arial"/>
                <a:cs typeface="Arial"/>
              </a:rPr>
              <a:t>iu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8384" y="1709815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81289" y="1979466"/>
            <a:ext cx="622669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889000" algn="l"/>
                <a:tab pos="1485900" algn="l"/>
                <a:tab pos="2057400" algn="l"/>
                <a:tab pos="3302000" algn="l"/>
                <a:tab pos="4191000" algn="l"/>
                <a:tab pos="5651500" algn="l"/>
              </a:tabLst>
            </a:pPr>
            <a:r>
              <a:rPr sz="2800" spc="4" dirty="0" smtClean="0">
                <a:latin typeface="Arial"/>
                <a:cs typeface="Arial"/>
              </a:rPr>
              <a:t>que</a:t>
            </a:r>
            <a:r>
              <a:rPr sz="2800" spc="0" dirty="0" smtClean="0">
                <a:latin typeface="Arial"/>
                <a:cs typeface="Arial"/>
              </a:rPr>
              <a:t>,	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ap</a:t>
            </a:r>
            <a:r>
              <a:rPr sz="2800" spc="0" dirty="0" smtClean="0">
                <a:latin typeface="Arial"/>
                <a:cs typeface="Arial"/>
              </a:rPr>
              <a:t>li</a:t>
            </a:r>
            <a:r>
              <a:rPr sz="2800" spc="4" dirty="0" smtClean="0">
                <a:latin typeface="Arial"/>
                <a:cs typeface="Arial"/>
              </a:rPr>
              <a:t>ca</a:t>
            </a:r>
            <a:r>
              <a:rPr sz="2800" spc="0" dirty="0" smtClean="0">
                <a:latin typeface="Arial"/>
                <a:cs typeface="Arial"/>
              </a:rPr>
              <a:t>r	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ma	</a:t>
            </a: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essã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08393" y="1979466"/>
            <a:ext cx="167112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698500" algn="l"/>
              </a:tabLst>
            </a:pPr>
            <a:r>
              <a:rPr sz="2800" spc="1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	</a:t>
            </a:r>
            <a:r>
              <a:rPr sz="2800" spc="14" dirty="0" smtClean="0">
                <a:latin typeface="Arial"/>
                <a:cs typeface="Arial"/>
              </a:rPr>
              <a:t>p</a:t>
            </a:r>
            <a:r>
              <a:rPr sz="2800" spc="4" dirty="0" smtClean="0">
                <a:latin typeface="Arial"/>
                <a:cs typeface="Arial"/>
              </a:rPr>
              <a:t>ont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2320842"/>
            <a:ext cx="694800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1689100" algn="l"/>
                <a:tab pos="2387600" algn="l"/>
                <a:tab pos="3175000" algn="l"/>
                <a:tab pos="4521200" algn="l"/>
                <a:tab pos="5321300" algn="l"/>
              </a:tabLst>
            </a:pPr>
            <a:r>
              <a:rPr sz="2800" spc="4" dirty="0" smtClean="0">
                <a:latin typeface="Arial"/>
                <a:cs typeface="Arial"/>
              </a:rPr>
              <a:t>qua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que</a:t>
            </a:r>
            <a:r>
              <a:rPr sz="2800" spc="0" dirty="0" smtClean="0">
                <a:latin typeface="Arial"/>
                <a:cs typeface="Arial"/>
              </a:rPr>
              <a:t>r	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	l</a:t>
            </a:r>
            <a:r>
              <a:rPr sz="2800" spc="4" dirty="0" smtClean="0">
                <a:latin typeface="Arial"/>
                <a:cs typeface="Arial"/>
              </a:rPr>
              <a:t>íqu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	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14" dirty="0" smtClean="0">
                <a:latin typeface="Arial"/>
                <a:cs typeface="Arial"/>
              </a:rPr>
              <a:t>q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il</a:t>
            </a:r>
            <a:r>
              <a:rPr sz="2800" spc="4" dirty="0" smtClean="0">
                <a:latin typeface="Arial"/>
                <a:cs typeface="Arial"/>
              </a:rPr>
              <a:t>íbr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35579" y="2320842"/>
            <a:ext cx="84363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ess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81289" y="2662218"/>
            <a:ext cx="7999506" cy="11501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939">
              <a:lnSpc>
                <a:spcPts val="2690"/>
              </a:lnSpc>
              <a:spcBef>
                <a:spcPts val="344"/>
              </a:spcBef>
              <a:tabLst>
                <a:tab pos="1435100" algn="l"/>
                <a:tab pos="1981200" algn="l"/>
                <a:tab pos="3606800" algn="l"/>
                <a:tab pos="3962400" algn="l"/>
                <a:tab pos="4991100" algn="l"/>
                <a:tab pos="5537200" algn="l"/>
                <a:tab pos="6845300" algn="l"/>
              </a:tabLst>
            </a:pPr>
            <a:r>
              <a:rPr sz="2800" spc="4" dirty="0" smtClean="0">
                <a:latin typeface="Arial"/>
                <a:cs typeface="Arial"/>
              </a:rPr>
              <a:t>pressã</a:t>
            </a:r>
            <a:r>
              <a:rPr sz="2800" spc="0" dirty="0" smtClean="0">
                <a:latin typeface="Arial"/>
                <a:cs typeface="Arial"/>
              </a:rPr>
              <a:t>o	</a:t>
            </a: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e	</a:t>
            </a:r>
            <a:r>
              <a:rPr sz="2800" spc="4" dirty="0" smtClean="0">
                <a:latin typeface="Arial"/>
                <a:cs typeface="Arial"/>
              </a:rPr>
              <a:t>tran</a:t>
            </a:r>
            <a:r>
              <a:rPr sz="2800" spc="-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mi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e	a	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-9" dirty="0" smtClean="0">
                <a:latin typeface="Arial"/>
                <a:cs typeface="Arial"/>
              </a:rPr>
              <a:t>o</a:t>
            </a:r>
            <a:r>
              <a:rPr sz="2800" spc="4" dirty="0" smtClean="0">
                <a:latin typeface="Arial"/>
                <a:cs typeface="Arial"/>
              </a:rPr>
              <a:t>do</a:t>
            </a:r>
            <a:r>
              <a:rPr sz="2800" spc="0" dirty="0" smtClean="0">
                <a:latin typeface="Arial"/>
                <a:cs typeface="Arial"/>
              </a:rPr>
              <a:t>s	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s	</a:t>
            </a:r>
            <a:r>
              <a:rPr sz="2800" spc="4" dirty="0" smtClean="0">
                <a:latin typeface="Arial"/>
                <a:cs typeface="Arial"/>
              </a:rPr>
              <a:t>de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is	</a:t>
            </a: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14" dirty="0" smtClean="0">
                <a:latin typeface="Arial"/>
                <a:cs typeface="Arial"/>
              </a:rPr>
              <a:t>o</a:t>
            </a:r>
            <a:r>
              <a:rPr sz="2800" spc="4" dirty="0" smtClean="0">
                <a:latin typeface="Arial"/>
                <a:cs typeface="Arial"/>
              </a:rPr>
              <a:t>nto</a:t>
            </a:r>
            <a:r>
              <a:rPr sz="2800" spc="0" dirty="0" smtClean="0">
                <a:latin typeface="Arial"/>
                <a:cs typeface="Arial"/>
              </a:rPr>
              <a:t>s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31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íqu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1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-9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be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-5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mo</a:t>
            </a:r>
            <a:r>
              <a:rPr sz="2800" spc="-6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à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-2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parede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-10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-3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rec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ent</a:t>
            </a:r>
            <a:r>
              <a:rPr sz="2800" spc="1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70"/>
              </a:spcBef>
            </a:pPr>
            <a:r>
              <a:rPr sz="2800" spc="-4" dirty="0" smtClean="0">
                <a:latin typeface="Arial"/>
                <a:cs typeface="Arial"/>
              </a:rPr>
              <a:t>E</a:t>
            </a:r>
            <a:r>
              <a:rPr sz="2800" spc="4" dirty="0" smtClean="0">
                <a:latin typeface="Arial"/>
                <a:cs typeface="Arial"/>
              </a:rPr>
              <a:t>ss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257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propr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edad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8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do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274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íqu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dos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22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express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216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pe</a:t>
            </a:r>
            <a:r>
              <a:rPr sz="2800" spc="0" dirty="0" smtClean="0">
                <a:latin typeface="Arial"/>
                <a:cs typeface="Arial"/>
              </a:rPr>
              <a:t>la</a:t>
            </a:r>
            <a:r>
              <a:rPr sz="2800" spc="277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i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8384" y="3503562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1289" y="3771690"/>
            <a:ext cx="7996651" cy="17459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algn="just">
              <a:lnSpc>
                <a:spcPts val="2690"/>
              </a:lnSpc>
              <a:spcBef>
                <a:spcPts val="344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73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P</a:t>
            </a:r>
            <a:r>
              <a:rPr sz="2800" spc="4" dirty="0" smtClean="0">
                <a:latin typeface="Arial"/>
                <a:cs typeface="Arial"/>
              </a:rPr>
              <a:t>asca</a:t>
            </a:r>
            <a:r>
              <a:rPr sz="2800" spc="0" dirty="0" smtClean="0">
                <a:latin typeface="Arial"/>
                <a:cs typeface="Arial"/>
              </a:rPr>
              <a:t>l,</a:t>
            </a:r>
            <a:r>
              <a:rPr sz="2800" spc="12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é</a:t>
            </a:r>
            <a:r>
              <a:rPr sz="2800" spc="8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ut</a:t>
            </a:r>
            <a:r>
              <a:rPr sz="2800" spc="0" dirty="0" smtClean="0">
                <a:latin typeface="Arial"/>
                <a:cs typeface="Arial"/>
              </a:rPr>
              <a:t>ili</a:t>
            </a:r>
            <a:r>
              <a:rPr sz="2800" spc="4" dirty="0" smtClean="0">
                <a:latin typeface="Arial"/>
                <a:cs typeface="Arial"/>
              </a:rPr>
              <a:t>zad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7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verso</a:t>
            </a:r>
            <a:r>
              <a:rPr sz="2800" spc="0" dirty="0" smtClean="0">
                <a:latin typeface="Arial"/>
                <a:cs typeface="Arial"/>
              </a:rPr>
              <a:t>s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spos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-9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vos</a:t>
            </a:r>
            <a:r>
              <a:rPr sz="2800" spc="0" dirty="0" smtClean="0">
                <a:latin typeface="Arial"/>
                <a:cs typeface="Arial"/>
              </a:rPr>
              <a:t>, </a:t>
            </a:r>
            <a:r>
              <a:rPr sz="2800" spc="4" dirty="0" smtClean="0">
                <a:latin typeface="Arial"/>
                <a:cs typeface="Arial"/>
              </a:rPr>
              <a:t>tant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42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par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6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li</a:t>
            </a: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14" dirty="0" smtClean="0">
                <a:latin typeface="Arial"/>
                <a:cs typeface="Arial"/>
              </a:rPr>
              <a:t>c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r </a:t>
            </a:r>
            <a:r>
              <a:rPr sz="2800" spc="4" dirty="0" smtClean="0">
                <a:latin typeface="Arial"/>
                <a:cs typeface="Arial"/>
              </a:rPr>
              <a:t>força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4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mo</a:t>
            </a:r>
            <a:r>
              <a:rPr sz="2800" spc="5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14" dirty="0" smtClean="0">
                <a:latin typeface="Arial"/>
                <a:cs typeface="Arial"/>
              </a:rPr>
              <a:t>a</a:t>
            </a:r>
            <a:r>
              <a:rPr sz="2800" spc="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63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trans</a:t>
            </a:r>
            <a:r>
              <a:rPr sz="2800" spc="9" dirty="0" smtClean="0">
                <a:latin typeface="Arial"/>
                <a:cs typeface="Arial"/>
              </a:rPr>
              <a:t>m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t</a:t>
            </a:r>
            <a:r>
              <a:rPr sz="2800" spc="0" dirty="0" smtClean="0">
                <a:latin typeface="Arial"/>
                <a:cs typeface="Arial"/>
              </a:rPr>
              <a:t>i- l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7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7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61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pont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45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9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outro</a:t>
            </a:r>
            <a:r>
              <a:rPr sz="2800" spc="0" dirty="0" smtClean="0">
                <a:latin typeface="Arial"/>
                <a:cs typeface="Arial"/>
              </a:rPr>
              <a:t>.</a:t>
            </a:r>
            <a:r>
              <a:rPr sz="2800" spc="3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U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57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exe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p</a:t>
            </a:r>
            <a:r>
              <a:rPr sz="2800" spc="0" dirty="0" smtClean="0">
                <a:latin typeface="Arial"/>
                <a:cs typeface="Arial"/>
              </a:rPr>
              <a:t>lo </a:t>
            </a: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1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o</a:t>
            </a:r>
            <a:r>
              <a:rPr sz="2800" spc="4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é</a:t>
            </a:r>
            <a:r>
              <a:rPr sz="2800" spc="90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 </a:t>
            </a:r>
            <a:r>
              <a:rPr sz="2800" spc="4" dirty="0" smtClean="0">
                <a:latin typeface="Arial"/>
                <a:cs typeface="Arial"/>
              </a:rPr>
              <a:t>prens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63" dirty="0" smtClean="0">
                <a:latin typeface="Arial"/>
                <a:cs typeface="Arial"/>
              </a:rPr>
              <a:t> </a:t>
            </a:r>
            <a:r>
              <a:rPr sz="2800" spc="14" dirty="0" smtClean="0">
                <a:latin typeface="Arial"/>
                <a:cs typeface="Arial"/>
              </a:rPr>
              <a:t>h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dráu</a:t>
            </a:r>
            <a:r>
              <a:rPr sz="2800" spc="0" dirty="0" smtClean="0">
                <a:latin typeface="Arial"/>
                <a:cs typeface="Arial"/>
              </a:rPr>
              <a:t>li</a:t>
            </a:r>
            <a:r>
              <a:rPr sz="2800" spc="4" dirty="0" smtClean="0">
                <a:latin typeface="Arial"/>
                <a:cs typeface="Arial"/>
              </a:rPr>
              <a:t>c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38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e</a:t>
            </a:r>
            <a:r>
              <a:rPr sz="2800" spc="118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104" dirty="0" smtClean="0">
                <a:latin typeface="Arial"/>
                <a:cs typeface="Arial"/>
              </a:rPr>
              <a:t> </a:t>
            </a:r>
            <a:r>
              <a:rPr sz="2800" spc="-9" dirty="0" smtClean="0">
                <a:latin typeface="Arial"/>
                <a:cs typeface="Arial"/>
              </a:rPr>
              <a:t>f</a:t>
            </a:r>
            <a:r>
              <a:rPr sz="2800" spc="4" dirty="0" smtClean="0">
                <a:latin typeface="Arial"/>
                <a:cs typeface="Arial"/>
              </a:rPr>
              <a:t>re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6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h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4" dirty="0" smtClean="0">
                <a:latin typeface="Arial"/>
                <a:cs typeface="Arial"/>
              </a:rPr>
              <a:t>ráu</a:t>
            </a:r>
            <a:r>
              <a:rPr sz="2800" spc="0" dirty="0" smtClean="0">
                <a:latin typeface="Arial"/>
                <a:cs typeface="Arial"/>
              </a:rPr>
              <a:t>li</a:t>
            </a: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s </a:t>
            </a:r>
            <a:r>
              <a:rPr sz="2800" spc="4" dirty="0" smtClean="0">
                <a:latin typeface="Arial"/>
                <a:cs typeface="Arial"/>
              </a:rPr>
              <a:t>do</a:t>
            </a:r>
            <a:r>
              <a:rPr sz="2800" spc="0" dirty="0" smtClean="0">
                <a:latin typeface="Arial"/>
                <a:cs typeface="Arial"/>
              </a:rPr>
              <a:t>s </a:t>
            </a:r>
            <a:r>
              <a:rPr sz="2800" spc="4" dirty="0" smtClean="0">
                <a:latin typeface="Arial"/>
                <a:cs typeface="Arial"/>
              </a:rPr>
              <a:t>auto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ó</a:t>
            </a:r>
            <a:r>
              <a:rPr sz="2800" spc="14" dirty="0" smtClean="0">
                <a:latin typeface="Arial"/>
                <a:cs typeface="Arial"/>
              </a:rPr>
              <a:t>v</a:t>
            </a: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5850514" y="1761744"/>
            <a:ext cx="3657600" cy="3221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74286" y="5218175"/>
            <a:ext cx="1225295" cy="958595"/>
          </a:xfrm>
          <a:custGeom>
            <a:avLst/>
            <a:gdLst/>
            <a:ahLst/>
            <a:cxnLst/>
            <a:rect l="l" t="t" r="r" b="b"/>
            <a:pathLst>
              <a:path w="1225295" h="958595">
                <a:moveTo>
                  <a:pt x="0" y="0"/>
                </a:moveTo>
                <a:lnTo>
                  <a:pt x="0" y="958595"/>
                </a:lnTo>
                <a:lnTo>
                  <a:pt x="1225295" y="958595"/>
                </a:lnTo>
                <a:lnTo>
                  <a:pt x="1225295" y="0"/>
                </a:lnTo>
                <a:lnTo>
                  <a:pt x="0" y="0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127633" y="5682994"/>
            <a:ext cx="364233" cy="0"/>
          </a:xfrm>
          <a:custGeom>
            <a:avLst/>
            <a:gdLst/>
            <a:ahLst/>
            <a:cxnLst/>
            <a:rect l="l" t="t" r="r" b="b"/>
            <a:pathLst>
              <a:path w="364233">
                <a:moveTo>
                  <a:pt x="0" y="0"/>
                </a:moveTo>
                <a:lnTo>
                  <a:pt x="364233" y="0"/>
                </a:lnTo>
              </a:path>
            </a:pathLst>
          </a:custGeom>
          <a:ln w="1363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837802" y="5682994"/>
            <a:ext cx="400815" cy="0"/>
          </a:xfrm>
          <a:custGeom>
            <a:avLst/>
            <a:gdLst/>
            <a:ahLst/>
            <a:cxnLst/>
            <a:rect l="l" t="t" r="r" b="b"/>
            <a:pathLst>
              <a:path w="400815">
                <a:moveTo>
                  <a:pt x="0" y="0"/>
                </a:moveTo>
                <a:lnTo>
                  <a:pt x="400815" y="0"/>
                </a:lnTo>
              </a:path>
            </a:pathLst>
          </a:custGeom>
          <a:ln w="1363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10017" y="913352"/>
            <a:ext cx="3912545" cy="432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375"/>
              </a:lnSpc>
              <a:spcBef>
                <a:spcPts val="168"/>
              </a:spcBef>
            </a:pP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El</a:t>
            </a:r>
            <a:r>
              <a:rPr sz="3200" spc="-4" dirty="0" smtClean="0">
                <a:solidFill>
                  <a:srgbClr val="00CC65"/>
                </a:solidFill>
                <a:latin typeface="Arial"/>
                <a:cs typeface="Arial"/>
              </a:rPr>
              <a:t>eva</a:t>
            </a: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200" spc="-1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200" spc="0" dirty="0" smtClean="0">
                <a:solidFill>
                  <a:srgbClr val="00CC65"/>
                </a:solidFill>
                <a:latin typeface="Arial"/>
                <a:cs typeface="Arial"/>
              </a:rPr>
              <a:t>r  H</a:t>
            </a:r>
            <a:r>
              <a:rPr sz="3200" spc="177" dirty="0" smtClean="0">
                <a:solidFill>
                  <a:srgbClr val="00CC65"/>
                </a:solidFill>
                <a:latin typeface="Arial"/>
                <a:cs typeface="Arial"/>
              </a:rPr>
              <a:t>id</a:t>
            </a:r>
            <a:r>
              <a:rPr sz="3200" spc="18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200" spc="-4" dirty="0" smtClean="0">
                <a:solidFill>
                  <a:srgbClr val="00CC65"/>
                </a:solidFill>
                <a:latin typeface="Arial"/>
                <a:cs typeface="Arial"/>
              </a:rPr>
              <a:t>á</a:t>
            </a:r>
            <a:r>
              <a:rPr sz="3200" spc="162" dirty="0" smtClean="0">
                <a:solidFill>
                  <a:srgbClr val="00CC65"/>
                </a:solidFill>
                <a:latin typeface="Arial"/>
                <a:cs typeface="Arial"/>
              </a:rPr>
              <a:t>u</a:t>
            </a:r>
            <a:r>
              <a:rPr sz="3200" spc="177" dirty="0" smtClean="0">
                <a:solidFill>
                  <a:srgbClr val="00CC65"/>
                </a:solidFill>
                <a:latin typeface="Arial"/>
                <a:cs typeface="Arial"/>
              </a:rPr>
              <a:t>li</a:t>
            </a:r>
            <a:r>
              <a:rPr sz="3200" spc="17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200" spc="177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1289" y="1685382"/>
            <a:ext cx="3937078" cy="9611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6132" algn="just">
              <a:lnSpc>
                <a:spcPts val="1730"/>
              </a:lnSpc>
              <a:spcBef>
                <a:spcPts val="86"/>
              </a:spcBef>
            </a:pPr>
            <a:r>
              <a:rPr sz="1600" spc="-4" dirty="0" smtClean="0">
                <a:latin typeface="Arial"/>
                <a:cs typeface="Arial"/>
              </a:rPr>
              <a:t>O</a:t>
            </a:r>
            <a:r>
              <a:rPr sz="1600" spc="0" dirty="0" smtClean="0">
                <a:latin typeface="Arial"/>
                <a:cs typeface="Arial"/>
              </a:rPr>
              <a:t>s</a:t>
            </a:r>
            <a:r>
              <a:rPr sz="1600" spc="10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ado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es</a:t>
            </a:r>
            <a:r>
              <a:rPr sz="1600" spc="36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p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8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eí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u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os</a:t>
            </a:r>
            <a:r>
              <a:rPr sz="1600" spc="5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automot</a:t>
            </a:r>
            <a:r>
              <a:rPr sz="1600" spc="9" dirty="0" smtClean="0">
                <a:latin typeface="Arial"/>
                <a:cs typeface="Arial"/>
              </a:rPr>
              <a:t>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,</a:t>
            </a:r>
            <a:endParaRPr sz="1600">
              <a:latin typeface="Arial"/>
              <a:cs typeface="Arial"/>
            </a:endParaRPr>
          </a:p>
          <a:p>
            <a:pPr marL="12700" algn="just">
              <a:lnSpc>
                <a:spcPct val="100328"/>
              </a:lnSpc>
            </a:pPr>
            <a:r>
              <a:rPr sz="1600" spc="0" dirty="0" smtClean="0">
                <a:latin typeface="Arial"/>
                <a:cs typeface="Arial"/>
              </a:rPr>
              <a:t>ut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-4" dirty="0" smtClean="0">
                <a:latin typeface="Arial"/>
                <a:cs typeface="Arial"/>
              </a:rPr>
              <a:t>l</a:t>
            </a:r>
            <a:r>
              <a:rPr sz="1600" spc="4" dirty="0" smtClean="0">
                <a:latin typeface="Arial"/>
                <a:cs typeface="Arial"/>
              </a:rPr>
              <a:t>iz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9" dirty="0" smtClean="0">
                <a:latin typeface="Arial"/>
                <a:cs typeface="Arial"/>
              </a:rPr>
              <a:t>d</a:t>
            </a:r>
            <a:r>
              <a:rPr sz="1600" spc="0" dirty="0" smtClean="0">
                <a:latin typeface="Arial"/>
                <a:cs typeface="Arial"/>
              </a:rPr>
              <a:t>os em</a:t>
            </a:r>
            <a:r>
              <a:rPr sz="1600" spc="3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</a:t>
            </a:r>
            <a:r>
              <a:rPr sz="1600" spc="9" dirty="0" smtClean="0">
                <a:latin typeface="Arial"/>
                <a:cs typeface="Arial"/>
              </a:rPr>
              <a:t>o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tos</a:t>
            </a:r>
            <a:r>
              <a:rPr sz="1600" spc="3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53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viç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2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6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of</a:t>
            </a:r>
            <a:r>
              <a:rPr sz="1600" spc="4" dirty="0" smtClean="0">
                <a:latin typeface="Arial"/>
                <a:cs typeface="Arial"/>
              </a:rPr>
              <a:t>ici</a:t>
            </a:r>
            <a:r>
              <a:rPr sz="1600" spc="0" dirty="0" smtClean="0">
                <a:latin typeface="Arial"/>
                <a:cs typeface="Arial"/>
              </a:rPr>
              <a:t>na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, por</a:t>
            </a:r>
            <a:r>
              <a:rPr sz="1600" spc="-23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x</a:t>
            </a:r>
            <a:r>
              <a:rPr sz="1600" spc="0" dirty="0" smtClean="0">
                <a:latin typeface="Arial"/>
                <a:cs typeface="Arial"/>
              </a:rPr>
              <a:t>emp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0" dirty="0" smtClean="0">
                <a:latin typeface="Arial"/>
                <a:cs typeface="Arial"/>
              </a:rPr>
              <a:t>o,</a:t>
            </a:r>
            <a:r>
              <a:rPr sz="1600" spc="-6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ba</a:t>
            </a:r>
            <a:r>
              <a:rPr sz="1600" spc="19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am</a:t>
            </a:r>
            <a:r>
              <a:rPr sz="1600" spc="-4" dirty="0" smtClean="0">
                <a:latin typeface="Arial"/>
                <a:cs typeface="Arial"/>
              </a:rPr>
              <a:t>-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8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nos</a:t>
            </a:r>
            <a:r>
              <a:rPr sz="1600" spc="-1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íp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os</a:t>
            </a:r>
            <a:r>
              <a:rPr sz="1600" spc="-5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da 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en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4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h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d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áu</a:t>
            </a:r>
            <a:r>
              <a:rPr sz="1600" spc="4" dirty="0" smtClean="0">
                <a:latin typeface="Arial"/>
                <a:cs typeface="Arial"/>
              </a:rPr>
              <a:t>lic</a:t>
            </a:r>
            <a:r>
              <a:rPr sz="1600" spc="-9" dirty="0" smtClean="0">
                <a:latin typeface="Arial"/>
                <a:cs typeface="Arial"/>
              </a:rPr>
              <a:t>a</a:t>
            </a:r>
            <a:r>
              <a:rPr sz="1600" spc="0" dirty="0" smtClean="0">
                <a:latin typeface="Arial"/>
                <a:cs typeface="Arial"/>
              </a:rPr>
              <a:t>.</a:t>
            </a:r>
            <a:r>
              <a:rPr sz="1600" spc="-72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El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2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é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on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tuída</a:t>
            </a:r>
            <a:r>
              <a:rPr sz="1600" spc="-6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-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do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38384" y="1726192"/>
            <a:ext cx="174801" cy="177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166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81289" y="2663790"/>
            <a:ext cx="3000560" cy="4719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03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-4" dirty="0" smtClean="0">
                <a:latin typeface="Arial"/>
                <a:cs typeface="Arial"/>
              </a:rPr>
              <a:t>il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nd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os</a:t>
            </a:r>
            <a:r>
              <a:rPr sz="1600" spc="38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426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19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ões</a:t>
            </a:r>
            <a:r>
              <a:rPr sz="1600" spc="39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fe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ente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sz="1600" spc="0" dirty="0" smtClean="0">
                <a:latin typeface="Arial"/>
                <a:cs typeface="Arial"/>
              </a:rPr>
              <a:t>um,</a:t>
            </a:r>
            <a:r>
              <a:rPr sz="1600" spc="10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4" dirty="0" smtClean="0">
                <a:latin typeface="Arial"/>
                <a:cs typeface="Arial"/>
              </a:rPr>
              <a:t>sl</a:t>
            </a:r>
            <a:r>
              <a:rPr sz="1600" spc="-4" dirty="0" smtClean="0">
                <a:latin typeface="Arial"/>
                <a:cs typeface="Arial"/>
              </a:rPr>
              <a:t>i</a:t>
            </a:r>
            <a:r>
              <a:rPr sz="1600" spc="4" dirty="0" smtClean="0">
                <a:latin typeface="Arial"/>
                <a:cs typeface="Arial"/>
              </a:rPr>
              <a:t>z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8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um</a:t>
            </a:r>
            <a:r>
              <a:rPr sz="1600" spc="13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</a:t>
            </a:r>
            <a:r>
              <a:rPr sz="1600" spc="4" dirty="0" smtClean="0">
                <a:latin typeface="Arial"/>
                <a:cs typeface="Arial"/>
              </a:rPr>
              <a:t>is</a:t>
            </a:r>
            <a:r>
              <a:rPr sz="1600" spc="0" dirty="0" smtClean="0">
                <a:latin typeface="Arial"/>
                <a:cs typeface="Arial"/>
              </a:rPr>
              <a:t>tão.</a:t>
            </a:r>
            <a:r>
              <a:rPr sz="1600" spc="8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Um</a:t>
            </a:r>
            <a:r>
              <a:rPr sz="1600" spc="12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tubo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89534" y="2663790"/>
            <a:ext cx="938595" cy="4719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681" marR="3109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E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420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ada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omun</a:t>
            </a:r>
            <a:r>
              <a:rPr sz="1600" spc="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3151470"/>
            <a:ext cx="1061358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  <a:tabLst>
                <a:tab pos="787400" algn="l"/>
              </a:tabLst>
            </a:pPr>
            <a:r>
              <a:rPr sz="1600" spc="0" dirty="0" smtClean="0">
                <a:latin typeface="Arial"/>
                <a:cs typeface="Arial"/>
              </a:rPr>
              <a:t>ambos	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44048" y="3151470"/>
            <a:ext cx="811315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-4" dirty="0" smtClean="0">
                <a:latin typeface="Arial"/>
                <a:cs typeface="Arial"/>
              </a:rPr>
              <a:t>l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-9" dirty="0" smtClean="0">
                <a:latin typeface="Arial"/>
                <a:cs typeface="Arial"/>
              </a:rPr>
              <a:t>n</a:t>
            </a:r>
            <a:r>
              <a:rPr sz="1600" spc="0" dirty="0" smtClean="0">
                <a:latin typeface="Arial"/>
                <a:cs typeface="Arial"/>
              </a:rPr>
              <a:t>d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os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5240" y="3151470"/>
            <a:ext cx="621638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76004" y="3151470"/>
            <a:ext cx="181294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57948" y="3151470"/>
            <a:ext cx="565193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ba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22289" y="3151470"/>
            <a:ext cx="203773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81289" y="3396834"/>
            <a:ext cx="3945164" cy="4719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261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en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a </a:t>
            </a:r>
            <a:r>
              <a:rPr sz="1600" spc="11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h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d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áu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-4" dirty="0" smtClean="0">
                <a:latin typeface="Arial"/>
                <a:cs typeface="Arial"/>
              </a:rPr>
              <a:t>ic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43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te </a:t>
            </a:r>
            <a:r>
              <a:rPr sz="1600" spc="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equ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-4" dirty="0" smtClean="0">
                <a:latin typeface="Arial"/>
                <a:cs typeface="Arial"/>
              </a:rPr>
              <a:t>li</a:t>
            </a:r>
            <a:r>
              <a:rPr sz="1600" spc="0" dirty="0" smtClean="0">
                <a:latin typeface="Arial"/>
                <a:cs typeface="Arial"/>
              </a:rPr>
              <a:t>b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ar</a:t>
            </a:r>
            <a:r>
              <a:rPr sz="1600" spc="44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uma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sz="1600" spc="0" dirty="0" smtClean="0">
                <a:latin typeface="Arial"/>
                <a:cs typeface="Arial"/>
              </a:rPr>
              <a:t>fo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-10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mu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to</a:t>
            </a:r>
            <a:r>
              <a:rPr sz="1600" spc="-29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g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9" dirty="0" smtClean="0">
                <a:latin typeface="Arial"/>
                <a:cs typeface="Arial"/>
              </a:rPr>
              <a:t>n</a:t>
            </a:r>
            <a:r>
              <a:rPr sz="1600" spc="0" dirty="0" smtClean="0">
                <a:latin typeface="Arial"/>
                <a:cs typeface="Arial"/>
              </a:rPr>
              <a:t>de</a:t>
            </a:r>
            <a:r>
              <a:rPr sz="1600" spc="-3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 p</a:t>
            </a:r>
            <a:r>
              <a:rPr sz="1600" spc="9" dirty="0" smtClean="0">
                <a:latin typeface="Arial"/>
                <a:cs typeface="Arial"/>
              </a:rPr>
              <a:t>a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t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r</a:t>
            </a:r>
            <a:r>
              <a:rPr sz="1600" spc="-1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da</a:t>
            </a:r>
            <a:r>
              <a:rPr sz="1600" spc="-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ap</a:t>
            </a:r>
            <a:r>
              <a:rPr sz="1600" spc="4" dirty="0" smtClean="0">
                <a:latin typeface="Arial"/>
                <a:cs typeface="Arial"/>
              </a:rPr>
              <a:t>lic</a:t>
            </a:r>
            <a:r>
              <a:rPr sz="1600" spc="-9" dirty="0" smtClean="0">
                <a:latin typeface="Arial"/>
                <a:cs typeface="Arial"/>
              </a:rPr>
              <a:t>a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-4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de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1289" y="3886037"/>
            <a:ext cx="463202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uma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166477" y="3886037"/>
            <a:ext cx="521149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f</a:t>
            </a:r>
            <a:r>
              <a:rPr sz="1600" spc="9" dirty="0" smtClean="0">
                <a:latin typeface="Arial"/>
                <a:cs typeface="Arial"/>
              </a:rPr>
              <a:t>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08088" y="3886037"/>
            <a:ext cx="931688" cy="4719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6097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p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0" dirty="0" smtClean="0">
                <a:latin typeface="Arial"/>
                <a:cs typeface="Arial"/>
              </a:rPr>
              <a:t>quena.</a:t>
            </a:r>
            <a:endParaRPr sz="1600">
              <a:latin typeface="Arial"/>
              <a:cs typeface="Arial"/>
            </a:endParaRPr>
          </a:p>
          <a:p>
            <a:pPr marL="49181">
              <a:lnSpc>
                <a:spcPct val="95825"/>
              </a:lnSpc>
            </a:pPr>
            <a:r>
              <a:rPr sz="1600" spc="9" dirty="0" smtClean="0">
                <a:latin typeface="Arial"/>
                <a:cs typeface="Arial"/>
              </a:rPr>
              <a:t>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9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ões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845787" y="3886037"/>
            <a:ext cx="610962" cy="4719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30403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I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o</a:t>
            </a:r>
            <a:endParaRPr sz="1600">
              <a:latin typeface="Arial"/>
              <a:cs typeface="Arial"/>
            </a:endParaRPr>
          </a:p>
          <a:p>
            <a:pPr marL="47714">
              <a:lnSpc>
                <a:spcPct val="95825"/>
              </a:lnSpc>
            </a:pP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ob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08182" y="3886037"/>
            <a:ext cx="181294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é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711427" y="3886037"/>
            <a:ext cx="814543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po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í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el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81289" y="4129878"/>
            <a:ext cx="699331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po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que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20894" y="4129878"/>
            <a:ext cx="282652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as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95499" y="4129878"/>
            <a:ext cx="282651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as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17651" y="4129878"/>
            <a:ext cx="508142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duas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81289" y="4375241"/>
            <a:ext cx="2983664" cy="4719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upe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fí</a:t>
            </a: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0" dirty="0" smtClean="0">
                <a:latin typeface="Arial"/>
                <a:cs typeface="Arial"/>
              </a:rPr>
              <a:t>es</a:t>
            </a:r>
            <a:r>
              <a:rPr sz="1600" spc="167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ão</a:t>
            </a:r>
            <a:r>
              <a:rPr sz="1600" spc="213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gua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s</a:t>
            </a:r>
            <a:r>
              <a:rPr sz="1600" spc="212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(</a:t>
            </a:r>
            <a:r>
              <a:rPr sz="1600" spc="4" dirty="0" smtClean="0">
                <a:latin typeface="Arial"/>
                <a:cs typeface="Arial"/>
              </a:rPr>
              <a:t>P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ss</a:t>
            </a:r>
            <a:r>
              <a:rPr sz="1600" spc="0" dirty="0" smtClean="0">
                <a:latin typeface="Arial"/>
                <a:cs typeface="Arial"/>
              </a:rPr>
              <a:t>ão</a:t>
            </a:r>
            <a:endParaRPr sz="1600">
              <a:latin typeface="Arial"/>
              <a:cs typeface="Arial"/>
            </a:endParaRPr>
          </a:p>
          <a:p>
            <a:pPr marL="12700" marR="30403">
              <a:lnSpc>
                <a:spcPct val="95825"/>
              </a:lnSpc>
              <a:tabLst>
                <a:tab pos="2425700" algn="l"/>
              </a:tabLst>
            </a:pPr>
            <a:r>
              <a:rPr sz="1600" spc="4" dirty="0" smtClean="0">
                <a:latin typeface="Arial"/>
                <a:cs typeface="Arial"/>
              </a:rPr>
              <a:t>Á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ea</a:t>
            </a:r>
            <a:r>
              <a:rPr sz="1600" spc="9" dirty="0" smtClean="0">
                <a:latin typeface="Arial"/>
                <a:cs typeface="Arial"/>
              </a:rPr>
              <a:t>)</a:t>
            </a:r>
            <a:r>
              <a:rPr sz="1600" spc="0" dirty="0" smtClean="0">
                <a:latin typeface="Arial"/>
                <a:cs typeface="Arial"/>
              </a:rPr>
              <a:t>. </a:t>
            </a:r>
            <a:r>
              <a:rPr sz="1600" spc="61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Assi</a:t>
            </a:r>
            <a:r>
              <a:rPr sz="1600" spc="0" dirty="0" smtClean="0">
                <a:latin typeface="Arial"/>
                <a:cs typeface="Arial"/>
              </a:rPr>
              <a:t>m, </a:t>
            </a:r>
            <a:r>
              <a:rPr sz="1600" spc="56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 </a:t>
            </a:r>
            <a:r>
              <a:rPr sz="1600" spc="9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g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ande	fo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575882" y="4375241"/>
            <a:ext cx="949332" cy="4719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1647" marR="152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245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F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22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/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-4" dirty="0" smtClean="0">
                <a:latin typeface="Arial"/>
                <a:cs typeface="Arial"/>
              </a:rPr>
              <a:t>i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tente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81289" y="4862921"/>
            <a:ext cx="411553" cy="2665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25"/>
              </a:lnSpc>
              <a:spcBef>
                <a:spcPts val="101"/>
              </a:spcBef>
            </a:pPr>
            <a:r>
              <a:rPr sz="2400" spc="-4" baseline="9058" dirty="0" smtClean="0">
                <a:latin typeface="Arial"/>
                <a:cs typeface="Arial"/>
              </a:rPr>
              <a:t>(F</a:t>
            </a:r>
            <a:r>
              <a:rPr sz="1650" spc="9" baseline="-7905" dirty="0" smtClean="0">
                <a:latin typeface="Arial"/>
                <a:cs typeface="Arial"/>
              </a:rPr>
              <a:t>2</a:t>
            </a:r>
            <a:r>
              <a:rPr sz="2400" spc="0" baseline="9058" dirty="0" smtClean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08626" y="4862921"/>
            <a:ext cx="406785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que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35873" y="4862921"/>
            <a:ext cx="406785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age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163120" y="4862921"/>
            <a:ext cx="294039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na</a:t>
            </a:r>
            <a:endParaRPr sz="16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77622" y="4862921"/>
            <a:ext cx="950856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upe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fí</a:t>
            </a:r>
            <a:r>
              <a:rPr sz="1600" spc="4" dirty="0" smtClean="0">
                <a:latin typeface="Arial"/>
                <a:cs typeface="Arial"/>
              </a:rPr>
              <a:t>ci</a:t>
            </a:r>
            <a:r>
              <a:rPr sz="1600" spc="0" dirty="0" smtClean="0"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647415" y="4862921"/>
            <a:ext cx="576379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ma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or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43821" y="4862921"/>
            <a:ext cx="181294" cy="2280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é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81287" y="5108285"/>
            <a:ext cx="3941709" cy="96113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2424" algn="just">
              <a:lnSpc>
                <a:spcPts val="1730"/>
              </a:lnSpc>
              <a:spcBef>
                <a:spcPts val="86"/>
              </a:spcBef>
            </a:pPr>
            <a:r>
              <a:rPr sz="1600" spc="0" dirty="0" smtClean="0">
                <a:latin typeface="Arial"/>
                <a:cs typeface="Arial"/>
              </a:rPr>
              <a:t>equ</a:t>
            </a:r>
            <a:r>
              <a:rPr sz="1600" spc="-4" dirty="0" smtClean="0">
                <a:latin typeface="Arial"/>
                <a:cs typeface="Arial"/>
              </a:rPr>
              <a:t>il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b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ada</a:t>
            </a:r>
            <a:r>
              <a:rPr sz="1600" spc="-33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por</a:t>
            </a:r>
            <a:r>
              <a:rPr sz="1600" spc="31" dirty="0" smtClean="0">
                <a:latin typeface="Arial"/>
                <a:cs typeface="Arial"/>
              </a:rPr>
              <a:t> </a:t>
            </a:r>
            <a:r>
              <a:rPr sz="1600" spc="9" dirty="0" smtClean="0">
                <a:latin typeface="Arial"/>
                <a:cs typeface="Arial"/>
              </a:rPr>
              <a:t>u</a:t>
            </a:r>
            <a:r>
              <a:rPr sz="1600" spc="0" dirty="0" smtClean="0">
                <a:latin typeface="Arial"/>
                <a:cs typeface="Arial"/>
              </a:rPr>
              <a:t>ma</a:t>
            </a:r>
            <a:r>
              <a:rPr sz="1600" spc="2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pequena</a:t>
            </a:r>
            <a:r>
              <a:rPr sz="1600" spc="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f</a:t>
            </a:r>
            <a:r>
              <a:rPr sz="1600" spc="9" dirty="0" smtClean="0">
                <a:latin typeface="Arial"/>
                <a:cs typeface="Arial"/>
              </a:rPr>
              <a:t>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ç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24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m</a:t>
            </a:r>
            <a:r>
              <a:rPr sz="1600" spc="9" dirty="0" smtClean="0">
                <a:latin typeface="Arial"/>
                <a:cs typeface="Arial"/>
              </a:rPr>
              <a:t>o</a:t>
            </a:r>
            <a:r>
              <a:rPr sz="1600" spc="0" dirty="0" smtClean="0">
                <a:latin typeface="Arial"/>
                <a:cs typeface="Arial"/>
              </a:rPr>
              <a:t>to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</a:t>
            </a:r>
            <a:endParaRPr sz="1600">
              <a:latin typeface="Arial"/>
              <a:cs typeface="Arial"/>
            </a:endParaRPr>
          </a:p>
          <a:p>
            <a:pPr marL="12700" algn="just">
              <a:lnSpc>
                <a:spcPts val="1699"/>
              </a:lnSpc>
              <a:spcBef>
                <a:spcPts val="138"/>
              </a:spcBef>
            </a:pPr>
            <a:r>
              <a:rPr sz="1600" spc="-4" dirty="0" smtClean="0">
                <a:latin typeface="Arial"/>
                <a:cs typeface="Arial"/>
              </a:rPr>
              <a:t>(F</a:t>
            </a:r>
            <a:r>
              <a:rPr sz="1650" spc="9" baseline="-21082" dirty="0" smtClean="0">
                <a:latin typeface="Arial"/>
                <a:cs typeface="Arial"/>
              </a:rPr>
              <a:t>1</a:t>
            </a:r>
            <a:r>
              <a:rPr sz="1600" spc="0" dirty="0" smtClean="0">
                <a:latin typeface="Arial"/>
                <a:cs typeface="Arial"/>
              </a:rPr>
              <a:t>)</a:t>
            </a:r>
            <a:r>
              <a:rPr sz="1600" spc="58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ap</a:t>
            </a:r>
            <a:r>
              <a:rPr sz="1600" spc="4" dirty="0" smtClean="0">
                <a:latin typeface="Arial"/>
                <a:cs typeface="Arial"/>
              </a:rPr>
              <a:t>l</a:t>
            </a:r>
            <a:r>
              <a:rPr sz="1600" spc="-4" dirty="0" smtClean="0">
                <a:latin typeface="Arial"/>
                <a:cs typeface="Arial"/>
              </a:rPr>
              <a:t>i</a:t>
            </a:r>
            <a:r>
              <a:rPr sz="1600" spc="4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ada</a:t>
            </a:r>
            <a:r>
              <a:rPr sz="1600" spc="9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ob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29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a</a:t>
            </a:r>
            <a:r>
              <a:rPr sz="1600" spc="70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upe</a:t>
            </a:r>
            <a:r>
              <a:rPr sz="1600" spc="9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fí</a:t>
            </a:r>
            <a:r>
              <a:rPr sz="1600" spc="19" dirty="0" smtClean="0">
                <a:latin typeface="Arial"/>
                <a:cs typeface="Arial"/>
              </a:rPr>
              <a:t>c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e menor </a:t>
            </a:r>
            <a:endParaRPr sz="1600">
              <a:latin typeface="Arial"/>
              <a:cs typeface="Arial"/>
            </a:endParaRPr>
          </a:p>
          <a:p>
            <a:pPr marL="12700" algn="just">
              <a:lnSpc>
                <a:spcPts val="1699"/>
              </a:lnSpc>
              <a:spcBef>
                <a:spcPts val="196"/>
              </a:spcBef>
            </a:pPr>
            <a:r>
              <a:rPr sz="1600" spc="-4" dirty="0" smtClean="0">
                <a:latin typeface="Arial"/>
                <a:cs typeface="Arial"/>
              </a:rPr>
              <a:t>(F</a:t>
            </a:r>
            <a:r>
              <a:rPr sz="1650" spc="9" baseline="-21082" dirty="0" smtClean="0">
                <a:latin typeface="Arial"/>
                <a:cs typeface="Arial"/>
              </a:rPr>
              <a:t>2</a:t>
            </a:r>
            <a:r>
              <a:rPr sz="1600" spc="0" dirty="0" smtClean="0">
                <a:latin typeface="Arial"/>
                <a:cs typeface="Arial"/>
              </a:rPr>
              <a:t>/</a:t>
            </a:r>
            <a:r>
              <a:rPr sz="1600" spc="4" dirty="0" smtClean="0">
                <a:latin typeface="Arial"/>
                <a:cs typeface="Arial"/>
              </a:rPr>
              <a:t>A</a:t>
            </a:r>
            <a:r>
              <a:rPr sz="1650" spc="0" baseline="-21082" dirty="0" smtClean="0">
                <a:latin typeface="Arial"/>
                <a:cs typeface="Arial"/>
              </a:rPr>
              <a:t>2</a:t>
            </a:r>
            <a:r>
              <a:rPr sz="1650" spc="215" baseline="-2108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=</a:t>
            </a:r>
            <a:r>
              <a:rPr sz="1600" spc="115" dirty="0" smtClean="0">
                <a:latin typeface="Arial"/>
                <a:cs typeface="Arial"/>
              </a:rPr>
              <a:t> </a:t>
            </a:r>
            <a:r>
              <a:rPr sz="1600" spc="-4" dirty="0" smtClean="0">
                <a:latin typeface="Arial"/>
                <a:cs typeface="Arial"/>
              </a:rPr>
              <a:t>F</a:t>
            </a:r>
            <a:r>
              <a:rPr sz="1650" spc="9" baseline="-21082" dirty="0" smtClean="0">
                <a:latin typeface="Arial"/>
                <a:cs typeface="Arial"/>
              </a:rPr>
              <a:t>1</a:t>
            </a:r>
            <a:r>
              <a:rPr sz="1600" spc="0" dirty="0" smtClean="0">
                <a:latin typeface="Arial"/>
                <a:cs typeface="Arial"/>
              </a:rPr>
              <a:t>/</a:t>
            </a:r>
            <a:r>
              <a:rPr sz="1600" spc="4" dirty="0" smtClean="0">
                <a:latin typeface="Arial"/>
                <a:cs typeface="Arial"/>
              </a:rPr>
              <a:t>A</a:t>
            </a:r>
            <a:r>
              <a:rPr sz="1650" spc="0" baseline="-21082" dirty="0" smtClean="0">
                <a:latin typeface="Arial"/>
                <a:cs typeface="Arial"/>
              </a:rPr>
              <a:t>1</a:t>
            </a:r>
            <a:r>
              <a:rPr sz="1600" spc="0" dirty="0" smtClean="0">
                <a:latin typeface="Arial"/>
                <a:cs typeface="Arial"/>
              </a:rPr>
              <a:t>)</a:t>
            </a:r>
            <a:r>
              <a:rPr sz="1600" spc="84" dirty="0" smtClean="0">
                <a:latin typeface="Arial"/>
                <a:cs typeface="Arial"/>
              </a:rPr>
              <a:t> </a:t>
            </a:r>
            <a:r>
              <a:rPr sz="1600" spc="19" dirty="0" smtClean="0">
                <a:latin typeface="Arial"/>
                <a:cs typeface="Arial"/>
              </a:rPr>
              <a:t>c</a:t>
            </a:r>
            <a:r>
              <a:rPr sz="1600" spc="0" dirty="0" smtClean="0">
                <a:latin typeface="Arial"/>
                <a:cs typeface="Arial"/>
              </a:rPr>
              <a:t>omo</a:t>
            </a:r>
            <a:r>
              <a:rPr sz="1600" spc="6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pode</a:t>
            </a:r>
            <a:r>
              <a:rPr sz="1600" spc="84" dirty="0" smtClean="0">
                <a:latin typeface="Arial"/>
                <a:cs typeface="Arial"/>
              </a:rPr>
              <a:t> 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87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o</a:t>
            </a:r>
            <a:r>
              <a:rPr sz="1600" spc="9" dirty="0" smtClean="0">
                <a:latin typeface="Arial"/>
                <a:cs typeface="Arial"/>
              </a:rPr>
              <a:t>b</a:t>
            </a:r>
            <a:r>
              <a:rPr sz="1600" spc="4" dirty="0" smtClean="0">
                <a:latin typeface="Arial"/>
                <a:cs typeface="Arial"/>
              </a:rPr>
              <a:t>s</a:t>
            </a:r>
            <a:r>
              <a:rPr sz="1600" spc="0" dirty="0" smtClean="0">
                <a:latin typeface="Arial"/>
                <a:cs typeface="Arial"/>
              </a:rPr>
              <a:t>e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4" dirty="0" smtClean="0">
                <a:latin typeface="Arial"/>
                <a:cs typeface="Arial"/>
              </a:rPr>
              <a:t>v</a:t>
            </a:r>
            <a:r>
              <a:rPr sz="1600" spc="0" dirty="0" smtClean="0">
                <a:latin typeface="Arial"/>
                <a:cs typeface="Arial"/>
              </a:rPr>
              <a:t>ar</a:t>
            </a:r>
            <a:r>
              <a:rPr sz="1600" spc="52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na </a:t>
            </a:r>
            <a:endParaRPr sz="1600">
              <a:latin typeface="Arial"/>
              <a:cs typeface="Arial"/>
            </a:endParaRPr>
          </a:p>
          <a:p>
            <a:pPr marL="12700" algn="just">
              <a:lnSpc>
                <a:spcPts val="1839"/>
              </a:lnSpc>
              <a:spcBef>
                <a:spcPts val="196"/>
              </a:spcBef>
            </a:pPr>
            <a:r>
              <a:rPr sz="1600" spc="0" dirty="0" smtClean="0">
                <a:latin typeface="Arial"/>
                <a:cs typeface="Arial"/>
              </a:rPr>
              <a:t>f</a:t>
            </a:r>
            <a:r>
              <a:rPr sz="1600" spc="4" dirty="0" smtClean="0">
                <a:latin typeface="Arial"/>
                <a:cs typeface="Arial"/>
              </a:rPr>
              <a:t>i</a:t>
            </a:r>
            <a:r>
              <a:rPr sz="1600" spc="0" dirty="0" smtClean="0">
                <a:latin typeface="Arial"/>
                <a:cs typeface="Arial"/>
              </a:rPr>
              <a:t>gu</a:t>
            </a:r>
            <a:r>
              <a:rPr sz="1600" spc="-4" dirty="0" smtClean="0">
                <a:latin typeface="Arial"/>
                <a:cs typeface="Arial"/>
              </a:rPr>
              <a:t>r</a:t>
            </a:r>
            <a:r>
              <a:rPr sz="1600" spc="0" dirty="0" smtClean="0">
                <a:latin typeface="Arial"/>
                <a:cs typeface="Arial"/>
              </a:rPr>
              <a:t>a.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567558" y="5482876"/>
            <a:ext cx="267877" cy="3540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90"/>
              </a:lnSpc>
              <a:spcBef>
                <a:spcPts val="139"/>
              </a:spcBef>
            </a:pPr>
            <a:r>
              <a:rPr sz="2550" spc="-635" dirty="0" smtClean="0">
                <a:latin typeface="Meiryo"/>
                <a:cs typeface="Meiryo"/>
              </a:rPr>
              <a:t>=</a:t>
            </a:r>
            <a:endParaRPr sz="2550">
              <a:latin typeface="Meiryo"/>
              <a:cs typeface="Meiry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74286" y="5218176"/>
            <a:ext cx="1237995" cy="9585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94493">
              <a:lnSpc>
                <a:spcPts val="2650"/>
              </a:lnSpc>
              <a:spcBef>
                <a:spcPts val="185"/>
              </a:spcBef>
              <a:tabLst>
                <a:tab pos="800100" algn="l"/>
              </a:tabLst>
            </a:pPr>
            <a:r>
              <a:rPr sz="2550" spc="-225" dirty="0" smtClean="0">
                <a:latin typeface="Times New Roman"/>
                <a:cs typeface="Times New Roman"/>
              </a:rPr>
              <a:t>F</a:t>
            </a:r>
            <a:r>
              <a:rPr sz="2250" spc="0" baseline="-25122" dirty="0" smtClean="0">
                <a:latin typeface="Times New Roman"/>
                <a:cs typeface="Times New Roman"/>
              </a:rPr>
              <a:t>1	</a:t>
            </a:r>
            <a:r>
              <a:rPr sz="2250" spc="-218" baseline="-25122" dirty="0" smtClean="0">
                <a:latin typeface="Times New Roman"/>
                <a:cs typeface="Times New Roman"/>
              </a:rPr>
              <a:t> </a:t>
            </a:r>
            <a:r>
              <a:rPr sz="2550" spc="111" dirty="0" smtClean="0">
                <a:latin typeface="Times New Roman"/>
                <a:cs typeface="Times New Roman"/>
              </a:rPr>
              <a:t>F</a:t>
            </a:r>
            <a:r>
              <a:rPr sz="2250" spc="0" baseline="-25122" dirty="0" smtClean="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  <a:p>
            <a:pPr marL="102113">
              <a:lnSpc>
                <a:spcPts val="2650"/>
              </a:lnSpc>
              <a:spcBef>
                <a:spcPts val="1075"/>
              </a:spcBef>
              <a:tabLst>
                <a:tab pos="800100" algn="l"/>
              </a:tabLst>
            </a:pPr>
            <a:r>
              <a:rPr sz="2550" spc="-225" dirty="0" smtClean="0">
                <a:latin typeface="Times New Roman"/>
                <a:cs typeface="Times New Roman"/>
              </a:rPr>
              <a:t>A</a:t>
            </a:r>
            <a:r>
              <a:rPr sz="2250" spc="0" baseline="-25122" dirty="0" smtClean="0">
                <a:latin typeface="Times New Roman"/>
                <a:cs typeface="Times New Roman"/>
              </a:rPr>
              <a:t>1	</a:t>
            </a:r>
            <a:r>
              <a:rPr sz="2550" spc="-44" dirty="0" smtClean="0">
                <a:latin typeface="Times New Roman"/>
                <a:cs typeface="Times New Roman"/>
              </a:rPr>
              <a:t>A</a:t>
            </a:r>
            <a:r>
              <a:rPr sz="2250" spc="0" baseline="-25122" dirty="0" smtClean="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127633" y="5543294"/>
            <a:ext cx="36423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1" name="object 61"/>
          <p:cNvSpPr txBox="1"/>
          <p:nvPr/>
        </p:nvSpPr>
        <p:spPr>
          <a:xfrm>
            <a:off x="7837802" y="5543294"/>
            <a:ext cx="40081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3832738" y="4498847"/>
            <a:ext cx="3023616" cy="19522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0017" y="1034143"/>
            <a:ext cx="2519034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Exerc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1289" y="1674667"/>
            <a:ext cx="800144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2</a:t>
            </a:r>
            <a:r>
              <a:rPr sz="2800" spc="0" dirty="0" smtClean="0">
                <a:latin typeface="Arial"/>
                <a:cs typeface="Arial"/>
              </a:rPr>
              <a:t>)</a:t>
            </a:r>
            <a:r>
              <a:rPr sz="2800" spc="195" dirty="0" smtClean="0">
                <a:latin typeface="Arial"/>
                <a:cs typeface="Arial"/>
              </a:rPr>
              <a:t> </a:t>
            </a:r>
            <a:r>
              <a:rPr sz="2800" spc="-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18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f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gur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149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apresentad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79" dirty="0" smtClean="0">
                <a:latin typeface="Arial"/>
                <a:cs typeface="Arial"/>
              </a:rPr>
              <a:t> </a:t>
            </a:r>
            <a:r>
              <a:rPr sz="2800" spc="0" dirty="0" smtClean="0">
                <a:latin typeface="Arial"/>
                <a:cs typeface="Arial"/>
              </a:rPr>
              <a:t>a</a:t>
            </a:r>
            <a:r>
              <a:rPr sz="2800" spc="204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segu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r</a:t>
            </a:r>
            <a:r>
              <a:rPr sz="2800" spc="0" dirty="0" smtClean="0">
                <a:latin typeface="Arial"/>
                <a:cs typeface="Arial"/>
              </a:rPr>
              <a:t>,</a:t>
            </a:r>
            <a:r>
              <a:rPr sz="2800" spc="150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205" dirty="0" smtClean="0">
                <a:latin typeface="Arial"/>
                <a:cs typeface="Arial"/>
              </a:rPr>
              <a:t> </a:t>
            </a:r>
            <a:r>
              <a:rPr sz="2800" spc="4" dirty="0" smtClean="0">
                <a:latin typeface="Arial"/>
                <a:cs typeface="Arial"/>
              </a:rPr>
              <a:t>ê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bo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1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s</a:t>
            </a:r>
            <a:r>
              <a:rPr sz="2800" spc="134" dirty="0" smtClean="0">
                <a:latin typeface="Arial"/>
                <a:cs typeface="Arial"/>
              </a:rPr>
              <a:t> </a:t>
            </a:r>
            <a:r>
              <a:rPr sz="2800" spc="149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8384" y="1746391"/>
            <a:ext cx="277329" cy="2920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291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2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2058714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43642" y="2058714"/>
            <a:ext cx="34794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149" dirty="0" smtClean="0">
                <a:latin typeface="Arial"/>
                <a:cs typeface="Arial"/>
              </a:rPr>
              <a:t>B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763908" y="2058714"/>
            <a:ext cx="153619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possue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74253" y="2058714"/>
            <a:ext cx="98207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área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28395" y="2058714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87295" y="2058714"/>
            <a:ext cx="1079766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80c</a:t>
            </a:r>
            <a:r>
              <a:rPr sz="2800" spc="0" dirty="0" smtClean="0">
                <a:latin typeface="Arial"/>
                <a:cs typeface="Arial"/>
              </a:rPr>
              <a:t>m²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38962" y="2058714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99798" y="2058714"/>
            <a:ext cx="1082612" cy="7645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2846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20c</a:t>
            </a:r>
            <a:r>
              <a:rPr sz="2800" spc="0" dirty="0" smtClean="0">
                <a:latin typeface="Arial"/>
                <a:cs typeface="Arial"/>
              </a:rPr>
              <a:t>m²</a:t>
            </a:r>
            <a:endParaRPr sz="2800">
              <a:latin typeface="Arial"/>
              <a:cs typeface="Arial"/>
            </a:endParaRPr>
          </a:p>
          <a:p>
            <a:pPr marL="430175">
              <a:lnSpc>
                <a:spcPts val="3025"/>
              </a:lnSpc>
              <a:spcBef>
                <a:spcPts val="3"/>
              </a:spcBef>
            </a:pPr>
            <a:r>
              <a:rPr sz="2800" spc="4" dirty="0" smtClean="0">
                <a:latin typeface="Arial"/>
                <a:cs typeface="Arial"/>
              </a:rPr>
              <a:t>do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81289" y="2442762"/>
            <a:ext cx="280187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respect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-4" dirty="0" smtClean="0">
                <a:latin typeface="Arial"/>
                <a:cs typeface="Arial"/>
              </a:rPr>
              <a:t>v</a:t>
            </a:r>
            <a:r>
              <a:rPr sz="2800" spc="4" dirty="0" smtClean="0">
                <a:latin typeface="Arial"/>
                <a:cs typeface="Arial"/>
              </a:rPr>
              <a:t>a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ente</a:t>
            </a:r>
            <a:r>
              <a:rPr sz="2800" spc="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37274" y="2442762"/>
            <a:ext cx="161613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D</a:t>
            </a:r>
            <a:r>
              <a:rPr sz="2800" spc="4" dirty="0" smtClean="0">
                <a:latin typeface="Arial"/>
                <a:cs typeface="Arial"/>
              </a:rPr>
              <a:t>esp</a:t>
            </a:r>
            <a:r>
              <a:rPr sz="2800" spc="14" dirty="0" smtClean="0">
                <a:latin typeface="Arial"/>
                <a:cs typeface="Arial"/>
              </a:rPr>
              <a:t>r</a:t>
            </a:r>
            <a:r>
              <a:rPr sz="2800" spc="4" dirty="0" smtClean="0">
                <a:latin typeface="Arial"/>
                <a:cs typeface="Arial"/>
              </a:rPr>
              <a:t>ez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06055" y="2442762"/>
            <a:ext cx="46707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24446" y="2442762"/>
            <a:ext cx="104150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peso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81289" y="2826810"/>
            <a:ext cx="1512392" cy="11485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48635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ê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bo</a:t>
            </a:r>
            <a:r>
              <a:rPr sz="2800" spc="14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o</a:t>
            </a:r>
            <a:r>
              <a:rPr sz="2800" spc="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020"/>
              </a:lnSpc>
              <a:spcBef>
                <a:spcPts val="17"/>
              </a:spcBef>
            </a:pPr>
            <a:r>
              <a:rPr sz="2800" spc="4" dirty="0" smtClean="0">
                <a:latin typeface="Arial"/>
                <a:cs typeface="Arial"/>
              </a:rPr>
              <a:t>estát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. </a:t>
            </a: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ocad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70595" y="2826810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611035" y="2826810"/>
            <a:ext cx="163436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cons</a:t>
            </a:r>
            <a:r>
              <a:rPr sz="2800" spc="-9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der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96882" y="2826810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37321" y="2826810"/>
            <a:ext cx="131759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s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ste</a:t>
            </a:r>
            <a:r>
              <a:rPr sz="2800" spc="0" dirty="0" smtClean="0">
                <a:latin typeface="Arial"/>
                <a:cs typeface="Arial"/>
              </a:rPr>
              <a:t>ma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06402" y="2826810"/>
            <a:ext cx="22743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  <a:tabLst>
                <a:tab pos="736600" algn="l"/>
              </a:tabLst>
            </a:pP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	</a:t>
            </a:r>
            <a:r>
              <a:rPr sz="2800" spc="4" dirty="0" smtClean="0">
                <a:latin typeface="Arial"/>
                <a:cs typeface="Arial"/>
              </a:rPr>
              <a:t>equ</a:t>
            </a: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14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íbr</a:t>
            </a:r>
            <a:r>
              <a:rPr sz="2800" spc="0" dirty="0" smtClean="0">
                <a:latin typeface="Arial"/>
                <a:cs typeface="Arial"/>
              </a:rPr>
              <a:t>io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63211" y="3210858"/>
            <a:ext cx="201226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-4" dirty="0" smtClean="0">
                <a:latin typeface="Arial"/>
                <a:cs typeface="Arial"/>
              </a:rPr>
              <a:t>S</a:t>
            </a:r>
            <a:r>
              <a:rPr sz="2800" spc="4" dirty="0" smtClean="0">
                <a:latin typeface="Arial"/>
                <a:cs typeface="Arial"/>
              </a:rPr>
              <a:t>aben</a:t>
            </a:r>
            <a:r>
              <a:rPr sz="2800" spc="14" dirty="0" smtClean="0">
                <a:latin typeface="Arial"/>
                <a:cs typeface="Arial"/>
              </a:rPr>
              <a:t>d</a:t>
            </a:r>
            <a:r>
              <a:rPr sz="2800" spc="4" dirty="0" smtClean="0">
                <a:latin typeface="Arial"/>
                <a:cs typeface="Arial"/>
              </a:rPr>
              <a:t>o-s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40679" y="3210858"/>
            <a:ext cx="68508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qu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192488" y="3210858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45120" y="3210858"/>
            <a:ext cx="113928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ass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948084" y="3210858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598781" y="3210858"/>
            <a:ext cx="98226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corp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23883" y="3594906"/>
            <a:ext cx="5853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34329" y="3594906"/>
            <a:ext cx="34794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149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08292" y="3594906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é</a:t>
            </a:r>
            <a:endParaRPr sz="2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22764" y="3594906"/>
            <a:ext cx="84368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gua</a:t>
            </a:r>
            <a:r>
              <a:rPr sz="2800" spc="0" dirty="0" smtClean="0">
                <a:latin typeface="Arial"/>
                <a:cs typeface="Arial"/>
              </a:rPr>
              <a:t>l</a:t>
            </a:r>
            <a:endParaRPr sz="28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791802" y="3594906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06334" y="3594906"/>
            <a:ext cx="1160641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100kg</a:t>
            </a:r>
            <a:r>
              <a:rPr sz="2800" spc="0" dirty="0" smtClean="0">
                <a:latin typeface="Arial"/>
                <a:cs typeface="Arial"/>
              </a:rPr>
              <a:t>,</a:t>
            </a:r>
            <a:endParaRPr sz="28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90964" y="3594906"/>
            <a:ext cx="167556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deter</a:t>
            </a: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14" dirty="0" smtClean="0">
                <a:latin typeface="Arial"/>
                <a:cs typeface="Arial"/>
              </a:rPr>
              <a:t>i</a:t>
            </a:r>
            <a:r>
              <a:rPr sz="2800" spc="4" dirty="0" smtClean="0">
                <a:latin typeface="Arial"/>
                <a:cs typeface="Arial"/>
              </a:rPr>
              <a:t>n</a:t>
            </a:r>
            <a:r>
              <a:rPr sz="2800" spc="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290584" y="3594906"/>
            <a:ext cx="288957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581281" y="3978954"/>
            <a:ext cx="1139289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0" dirty="0" smtClean="0">
                <a:latin typeface="Arial"/>
                <a:cs typeface="Arial"/>
              </a:rPr>
              <a:t>m</a:t>
            </a:r>
            <a:r>
              <a:rPr sz="2800" spc="4" dirty="0" smtClean="0">
                <a:latin typeface="Arial"/>
                <a:cs typeface="Arial"/>
              </a:rPr>
              <a:t>ass</a:t>
            </a:r>
            <a:r>
              <a:rPr sz="2800" spc="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728797" y="3978954"/>
            <a:ext cx="487022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225570" y="3978954"/>
            <a:ext cx="982263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corp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216061" y="3978954"/>
            <a:ext cx="1517020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co</a:t>
            </a:r>
            <a:r>
              <a:rPr sz="2800" spc="0" dirty="0" smtClean="0">
                <a:latin typeface="Arial"/>
                <a:cs typeface="Arial"/>
              </a:rPr>
              <a:t>l</a:t>
            </a:r>
            <a:r>
              <a:rPr sz="2800" spc="4" dirty="0" smtClean="0">
                <a:latin typeface="Arial"/>
                <a:cs typeface="Arial"/>
              </a:rPr>
              <a:t>ocad</a:t>
            </a:r>
            <a:r>
              <a:rPr sz="2800" spc="0" dirty="0" smtClean="0">
                <a:latin typeface="Arial"/>
                <a:cs typeface="Arial"/>
              </a:rPr>
              <a:t>o</a:t>
            </a:r>
            <a:endParaRPr sz="2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741308" y="3978954"/>
            <a:ext cx="585385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4" dirty="0" smtClean="0">
                <a:latin typeface="Arial"/>
                <a:cs typeface="Arial"/>
              </a:rPr>
              <a:t>e</a:t>
            </a:r>
            <a:r>
              <a:rPr sz="2800" spc="0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334619" y="3978954"/>
            <a:ext cx="446104" cy="3804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60"/>
              </a:lnSpc>
              <a:spcBef>
                <a:spcPts val="148"/>
              </a:spcBef>
            </a:pPr>
            <a:r>
              <a:rPr sz="2800" spc="144" dirty="0" smtClean="0">
                <a:latin typeface="Arial"/>
                <a:cs typeface="Arial"/>
              </a:rPr>
              <a:t>B</a:t>
            </a:r>
            <a:r>
              <a:rPr sz="2800" spc="-7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4960485" y="3419852"/>
            <a:ext cx="333761" cy="0"/>
          </a:xfrm>
          <a:custGeom>
            <a:avLst/>
            <a:gdLst/>
            <a:ahLst/>
            <a:cxnLst/>
            <a:rect l="l" t="t" r="r" b="b"/>
            <a:pathLst>
              <a:path w="333761">
                <a:moveTo>
                  <a:pt x="0" y="0"/>
                </a:moveTo>
                <a:lnTo>
                  <a:pt x="333761" y="0"/>
                </a:lnTo>
              </a:path>
            </a:pathLst>
          </a:custGeom>
          <a:ln w="113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591428" y="3419852"/>
            <a:ext cx="333745" cy="0"/>
          </a:xfrm>
          <a:custGeom>
            <a:avLst/>
            <a:gdLst/>
            <a:ahLst/>
            <a:cxnLst/>
            <a:rect l="l" t="t" r="r" b="b"/>
            <a:pathLst>
              <a:path w="333745">
                <a:moveTo>
                  <a:pt x="0" y="0"/>
                </a:moveTo>
                <a:lnTo>
                  <a:pt x="333745" y="0"/>
                </a:lnTo>
              </a:path>
            </a:pathLst>
          </a:custGeom>
          <a:ln w="1133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885821" y="4349495"/>
            <a:ext cx="533399" cy="0"/>
          </a:xfrm>
          <a:custGeom>
            <a:avLst/>
            <a:gdLst/>
            <a:ahLst/>
            <a:cxnLst/>
            <a:rect l="l" t="t" r="r" b="b"/>
            <a:pathLst>
              <a:path w="533399">
                <a:moveTo>
                  <a:pt x="0" y="0"/>
                </a:moveTo>
                <a:lnTo>
                  <a:pt x="533399" y="0"/>
                </a:lnTo>
              </a:path>
            </a:pathLst>
          </a:custGeom>
          <a:ln w="1104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334633" y="4087367"/>
            <a:ext cx="333755" cy="0"/>
          </a:xfrm>
          <a:custGeom>
            <a:avLst/>
            <a:gdLst/>
            <a:ahLst/>
            <a:cxnLst/>
            <a:rect l="l" t="t" r="r" b="b"/>
            <a:pathLst>
              <a:path w="333755">
                <a:moveTo>
                  <a:pt x="0" y="0"/>
                </a:moveTo>
                <a:lnTo>
                  <a:pt x="333755" y="0"/>
                </a:lnTo>
              </a:path>
            </a:pathLst>
          </a:custGeom>
          <a:ln w="1189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386450" y="4981950"/>
            <a:ext cx="438910" cy="0"/>
          </a:xfrm>
          <a:custGeom>
            <a:avLst/>
            <a:gdLst/>
            <a:ahLst/>
            <a:cxnLst/>
            <a:rect l="l" t="t" r="r" b="b"/>
            <a:pathLst>
              <a:path w="438910">
                <a:moveTo>
                  <a:pt x="0" y="0"/>
                </a:moveTo>
                <a:lnTo>
                  <a:pt x="438910" y="0"/>
                </a:lnTo>
              </a:path>
            </a:pathLst>
          </a:custGeom>
          <a:ln w="1124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09521" y="2337815"/>
            <a:ext cx="0" cy="3960875"/>
          </a:xfrm>
          <a:custGeom>
            <a:avLst/>
            <a:gdLst/>
            <a:ahLst/>
            <a:cxnLst/>
            <a:rect l="l" t="t" r="r" b="b"/>
            <a:pathLst>
              <a:path h="3960875">
                <a:moveTo>
                  <a:pt x="0" y="0"/>
                </a:moveTo>
                <a:lnTo>
                  <a:pt x="0" y="3960875"/>
                </a:lnTo>
              </a:path>
            </a:pathLst>
          </a:custGeom>
          <a:ln w="134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977517" y="2337815"/>
            <a:ext cx="0" cy="3960875"/>
          </a:xfrm>
          <a:custGeom>
            <a:avLst/>
            <a:gdLst/>
            <a:ahLst/>
            <a:cxnLst/>
            <a:rect l="l" t="t" r="r" b="b"/>
            <a:pathLst>
              <a:path h="3960875">
                <a:moveTo>
                  <a:pt x="0" y="0"/>
                </a:moveTo>
                <a:lnTo>
                  <a:pt x="0" y="3960875"/>
                </a:lnTo>
              </a:path>
            </a:pathLst>
          </a:custGeom>
          <a:ln w="2565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945513" y="2337815"/>
            <a:ext cx="0" cy="3960875"/>
          </a:xfrm>
          <a:custGeom>
            <a:avLst/>
            <a:gdLst/>
            <a:ahLst/>
            <a:cxnLst/>
            <a:rect l="l" t="t" r="r" b="b"/>
            <a:pathLst>
              <a:path h="3960875">
                <a:moveTo>
                  <a:pt x="0" y="0"/>
                </a:moveTo>
                <a:lnTo>
                  <a:pt x="0" y="3960875"/>
                </a:lnTo>
              </a:path>
            </a:pathLst>
          </a:custGeom>
          <a:ln w="1346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026407" y="2337815"/>
            <a:ext cx="13461" cy="3960875"/>
          </a:xfrm>
          <a:custGeom>
            <a:avLst/>
            <a:gdLst/>
            <a:ahLst/>
            <a:cxnLst/>
            <a:rect l="l" t="t" r="r" b="b"/>
            <a:pathLst>
              <a:path w="13461" h="3960875">
                <a:moveTo>
                  <a:pt x="0" y="0"/>
                </a:moveTo>
                <a:lnTo>
                  <a:pt x="0" y="3960875"/>
                </a:lnTo>
                <a:lnTo>
                  <a:pt x="13461" y="3960875"/>
                </a:lnTo>
                <a:lnTo>
                  <a:pt x="13461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88307" y="2337815"/>
            <a:ext cx="27177" cy="3960875"/>
          </a:xfrm>
          <a:custGeom>
            <a:avLst/>
            <a:gdLst/>
            <a:ahLst/>
            <a:cxnLst/>
            <a:rect l="l" t="t" r="r" b="b"/>
            <a:pathLst>
              <a:path w="27177" h="3960875">
                <a:moveTo>
                  <a:pt x="0" y="0"/>
                </a:moveTo>
                <a:lnTo>
                  <a:pt x="0" y="3960875"/>
                </a:lnTo>
                <a:lnTo>
                  <a:pt x="27177" y="3960875"/>
                </a:lnTo>
                <a:lnTo>
                  <a:pt x="27177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69892" y="2337815"/>
            <a:ext cx="0" cy="3960875"/>
          </a:xfrm>
          <a:custGeom>
            <a:avLst/>
            <a:gdLst/>
            <a:ahLst/>
            <a:cxnLst/>
            <a:rect l="l" t="t" r="r" b="b"/>
            <a:pathLst>
              <a:path h="3960875">
                <a:moveTo>
                  <a:pt x="0" y="0"/>
                </a:moveTo>
                <a:lnTo>
                  <a:pt x="0" y="3960875"/>
                </a:lnTo>
              </a:path>
            </a:pathLst>
          </a:custGeom>
          <a:ln w="14985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10017" y="1277983"/>
            <a:ext cx="256879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olu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ção</a:t>
            </a:r>
            <a:r>
              <a:rPr sz="3600" spc="938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d</a:t>
            </a:r>
            <a:r>
              <a:rPr sz="3600" spc="180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endParaRPr sz="3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99753" y="1277983"/>
            <a:ext cx="2520557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9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xerc</a:t>
            </a:r>
            <a:r>
              <a:rPr sz="3600" spc="-4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-14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o 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2</a:t>
            </a:r>
            <a:endParaRPr sz="3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45823" y="2545261"/>
            <a:ext cx="1863034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rça 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uan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00483" y="2545261"/>
            <a:ext cx="288339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B: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512694" y="2545261"/>
            <a:ext cx="1405403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ssa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 B: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63941" y="2552880"/>
            <a:ext cx="2142998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4" dirty="0" smtClean="0">
                <a:latin typeface="Arial"/>
                <a:cs typeface="Arial"/>
              </a:rPr>
              <a:t>F</a:t>
            </a:r>
            <a:r>
              <a:rPr sz="1800" spc="-4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rça </a:t>
            </a:r>
            <a:r>
              <a:rPr sz="1800" spc="-4" dirty="0" smtClean="0">
                <a:latin typeface="Arial"/>
                <a:cs typeface="Arial"/>
              </a:rPr>
              <a:t>a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-4" dirty="0" smtClean="0">
                <a:latin typeface="Arial"/>
                <a:cs typeface="Arial"/>
              </a:rPr>
              <a:t>uan</a:t>
            </a:r>
            <a:r>
              <a:rPr sz="1800" spc="4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spc="-4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 A: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81332" y="3087566"/>
            <a:ext cx="342939" cy="3439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45"/>
              </a:lnSpc>
              <a:spcBef>
                <a:spcPts val="132"/>
              </a:spcBef>
            </a:pPr>
            <a:r>
              <a:rPr sz="3225" spc="-50" baseline="8089" dirty="0" smtClean="0">
                <a:latin typeface="Times New Roman"/>
                <a:cs typeface="Times New Roman"/>
              </a:rPr>
              <a:t>F</a:t>
            </a:r>
            <a:r>
              <a:rPr sz="1875" spc="0" baseline="-11595" dirty="0" smtClean="0">
                <a:latin typeface="Times New Roman"/>
                <a:cs typeface="Times New Roman"/>
              </a:rPr>
              <a:t>A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613791" y="3087566"/>
            <a:ext cx="335322" cy="3439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45"/>
              </a:lnSpc>
              <a:spcBef>
                <a:spcPts val="132"/>
              </a:spcBef>
            </a:pPr>
            <a:r>
              <a:rPr sz="3225" spc="-2" baseline="8089" dirty="0" smtClean="0">
                <a:latin typeface="Times New Roman"/>
                <a:cs typeface="Times New Roman"/>
              </a:rPr>
              <a:t>F</a:t>
            </a:r>
            <a:r>
              <a:rPr sz="1875" spc="-75" baseline="-11595" dirty="0" smtClean="0">
                <a:latin typeface="Times New Roman"/>
                <a:cs typeface="Times New Roman"/>
              </a:rPr>
              <a:t>B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44701" y="3166555"/>
            <a:ext cx="580564" cy="3538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85"/>
              </a:lnSpc>
              <a:spcBef>
                <a:spcPts val="139"/>
              </a:spcBef>
            </a:pPr>
            <a:r>
              <a:rPr sz="3225" spc="-154" baseline="9437" dirty="0" smtClean="0">
                <a:latin typeface="Times New Roman"/>
                <a:cs typeface="Times New Roman"/>
              </a:rPr>
              <a:t>F</a:t>
            </a:r>
            <a:r>
              <a:rPr sz="1875" spc="0" baseline="-9276" dirty="0" smtClean="0">
                <a:latin typeface="Times New Roman"/>
                <a:cs typeface="Times New Roman"/>
              </a:rPr>
              <a:t>B </a:t>
            </a:r>
            <a:r>
              <a:rPr sz="1875" spc="183" baseline="-9276" dirty="0" smtClean="0">
                <a:latin typeface="Times New Roman"/>
                <a:cs typeface="Times New Roman"/>
              </a:rPr>
              <a:t> </a:t>
            </a:r>
            <a:r>
              <a:rPr sz="3225" spc="-535" baseline="5595" dirty="0" smtClean="0">
                <a:latin typeface="Meiryo"/>
                <a:cs typeface="Meiryo"/>
              </a:rPr>
              <a:t>=</a:t>
            </a:r>
            <a:endParaRPr sz="2150">
              <a:latin typeface="Meiryo"/>
              <a:cs typeface="Meiryo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02483" y="3166555"/>
            <a:ext cx="713363" cy="3538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85"/>
              </a:lnSpc>
              <a:spcBef>
                <a:spcPts val="139"/>
              </a:spcBef>
            </a:pPr>
            <a:r>
              <a:rPr sz="3225" spc="-25" baseline="9437" dirty="0" smtClean="0">
                <a:latin typeface="Times New Roman"/>
                <a:cs typeface="Times New Roman"/>
              </a:rPr>
              <a:t>m</a:t>
            </a:r>
            <a:r>
              <a:rPr sz="1875" spc="0" baseline="-9276" dirty="0" smtClean="0">
                <a:latin typeface="Times New Roman"/>
                <a:cs typeface="Times New Roman"/>
              </a:rPr>
              <a:t>B</a:t>
            </a:r>
            <a:r>
              <a:rPr sz="1875" spc="73" baseline="-9276" dirty="0" smtClean="0">
                <a:latin typeface="Times New Roman"/>
                <a:cs typeface="Times New Roman"/>
              </a:rPr>
              <a:t> </a:t>
            </a:r>
            <a:r>
              <a:rPr sz="3225" spc="-210" baseline="5595" dirty="0" smtClean="0">
                <a:latin typeface="Meiryo"/>
                <a:cs typeface="Meiryo"/>
              </a:rPr>
              <a:t>⋅</a:t>
            </a:r>
            <a:r>
              <a:rPr sz="3225" spc="-304" baseline="5595" dirty="0" smtClean="0">
                <a:latin typeface="Meiryo"/>
                <a:cs typeface="Meiryo"/>
              </a:rPr>
              <a:t> </a:t>
            </a:r>
            <a:r>
              <a:rPr sz="3225" spc="10" baseline="9437" dirty="0" smtClean="0">
                <a:latin typeface="Times New Roman"/>
                <a:cs typeface="Times New Roman"/>
              </a:rPr>
              <a:t>g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61706" y="3175840"/>
            <a:ext cx="974270" cy="353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80"/>
              </a:lnSpc>
              <a:spcBef>
                <a:spcPts val="139"/>
              </a:spcBef>
              <a:tabLst>
                <a:tab pos="406400" algn="l"/>
              </a:tabLst>
            </a:pPr>
            <a:r>
              <a:rPr sz="3825" spc="0" baseline="1136" dirty="0" smtClean="0">
                <a:latin typeface="Times New Roman"/>
                <a:cs typeface="Times New Roman"/>
              </a:rPr>
              <a:t>F</a:t>
            </a:r>
            <a:r>
              <a:rPr sz="3825" spc="-509" baseline="1136" dirty="0" smtClean="0">
                <a:latin typeface="Times New Roman"/>
                <a:cs typeface="Times New Roman"/>
              </a:rPr>
              <a:t> </a:t>
            </a:r>
            <a:r>
              <a:rPr sz="3825" spc="0" baseline="1136" dirty="0" smtClean="0">
                <a:latin typeface="Times New Roman"/>
                <a:cs typeface="Times New Roman"/>
              </a:rPr>
              <a:t>	</a:t>
            </a:r>
            <a:r>
              <a:rPr sz="2550" spc="-656" dirty="0" smtClean="0">
                <a:latin typeface="Meiryo"/>
                <a:cs typeface="Meiryo"/>
              </a:rPr>
              <a:t>=</a:t>
            </a:r>
            <a:r>
              <a:rPr sz="2550" spc="-269" dirty="0" smtClean="0">
                <a:latin typeface="Meiryo"/>
                <a:cs typeface="Meiryo"/>
              </a:rPr>
              <a:t> </a:t>
            </a:r>
            <a:r>
              <a:rPr sz="3825" spc="0" baseline="1136" dirty="0" smtClean="0">
                <a:latin typeface="Times New Roman"/>
                <a:cs typeface="Times New Roman"/>
              </a:rPr>
              <a:t>m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940696" y="3175840"/>
            <a:ext cx="393516" cy="35327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80"/>
              </a:lnSpc>
              <a:spcBef>
                <a:spcPts val="139"/>
              </a:spcBef>
            </a:pPr>
            <a:r>
              <a:rPr sz="2550" spc="-258" dirty="0" smtClean="0">
                <a:latin typeface="Meiryo"/>
                <a:cs typeface="Meiryo"/>
              </a:rPr>
              <a:t>⋅</a:t>
            </a:r>
            <a:r>
              <a:rPr sz="2550" spc="-364" dirty="0" smtClean="0">
                <a:latin typeface="Meiryo"/>
                <a:cs typeface="Meiryo"/>
              </a:rPr>
              <a:t> </a:t>
            </a:r>
            <a:r>
              <a:rPr sz="3825" spc="0" baseline="1136" dirty="0" smtClean="0">
                <a:latin typeface="Times New Roman"/>
                <a:cs typeface="Times New Roman"/>
              </a:rPr>
              <a:t>g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57760" y="3252383"/>
            <a:ext cx="228381" cy="29756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45"/>
              </a:lnSpc>
              <a:spcBef>
                <a:spcPts val="117"/>
              </a:spcBef>
            </a:pPr>
            <a:r>
              <a:rPr sz="2150" spc="-553" dirty="0" smtClean="0">
                <a:latin typeface="Meiryo"/>
                <a:cs typeface="Meiryo"/>
              </a:rPr>
              <a:t>=</a:t>
            </a:r>
            <a:endParaRPr sz="2150">
              <a:latin typeface="Meiryo"/>
              <a:cs typeface="Meiry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047636" y="3369971"/>
            <a:ext cx="181397" cy="2136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05"/>
              </a:lnSpc>
              <a:spcBef>
                <a:spcPts val="80"/>
              </a:spcBef>
            </a:pPr>
            <a:r>
              <a:rPr sz="1450" spc="0" dirty="0" smtClean="0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53244" y="3369971"/>
            <a:ext cx="181397" cy="21365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05"/>
              </a:lnSpc>
              <a:spcBef>
                <a:spcPts val="80"/>
              </a:spcBef>
            </a:pPr>
            <a:r>
              <a:rPr sz="1450" spc="0" dirty="0" smtClean="0">
                <a:latin typeface="Times New Roman"/>
                <a:cs typeface="Times New Roman"/>
              </a:rPr>
              <a:t>A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988952" y="3465518"/>
            <a:ext cx="341415" cy="3439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45"/>
              </a:lnSpc>
              <a:spcBef>
                <a:spcPts val="132"/>
              </a:spcBef>
            </a:pPr>
            <a:r>
              <a:rPr sz="3225" spc="-59" baseline="8089" dirty="0" smtClean="0">
                <a:latin typeface="Times New Roman"/>
                <a:cs typeface="Times New Roman"/>
              </a:rPr>
              <a:t>A</a:t>
            </a:r>
            <a:r>
              <a:rPr sz="1875" spc="0" baseline="-11595" dirty="0" smtClean="0">
                <a:latin typeface="Times New Roman"/>
                <a:cs typeface="Times New Roman"/>
              </a:rPr>
              <a:t>A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19887" y="3465518"/>
            <a:ext cx="335322" cy="3439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45"/>
              </a:lnSpc>
              <a:spcBef>
                <a:spcPts val="132"/>
              </a:spcBef>
            </a:pPr>
            <a:r>
              <a:rPr sz="3225" spc="-109" baseline="8089" dirty="0" smtClean="0">
                <a:latin typeface="Times New Roman"/>
                <a:cs typeface="Times New Roman"/>
              </a:rPr>
              <a:t>A</a:t>
            </a:r>
            <a:r>
              <a:rPr sz="1875" spc="0" baseline="-11595" dirty="0" smtClean="0">
                <a:latin typeface="Times New Roman"/>
                <a:cs typeface="Times New Roman"/>
              </a:rPr>
              <a:t>B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350894" y="3738961"/>
            <a:ext cx="348965" cy="36022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45"/>
              </a:lnSpc>
              <a:spcBef>
                <a:spcPts val="137"/>
              </a:spcBef>
            </a:pPr>
            <a:r>
              <a:rPr sz="3375" spc="-4" baseline="7730" dirty="0" smtClean="0">
                <a:latin typeface="Times New Roman"/>
                <a:cs typeface="Times New Roman"/>
              </a:rPr>
              <a:t>F</a:t>
            </a:r>
            <a:r>
              <a:rPr sz="1950" spc="-69" baseline="-13379" dirty="0" smtClean="0">
                <a:latin typeface="Times New Roman"/>
                <a:cs typeface="Times New Roman"/>
              </a:rPr>
              <a:t>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66507" y="3892526"/>
            <a:ext cx="1181297" cy="33579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45"/>
              </a:lnSpc>
              <a:spcBef>
                <a:spcPts val="132"/>
              </a:spcBef>
            </a:pPr>
            <a:r>
              <a:rPr sz="2400" spc="-617" dirty="0" smtClean="0">
                <a:latin typeface="Meiryo"/>
                <a:cs typeface="Meiryo"/>
              </a:rPr>
              <a:t>=</a:t>
            </a:r>
            <a:r>
              <a:rPr sz="2400" spc="-514" dirty="0" smtClean="0">
                <a:latin typeface="Meiryo"/>
                <a:cs typeface="Meiryo"/>
              </a:rPr>
              <a:t> </a:t>
            </a:r>
            <a:r>
              <a:rPr sz="3600" spc="0" baseline="1207" dirty="0" smtClean="0">
                <a:latin typeface="Times New Roman"/>
                <a:cs typeface="Times New Roman"/>
              </a:rPr>
              <a:t>100</a:t>
            </a:r>
            <a:r>
              <a:rPr sz="3600" spc="-309" baseline="1207" dirty="0" smtClean="0">
                <a:latin typeface="Times New Roman"/>
                <a:cs typeface="Times New Roman"/>
              </a:rPr>
              <a:t> </a:t>
            </a:r>
            <a:r>
              <a:rPr sz="2400" spc="-137" dirty="0" smtClean="0">
                <a:latin typeface="Meiryo"/>
                <a:cs typeface="Meiryo"/>
              </a:rPr>
              <a:t>⋅</a:t>
            </a:r>
            <a:r>
              <a:rPr sz="3600" spc="0" baseline="1207" dirty="0" smtClean="0">
                <a:latin typeface="Times New Roman"/>
                <a:cs typeface="Times New Roman"/>
              </a:rPr>
              <a:t>10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787028" y="3897406"/>
            <a:ext cx="384260" cy="103043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8452">
              <a:lnSpc>
                <a:spcPts val="2940"/>
              </a:lnSpc>
              <a:spcBef>
                <a:spcPts val="147"/>
              </a:spcBef>
            </a:pPr>
            <a:r>
              <a:rPr sz="3600" spc="-89" baseline="7246" dirty="0" smtClean="0">
                <a:latin typeface="Times New Roman"/>
                <a:cs typeface="Times New Roman"/>
              </a:rPr>
              <a:t>F</a:t>
            </a:r>
            <a:r>
              <a:rPr sz="2100" spc="0" baseline="-12423" dirty="0" smtClean="0"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  <a:p>
            <a:pPr marL="15747">
              <a:lnSpc>
                <a:spcPts val="2759"/>
              </a:lnSpc>
              <a:spcBef>
                <a:spcPts val="1797"/>
              </a:spcBef>
            </a:pPr>
            <a:r>
              <a:rPr sz="2400" spc="61" dirty="0" smtClean="0">
                <a:latin typeface="Times New Roman"/>
                <a:cs typeface="Times New Roman"/>
              </a:rPr>
              <a:t>F</a:t>
            </a:r>
            <a:r>
              <a:rPr sz="2100" spc="-141" baseline="-24846" dirty="0" smtClean="0"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681857" y="3917269"/>
            <a:ext cx="397737" cy="36022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45"/>
              </a:lnSpc>
              <a:spcBef>
                <a:spcPts val="137"/>
              </a:spcBef>
            </a:pPr>
            <a:r>
              <a:rPr sz="3375" spc="0" baseline="7730" dirty="0" smtClean="0">
                <a:latin typeface="Times New Roman"/>
                <a:cs typeface="Times New Roman"/>
              </a:rPr>
              <a:t>m</a:t>
            </a:r>
            <a:r>
              <a:rPr sz="1950" spc="0" baseline="-13379" dirty="0" smtClean="0">
                <a:latin typeface="Times New Roman"/>
                <a:cs typeface="Times New Roman"/>
              </a:rPr>
              <a:t>B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091814" y="3912693"/>
            <a:ext cx="238410" cy="31191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455"/>
              </a:lnSpc>
              <a:spcBef>
                <a:spcPts val="122"/>
              </a:spcBef>
            </a:pPr>
            <a:r>
              <a:rPr sz="2250" spc="-578" dirty="0" smtClean="0">
                <a:latin typeface="Meiryo"/>
                <a:cs typeface="Meiryo"/>
              </a:rPr>
              <a:t>=</a:t>
            </a:r>
            <a:endParaRPr sz="2250">
              <a:latin typeface="Meiryo"/>
              <a:cs typeface="Meiry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862456" y="4024694"/>
            <a:ext cx="611699" cy="2920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0" dirty="0" smtClean="0">
                <a:latin typeface="Times New Roman"/>
                <a:cs typeface="Times New Roman"/>
              </a:rPr>
              <a:t>1000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723519" y="4024694"/>
            <a:ext cx="241069" cy="2920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105" dirty="0" smtClean="0">
                <a:latin typeface="Times New Roman"/>
                <a:cs typeface="Times New Roman"/>
              </a:rPr>
              <a:t>F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393565" y="4138249"/>
            <a:ext cx="484146" cy="8101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37084" marR="40528">
              <a:lnSpc>
                <a:spcPts val="2400"/>
              </a:lnSpc>
              <a:spcBef>
                <a:spcPts val="120"/>
              </a:spcBef>
            </a:pPr>
            <a:r>
              <a:rPr sz="2250" spc="0" dirty="0" smtClean="0">
                <a:latin typeface="Times New Roman"/>
                <a:cs typeface="Times New Roman"/>
              </a:rPr>
              <a:t>g</a:t>
            </a:r>
            <a:endParaRPr sz="2250">
              <a:latin typeface="Times New Roman"/>
              <a:cs typeface="Times New Roman"/>
            </a:endParaRPr>
          </a:p>
          <a:p>
            <a:pPr marL="12700">
              <a:lnSpc>
                <a:spcPct val="95825"/>
              </a:lnSpc>
              <a:spcBef>
                <a:spcPts val="1380"/>
              </a:spcBef>
            </a:pPr>
            <a:r>
              <a:rPr sz="2100" spc="10" dirty="0" smtClean="0">
                <a:latin typeface="Times New Roman"/>
                <a:cs typeface="Times New Roman"/>
              </a:rPr>
              <a:t>250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696081" y="4179627"/>
            <a:ext cx="330239" cy="18094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45"/>
              </a:lnSpc>
              <a:spcBef>
                <a:spcPts val="67"/>
              </a:spcBef>
            </a:pPr>
            <a:r>
              <a:rPr sz="1200" u="sng" spc="-17" dirty="0" smtClean="0">
                <a:latin typeface="Times New Roman"/>
                <a:cs typeface="Times New Roman"/>
              </a:rPr>
              <a:t>  </a:t>
            </a:r>
            <a:r>
              <a:rPr sz="1200" u="sng" spc="-50" dirty="0" smtClean="0">
                <a:latin typeface="Times New Roman"/>
                <a:cs typeface="Times New Roman"/>
              </a:rPr>
              <a:t> </a:t>
            </a:r>
            <a:r>
              <a:rPr sz="1200" u="sng" spc="0" dirty="0" smtClean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481202" y="4185027"/>
            <a:ext cx="224525" cy="2920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0"/>
              </a:lnSpc>
              <a:spcBef>
                <a:spcPts val="115"/>
              </a:spcBef>
            </a:pPr>
            <a:r>
              <a:rPr sz="2100" spc="-540" dirty="0" smtClean="0">
                <a:latin typeface="Meiryo"/>
                <a:cs typeface="Meiryo"/>
              </a:rPr>
              <a:t>=</a:t>
            </a:r>
            <a:endParaRPr sz="2100">
              <a:latin typeface="Meiryo"/>
              <a:cs typeface="Meiry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004189" y="4395026"/>
            <a:ext cx="344898" cy="2920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0" dirty="0" smtClean="0">
                <a:latin typeface="Times New Roman"/>
                <a:cs typeface="Times New Roman"/>
              </a:rPr>
              <a:t>80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721995" y="4395026"/>
            <a:ext cx="344898" cy="29204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45"/>
              </a:lnSpc>
              <a:spcBef>
                <a:spcPts val="112"/>
              </a:spcBef>
            </a:pPr>
            <a:r>
              <a:rPr sz="2100" spc="0" dirty="0" smtClean="0">
                <a:latin typeface="Times New Roman"/>
                <a:cs typeface="Times New Roman"/>
              </a:rPr>
              <a:t>20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174124" y="4535170"/>
            <a:ext cx="1098271" cy="34016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80"/>
              </a:lnSpc>
              <a:spcBef>
                <a:spcPts val="134"/>
              </a:spcBef>
            </a:pPr>
            <a:r>
              <a:rPr sz="2400" spc="-598" dirty="0" smtClean="0">
                <a:latin typeface="Meiryo"/>
                <a:cs typeface="Meiryo"/>
              </a:rPr>
              <a:t>=</a:t>
            </a:r>
            <a:r>
              <a:rPr sz="2400" spc="-509" dirty="0" smtClean="0">
                <a:latin typeface="Meiryo"/>
                <a:cs typeface="Meiryo"/>
              </a:rPr>
              <a:t> </a:t>
            </a:r>
            <a:r>
              <a:rPr sz="3600" spc="11" baseline="1207" dirty="0" smtClean="0">
                <a:latin typeface="Times New Roman"/>
                <a:cs typeface="Times New Roman"/>
              </a:rPr>
              <a:t>1000</a:t>
            </a:r>
            <a:r>
              <a:rPr sz="3000" spc="11" baseline="2898" dirty="0" smtClean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62630" y="4816104"/>
            <a:ext cx="624551" cy="34497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715"/>
              </a:lnSpc>
              <a:spcBef>
                <a:spcPts val="135"/>
              </a:spcBef>
            </a:pPr>
            <a:r>
              <a:rPr sz="3150" spc="25" baseline="9662" dirty="0" smtClean="0">
                <a:latin typeface="Times New Roman"/>
                <a:cs typeface="Times New Roman"/>
              </a:rPr>
              <a:t>m</a:t>
            </a:r>
            <a:r>
              <a:rPr sz="1875" spc="0" baseline="-9276" dirty="0" smtClean="0">
                <a:latin typeface="Times New Roman"/>
                <a:cs typeface="Times New Roman"/>
              </a:rPr>
              <a:t>B</a:t>
            </a:r>
            <a:r>
              <a:rPr sz="1875" spc="261" baseline="-9276" dirty="0" smtClean="0">
                <a:latin typeface="Times New Roman"/>
                <a:cs typeface="Times New Roman"/>
              </a:rPr>
              <a:t> </a:t>
            </a:r>
            <a:r>
              <a:rPr sz="3150" spc="-523" baseline="5728" dirty="0" smtClean="0">
                <a:latin typeface="Meiryo"/>
                <a:cs typeface="Meiryo"/>
              </a:rPr>
              <a:t>=</a:t>
            </a:r>
            <a:endParaRPr sz="2100">
              <a:latin typeface="Meiryo"/>
              <a:cs typeface="Meiry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010287" y="4914822"/>
            <a:ext cx="1292204" cy="4704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04"/>
              </a:lnSpc>
              <a:spcBef>
                <a:spcPts val="185"/>
              </a:spcBef>
            </a:pPr>
            <a:r>
              <a:rPr sz="3225" spc="-553" baseline="-3996" dirty="0" smtClean="0">
                <a:latin typeface="Meiryo"/>
                <a:cs typeface="Meiryo"/>
              </a:rPr>
              <a:t>=</a:t>
            </a:r>
            <a:r>
              <a:rPr sz="3225" spc="0" baseline="-3996" dirty="0" smtClean="0">
                <a:latin typeface="Meiryo"/>
                <a:cs typeface="Meiryo"/>
              </a:rPr>
              <a:t> </a:t>
            </a:r>
            <a:r>
              <a:rPr sz="3225" u="sng" spc="0" baseline="29662" dirty="0" smtClean="0">
                <a:latin typeface="Times New Roman"/>
                <a:cs typeface="Times New Roman"/>
              </a:rPr>
              <a:t>1000</a:t>
            </a:r>
            <a:r>
              <a:rPr sz="3225" u="sng" spc="-759" baseline="29662" dirty="0" smtClean="0">
                <a:latin typeface="Times New Roman"/>
                <a:cs typeface="Times New Roman"/>
              </a:rPr>
              <a:t> </a:t>
            </a:r>
            <a:r>
              <a:rPr sz="3225" u="sng" spc="-210" baseline="17586" dirty="0" smtClean="0">
                <a:latin typeface="Meiryo"/>
                <a:cs typeface="Meiryo"/>
              </a:rPr>
              <a:t>⋅</a:t>
            </a:r>
            <a:r>
              <a:rPr sz="3225" u="sng" spc="-397" baseline="17586" dirty="0" smtClean="0">
                <a:latin typeface="Meiryo"/>
                <a:cs typeface="Meiryo"/>
              </a:rPr>
              <a:t> </a:t>
            </a:r>
            <a:r>
              <a:rPr sz="3225" u="sng" spc="0" baseline="29662" dirty="0" smtClean="0">
                <a:latin typeface="Times New Roman"/>
                <a:cs typeface="Times New Roman"/>
              </a:rPr>
              <a:t>20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8446906" y="5027684"/>
            <a:ext cx="348973" cy="29558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265"/>
              </a:lnSpc>
              <a:spcBef>
                <a:spcPts val="113"/>
              </a:spcBef>
            </a:pPr>
            <a:r>
              <a:rPr sz="2100" spc="10" dirty="0" smtClean="0">
                <a:latin typeface="Times New Roman"/>
                <a:cs typeface="Times New Roman"/>
              </a:rPr>
              <a:t>10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64339" y="5089892"/>
            <a:ext cx="246909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119" dirty="0" smtClean="0">
                <a:latin typeface="Times New Roman"/>
                <a:cs typeface="Times New Roman"/>
              </a:rPr>
              <a:t>F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816739" y="5250446"/>
            <a:ext cx="159904" cy="1854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85"/>
              </a:lnSpc>
              <a:spcBef>
                <a:spcPts val="69"/>
              </a:spcBef>
            </a:pPr>
            <a:r>
              <a:rPr sz="1250" spc="0" dirty="0" smtClean="0">
                <a:latin typeface="Times New Roman"/>
                <a:cs typeface="Times New Roman"/>
              </a:rPr>
              <a:t>B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581787" y="5301727"/>
            <a:ext cx="353724" cy="29971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305"/>
              </a:lnSpc>
              <a:spcBef>
                <a:spcPts val="115"/>
              </a:spcBef>
            </a:pPr>
            <a:r>
              <a:rPr sz="2150" spc="0" dirty="0" smtClean="0">
                <a:latin typeface="Times New Roman"/>
                <a:cs typeface="Times New Roman"/>
              </a:rPr>
              <a:t>80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19018" y="5821771"/>
            <a:ext cx="1192114" cy="33323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625"/>
              </a:lnSpc>
              <a:spcBef>
                <a:spcPts val="131"/>
              </a:spcBef>
            </a:pPr>
            <a:r>
              <a:rPr sz="3075" spc="-34" baseline="8484" dirty="0" smtClean="0">
                <a:latin typeface="Times New Roman"/>
                <a:cs typeface="Times New Roman"/>
              </a:rPr>
              <a:t>m</a:t>
            </a:r>
            <a:r>
              <a:rPr sz="1800" spc="0" baseline="-9662" dirty="0" smtClean="0">
                <a:latin typeface="Times New Roman"/>
                <a:cs typeface="Times New Roman"/>
              </a:rPr>
              <a:t>B</a:t>
            </a:r>
            <a:r>
              <a:rPr sz="1800" spc="182" baseline="-9662" dirty="0" smtClean="0">
                <a:latin typeface="Times New Roman"/>
                <a:cs typeface="Times New Roman"/>
              </a:rPr>
              <a:t> </a:t>
            </a:r>
            <a:r>
              <a:rPr sz="3075" spc="-527" baseline="5030" dirty="0" smtClean="0">
                <a:latin typeface="Meiryo"/>
                <a:cs typeface="Meiryo"/>
              </a:rPr>
              <a:t>=</a:t>
            </a:r>
            <a:r>
              <a:rPr sz="3075" spc="-234" baseline="5030" dirty="0" smtClean="0">
                <a:latin typeface="Meiryo"/>
                <a:cs typeface="Meiryo"/>
              </a:rPr>
              <a:t> </a:t>
            </a:r>
            <a:r>
              <a:rPr sz="3075" spc="0" baseline="8484" dirty="0" smtClean="0">
                <a:latin typeface="Times New Roman"/>
                <a:cs typeface="Times New Roman"/>
              </a:rPr>
              <a:t>2</a:t>
            </a:r>
            <a:r>
              <a:rPr sz="3075" spc="114" baseline="8484" dirty="0" smtClean="0">
                <a:latin typeface="Times New Roman"/>
                <a:cs typeface="Times New Roman"/>
              </a:rPr>
              <a:t>5</a:t>
            </a:r>
            <a:r>
              <a:rPr sz="3000" spc="4" baseline="8696" dirty="0" smtClean="0">
                <a:latin typeface="Arial"/>
                <a:cs typeface="Arial"/>
              </a:rPr>
              <a:t>k</a:t>
            </a:r>
            <a:r>
              <a:rPr sz="3000" spc="0" baseline="8696" dirty="0" smtClean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879223" y="5831791"/>
            <a:ext cx="1265222" cy="3558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800"/>
              </a:lnSpc>
              <a:spcBef>
                <a:spcPts val="140"/>
              </a:spcBef>
            </a:pPr>
            <a:r>
              <a:rPr sz="3300" spc="-139" baseline="9223" dirty="0" smtClean="0">
                <a:latin typeface="Times New Roman"/>
                <a:cs typeface="Times New Roman"/>
              </a:rPr>
              <a:t>F</a:t>
            </a:r>
            <a:r>
              <a:rPr sz="1875" spc="0" baseline="-9276" dirty="0" smtClean="0">
                <a:latin typeface="Times New Roman"/>
                <a:cs typeface="Times New Roman"/>
              </a:rPr>
              <a:t>B </a:t>
            </a:r>
            <a:r>
              <a:rPr sz="1875" spc="181" baseline="-9276" dirty="0" smtClean="0">
                <a:latin typeface="Times New Roman"/>
                <a:cs typeface="Times New Roman"/>
              </a:rPr>
              <a:t> </a:t>
            </a:r>
            <a:r>
              <a:rPr sz="3300" spc="-566" baseline="5468" dirty="0" smtClean="0">
                <a:latin typeface="Meiryo"/>
                <a:cs typeface="Meiryo"/>
              </a:rPr>
              <a:t>=</a:t>
            </a:r>
            <a:r>
              <a:rPr sz="3300" spc="-234" baseline="5468" dirty="0" smtClean="0">
                <a:latin typeface="Meiryo"/>
                <a:cs typeface="Meiryo"/>
              </a:rPr>
              <a:t> </a:t>
            </a:r>
            <a:r>
              <a:rPr sz="3300" spc="0" baseline="9223" dirty="0" smtClean="0">
                <a:latin typeface="Times New Roman"/>
                <a:cs typeface="Times New Roman"/>
              </a:rPr>
              <a:t>25</a:t>
            </a:r>
            <a:r>
              <a:rPr sz="3300" spc="79" baseline="9223" dirty="0" smtClean="0">
                <a:latin typeface="Times New Roman"/>
                <a:cs typeface="Times New Roman"/>
              </a:rPr>
              <a:t>0</a:t>
            </a:r>
            <a:r>
              <a:rPr sz="3000" spc="0" baseline="11595" dirty="0" smtClean="0">
                <a:latin typeface="Arial"/>
                <a:cs typeface="Arial"/>
              </a:rPr>
              <a:t>N</a:t>
            </a:r>
            <a:endParaRPr sz="20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960485" y="3280152"/>
            <a:ext cx="33376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2" name="object 72"/>
          <p:cNvSpPr txBox="1"/>
          <p:nvPr/>
        </p:nvSpPr>
        <p:spPr>
          <a:xfrm>
            <a:off x="5591428" y="3280152"/>
            <a:ext cx="33374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3" name="object 73"/>
          <p:cNvSpPr txBox="1"/>
          <p:nvPr/>
        </p:nvSpPr>
        <p:spPr>
          <a:xfrm>
            <a:off x="8334633" y="3947667"/>
            <a:ext cx="33375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4" name="object 74"/>
          <p:cNvSpPr txBox="1"/>
          <p:nvPr/>
        </p:nvSpPr>
        <p:spPr>
          <a:xfrm>
            <a:off x="5708781" y="4177790"/>
            <a:ext cx="17374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5" name="object 75"/>
          <p:cNvSpPr txBox="1"/>
          <p:nvPr/>
        </p:nvSpPr>
        <p:spPr>
          <a:xfrm>
            <a:off x="4885821" y="4209795"/>
            <a:ext cx="533399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6" name="object 76"/>
          <p:cNvSpPr txBox="1"/>
          <p:nvPr/>
        </p:nvSpPr>
        <p:spPr>
          <a:xfrm>
            <a:off x="8386450" y="4842250"/>
            <a:ext cx="438910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87399" y="543511"/>
            <a:ext cx="3413580" cy="1777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325"/>
              </a:lnSpc>
              <a:spcBef>
                <a:spcPts val="66"/>
              </a:spcBef>
            </a:pPr>
            <a:r>
              <a:rPr sz="1200" spc="4" dirty="0" smtClean="0">
                <a:latin typeface="Arial"/>
                <a:cs typeface="Arial"/>
              </a:rPr>
              <a:t>P</a:t>
            </a:r>
            <a:r>
              <a:rPr sz="1200" spc="0" dirty="0" smtClean="0">
                <a:latin typeface="Arial"/>
                <a:cs typeface="Arial"/>
              </a:rPr>
              <a:t>ro</a:t>
            </a:r>
            <a:r>
              <a:rPr sz="1200" spc="-4" dirty="0" smtClean="0">
                <a:latin typeface="Arial"/>
                <a:cs typeface="Arial"/>
              </a:rPr>
              <a:t>f</a:t>
            </a:r>
            <a:r>
              <a:rPr sz="1200" spc="0" dirty="0" smtClean="0">
                <a:latin typeface="Arial"/>
                <a:cs typeface="Arial"/>
              </a:rPr>
              <a:t>.</a:t>
            </a:r>
            <a:r>
              <a:rPr sz="1200" spc="188" dirty="0" smtClean="0">
                <a:latin typeface="Arial"/>
                <a:cs typeface="Arial"/>
              </a:rPr>
              <a:t> </a:t>
            </a:r>
            <a:r>
              <a:rPr sz="1200" spc="-4" dirty="0" smtClean="0">
                <a:latin typeface="Arial"/>
                <a:cs typeface="Arial"/>
              </a:rPr>
              <a:t>M</a:t>
            </a:r>
            <a:r>
              <a:rPr sz="1200" spc="4" dirty="0" smtClean="0">
                <a:latin typeface="Arial"/>
                <a:cs typeface="Arial"/>
              </a:rPr>
              <a:t>Sc</a:t>
            </a:r>
            <a:r>
              <a:rPr sz="1200" spc="0" dirty="0" smtClean="0">
                <a:latin typeface="Arial"/>
                <a:cs typeface="Arial"/>
              </a:rPr>
              <a:t>.</a:t>
            </a:r>
            <a:r>
              <a:rPr sz="1200" spc="67" dirty="0" smtClean="0">
                <a:latin typeface="Arial"/>
                <a:cs typeface="Arial"/>
              </a:rPr>
              <a:t> </a:t>
            </a:r>
            <a:r>
              <a:rPr sz="1200" spc="0" dirty="0" smtClean="0">
                <a:latin typeface="Arial"/>
                <a:cs typeface="Arial"/>
              </a:rPr>
              <a:t>Lu</a:t>
            </a:r>
            <a:r>
              <a:rPr sz="1200" spc="4" dirty="0" smtClean="0">
                <a:latin typeface="Arial"/>
                <a:cs typeface="Arial"/>
              </a:rPr>
              <a:t>i</a:t>
            </a:r>
            <a:r>
              <a:rPr sz="1200" spc="0" dirty="0" smtClean="0">
                <a:latin typeface="Arial"/>
                <a:cs typeface="Arial"/>
              </a:rPr>
              <a:t>z</a:t>
            </a:r>
            <a:r>
              <a:rPr sz="1200" spc="186" dirty="0" smtClean="0">
                <a:latin typeface="Arial"/>
                <a:cs typeface="Arial"/>
              </a:rPr>
              <a:t> </a:t>
            </a:r>
            <a:r>
              <a:rPr sz="1200" spc="4" dirty="0" smtClean="0">
                <a:latin typeface="Arial"/>
                <a:cs typeface="Arial"/>
              </a:rPr>
              <a:t>E</a:t>
            </a:r>
            <a:r>
              <a:rPr sz="1200" spc="0" dirty="0" smtClean="0">
                <a:latin typeface="Arial"/>
                <a:cs typeface="Arial"/>
              </a:rPr>
              <a:t>du</a:t>
            </a:r>
            <a:r>
              <a:rPr sz="1200" spc="14" dirty="0" smtClean="0">
                <a:latin typeface="Arial"/>
                <a:cs typeface="Arial"/>
              </a:rPr>
              <a:t>a</a:t>
            </a:r>
            <a:r>
              <a:rPr sz="1200" spc="0" dirty="0" smtClean="0">
                <a:latin typeface="Arial"/>
                <a:cs typeface="Arial"/>
              </a:rPr>
              <a:t>rdo</a:t>
            </a:r>
            <a:r>
              <a:rPr sz="1200" spc="304" dirty="0" smtClean="0">
                <a:latin typeface="Arial"/>
                <a:cs typeface="Arial"/>
              </a:rPr>
              <a:t> </a:t>
            </a:r>
            <a:r>
              <a:rPr sz="1200" spc="-4" dirty="0" smtClean="0">
                <a:latin typeface="Arial"/>
                <a:cs typeface="Arial"/>
              </a:rPr>
              <a:t>M</a:t>
            </a:r>
            <a:r>
              <a:rPr sz="1200" spc="4" dirty="0" smtClean="0">
                <a:latin typeface="Arial"/>
                <a:cs typeface="Arial"/>
              </a:rPr>
              <a:t>i</a:t>
            </a:r>
            <a:r>
              <a:rPr sz="1200" spc="0" dirty="0" smtClean="0">
                <a:latin typeface="Arial"/>
                <a:cs typeface="Arial"/>
              </a:rPr>
              <a:t>r</a:t>
            </a:r>
            <a:r>
              <a:rPr sz="1200" spc="4" dirty="0" smtClean="0">
                <a:latin typeface="Arial"/>
                <a:cs typeface="Arial"/>
              </a:rPr>
              <a:t>a</a:t>
            </a:r>
            <a:r>
              <a:rPr sz="1200" spc="0" dirty="0" smtClean="0">
                <a:latin typeface="Arial"/>
                <a:cs typeface="Arial"/>
              </a:rPr>
              <a:t>nda</a:t>
            </a:r>
            <a:r>
              <a:rPr sz="1200" spc="255" dirty="0" smtClean="0">
                <a:latin typeface="Arial"/>
                <a:cs typeface="Arial"/>
              </a:rPr>
              <a:t> </a:t>
            </a:r>
            <a:r>
              <a:rPr sz="1200" spc="4" dirty="0" smtClean="0">
                <a:latin typeface="Arial"/>
                <a:cs typeface="Arial"/>
              </a:rPr>
              <a:t>J</a:t>
            </a:r>
            <a:r>
              <a:rPr sz="1200" spc="0" dirty="0" smtClean="0">
                <a:latin typeface="Arial"/>
                <a:cs typeface="Arial"/>
              </a:rPr>
              <a:t>.</a:t>
            </a:r>
            <a:r>
              <a:rPr sz="1200" spc="67" dirty="0" smtClean="0">
                <a:latin typeface="Arial"/>
                <a:cs typeface="Arial"/>
              </a:rPr>
              <a:t> </a:t>
            </a:r>
            <a:r>
              <a:rPr sz="1200" spc="-4" dirty="0" smtClean="0">
                <a:latin typeface="Arial"/>
                <a:cs typeface="Arial"/>
              </a:rPr>
              <a:t>R</a:t>
            </a:r>
            <a:r>
              <a:rPr sz="1200" spc="59" dirty="0" smtClean="0">
                <a:latin typeface="Arial"/>
                <a:cs typeface="Arial"/>
              </a:rPr>
              <a:t>od</a:t>
            </a:r>
            <a:r>
              <a:rPr sz="1200" spc="63" dirty="0" smtClean="0">
                <a:latin typeface="Arial"/>
                <a:cs typeface="Arial"/>
              </a:rPr>
              <a:t>r</a:t>
            </a:r>
            <a:r>
              <a:rPr sz="1200" spc="71" dirty="0" smtClean="0">
                <a:latin typeface="Arial"/>
                <a:cs typeface="Arial"/>
              </a:rPr>
              <a:t>i</a:t>
            </a:r>
            <a:r>
              <a:rPr sz="1200" spc="59" dirty="0" smtClean="0">
                <a:latin typeface="Arial"/>
                <a:cs typeface="Arial"/>
              </a:rPr>
              <a:t>gu</a:t>
            </a:r>
            <a:r>
              <a:rPr sz="1200" spc="4" dirty="0" smtClean="0">
                <a:latin typeface="Arial"/>
                <a:cs typeface="Arial"/>
              </a:rPr>
              <a:t>e</a:t>
            </a:r>
            <a:r>
              <a:rPr sz="1200" spc="65" dirty="0" smtClean="0">
                <a:latin typeface="Arial"/>
                <a:cs typeface="Arial"/>
              </a:rPr>
              <a:t>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1289" y="1640056"/>
            <a:ext cx="7984407" cy="2832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75"/>
              </a:lnSpc>
              <a:spcBef>
                <a:spcPts val="108"/>
              </a:spcBef>
              <a:tabLst>
                <a:tab pos="368300" algn="l"/>
                <a:tab pos="1041400" algn="l"/>
                <a:tab pos="1308100" algn="l"/>
                <a:tab pos="2413000" algn="l"/>
                <a:tab pos="2895600" algn="l"/>
                <a:tab pos="3937000" algn="l"/>
                <a:tab pos="4356100" algn="l"/>
                <a:tab pos="5118100" algn="l"/>
                <a:tab pos="5537200" algn="l"/>
                <a:tab pos="6019800" algn="l"/>
                <a:tab pos="7493000" algn="l"/>
              </a:tabLst>
            </a:pPr>
            <a:r>
              <a:rPr sz="2000" spc="0" dirty="0" smtClean="0">
                <a:latin typeface="Arial"/>
                <a:cs typeface="Arial"/>
              </a:rPr>
              <a:t>1)	</a:t>
            </a: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ual	a	</a:t>
            </a:r>
            <a:r>
              <a:rPr sz="2000" spc="-9" dirty="0" smtClean="0">
                <a:latin typeface="Arial"/>
                <a:cs typeface="Arial"/>
              </a:rPr>
              <a:t>pr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ão,	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	</a:t>
            </a:r>
            <a:r>
              <a:rPr sz="2000" spc="-4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g</a:t>
            </a:r>
            <a:r>
              <a:rPr sz="2000" spc="-4" dirty="0" smtClean="0">
                <a:latin typeface="Arial"/>
                <a:cs typeface="Arial"/>
              </a:rPr>
              <a:t>f/c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1950" spc="0" baseline="26758" dirty="0" smtClean="0">
                <a:latin typeface="Arial"/>
                <a:cs typeface="Arial"/>
              </a:rPr>
              <a:t>2</a:t>
            </a:r>
            <a:r>
              <a:rPr sz="2000" spc="0" dirty="0" smtClean="0">
                <a:latin typeface="Arial"/>
                <a:cs typeface="Arial"/>
              </a:rPr>
              <a:t>,	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o	</a:t>
            </a:r>
            <a:r>
              <a:rPr sz="2000" spc="-14" dirty="0" smtClean="0">
                <a:latin typeface="Arial"/>
                <a:cs typeface="Arial"/>
              </a:rPr>
              <a:t>f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ndo	de	um	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ó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io	</a:t>
            </a: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38384" y="169533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1295" y="1887235"/>
            <a:ext cx="798547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ém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á</a:t>
            </a:r>
            <a:r>
              <a:rPr sz="2000" spc="0" dirty="0" smtClean="0">
                <a:latin typeface="Arial"/>
                <a:cs typeface="Arial"/>
              </a:rPr>
              <a:t>gua,</a:t>
            </a:r>
            <a:r>
              <a:rPr sz="2000" spc="10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om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3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undi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?</a:t>
            </a:r>
            <a:r>
              <a:rPr sz="2000" spc="12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2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29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mo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9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ál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ulo</a:t>
            </a:r>
            <a:r>
              <a:rPr sz="2000" spc="12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pa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95" y="2132599"/>
            <a:ext cx="7985060" cy="52374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085"/>
              </a:lnSpc>
              <a:spcBef>
                <a:spcPts val="104"/>
              </a:spcBef>
              <a:tabLst>
                <a:tab pos="520700" algn="l"/>
                <a:tab pos="2019300" algn="l"/>
                <a:tab pos="2603500" algn="l"/>
                <a:tab pos="3594100" algn="l"/>
                <a:tab pos="4699000" algn="l"/>
                <a:tab pos="5486400" algn="l"/>
                <a:tab pos="6794500" algn="l"/>
                <a:tab pos="7772400" algn="l"/>
              </a:tabLst>
            </a:pPr>
            <a:r>
              <a:rPr sz="3000" spc="0" baseline="-1449" dirty="0" smtClean="0">
                <a:latin typeface="Arial"/>
                <a:cs typeface="Arial"/>
              </a:rPr>
              <a:t>um	</a:t>
            </a:r>
            <a:r>
              <a:rPr sz="3000" spc="-9" baseline="-1449" dirty="0" smtClean="0">
                <a:latin typeface="Arial"/>
                <a:cs typeface="Arial"/>
              </a:rPr>
              <a:t>r</a:t>
            </a:r>
            <a:r>
              <a:rPr sz="3000" spc="0" baseline="-1449" dirty="0" smtClean="0">
                <a:latin typeface="Arial"/>
                <a:cs typeface="Arial"/>
              </a:rPr>
              <a:t>e</a:t>
            </a:r>
            <a:r>
              <a:rPr sz="3000" spc="-4" baseline="-1449" dirty="0" smtClean="0">
                <a:latin typeface="Arial"/>
                <a:cs typeface="Arial"/>
              </a:rPr>
              <a:t>s</a:t>
            </a:r>
            <a:r>
              <a:rPr sz="3000" spc="0" baseline="-1449" dirty="0" smtClean="0">
                <a:latin typeface="Arial"/>
                <a:cs typeface="Arial"/>
              </a:rPr>
              <a:t>e</a:t>
            </a:r>
            <a:r>
              <a:rPr sz="3000" spc="4" baseline="-1449" dirty="0" smtClean="0">
                <a:latin typeface="Arial"/>
                <a:cs typeface="Arial"/>
              </a:rPr>
              <a:t>r</a:t>
            </a:r>
            <a:r>
              <a:rPr sz="3000" spc="-4" baseline="-1449" dirty="0" smtClean="0">
                <a:latin typeface="Arial"/>
                <a:cs typeface="Arial"/>
              </a:rPr>
              <a:t>v</a:t>
            </a:r>
            <a:r>
              <a:rPr sz="3000" spc="-9" baseline="-1449" dirty="0" smtClean="0">
                <a:latin typeface="Arial"/>
                <a:cs typeface="Arial"/>
              </a:rPr>
              <a:t>a</a:t>
            </a:r>
            <a:r>
              <a:rPr sz="3000" spc="-14" baseline="-1449" dirty="0" smtClean="0">
                <a:latin typeface="Arial"/>
                <a:cs typeface="Arial"/>
              </a:rPr>
              <a:t>t</a:t>
            </a:r>
            <a:r>
              <a:rPr sz="3000" spc="0" baseline="-1449" dirty="0" smtClean="0">
                <a:latin typeface="Arial"/>
                <a:cs typeface="Arial"/>
              </a:rPr>
              <a:t>ó</a:t>
            </a:r>
            <a:r>
              <a:rPr sz="3000" spc="4" baseline="-1449" dirty="0" smtClean="0">
                <a:latin typeface="Arial"/>
                <a:cs typeface="Arial"/>
              </a:rPr>
              <a:t>r</a:t>
            </a:r>
            <a:r>
              <a:rPr sz="3000" spc="0" baseline="-1449" dirty="0" smtClean="0">
                <a:latin typeface="Arial"/>
                <a:cs typeface="Arial"/>
              </a:rPr>
              <a:t>io	q</a:t>
            </a:r>
            <a:r>
              <a:rPr sz="3000" spc="-9" baseline="-1449" dirty="0" smtClean="0">
                <a:latin typeface="Arial"/>
                <a:cs typeface="Arial"/>
              </a:rPr>
              <a:t>u</a:t>
            </a:r>
            <a:r>
              <a:rPr sz="3000" spc="0" baseline="-1449" dirty="0" smtClean="0">
                <a:latin typeface="Arial"/>
                <a:cs typeface="Arial"/>
              </a:rPr>
              <a:t>e	</a:t>
            </a:r>
            <a:r>
              <a:rPr sz="3000" spc="4" baseline="-1449" dirty="0" smtClean="0">
                <a:latin typeface="Arial"/>
                <a:cs typeface="Arial"/>
              </a:rPr>
              <a:t>c</a:t>
            </a:r>
            <a:r>
              <a:rPr sz="3000" spc="-9" baseline="-1449" dirty="0" smtClean="0">
                <a:latin typeface="Arial"/>
                <a:cs typeface="Arial"/>
              </a:rPr>
              <a:t>o</a:t>
            </a:r>
            <a:r>
              <a:rPr sz="3000" spc="0" baseline="-1449" dirty="0" smtClean="0">
                <a:latin typeface="Arial"/>
                <a:cs typeface="Arial"/>
              </a:rPr>
              <a:t>n</a:t>
            </a:r>
            <a:r>
              <a:rPr sz="3000" spc="-4" baseline="-1449" dirty="0" smtClean="0">
                <a:latin typeface="Arial"/>
                <a:cs typeface="Arial"/>
              </a:rPr>
              <a:t>t</a:t>
            </a:r>
            <a:r>
              <a:rPr sz="3000" spc="0" baseline="-1449" dirty="0" smtClean="0">
                <a:latin typeface="Arial"/>
                <a:cs typeface="Arial"/>
              </a:rPr>
              <a:t>ém	</a:t>
            </a:r>
            <a:r>
              <a:rPr sz="3000" spc="-9" baseline="-1449" dirty="0" smtClean="0">
                <a:latin typeface="Arial"/>
                <a:cs typeface="Arial"/>
              </a:rPr>
              <a:t>g</a:t>
            </a:r>
            <a:r>
              <a:rPr sz="3000" spc="0" baseline="-1449" dirty="0" smtClean="0">
                <a:latin typeface="Arial"/>
                <a:cs typeface="Arial"/>
              </a:rPr>
              <a:t>a</a:t>
            </a:r>
            <a:r>
              <a:rPr sz="3000" spc="-4" baseline="-1449" dirty="0" smtClean="0">
                <a:latin typeface="Arial"/>
                <a:cs typeface="Arial"/>
              </a:rPr>
              <a:t>s</a:t>
            </a:r>
            <a:r>
              <a:rPr sz="3000" spc="0" baseline="-1449" dirty="0" smtClean="0">
                <a:latin typeface="Arial"/>
                <a:cs typeface="Arial"/>
              </a:rPr>
              <a:t>olina	</a:t>
            </a:r>
            <a:r>
              <a:rPr sz="3000" spc="4" baseline="-1449" dirty="0" smtClean="0">
                <a:latin typeface="Arial"/>
                <a:cs typeface="Arial"/>
              </a:rPr>
              <a:t>(</a:t>
            </a:r>
            <a:r>
              <a:rPr sz="3000" spc="-9" baseline="-1449" dirty="0" smtClean="0">
                <a:latin typeface="Arial"/>
                <a:cs typeface="Arial"/>
              </a:rPr>
              <a:t>p</a:t>
            </a:r>
            <a:r>
              <a:rPr sz="3000" spc="0" baseline="-1449" dirty="0" smtClean="0">
                <a:latin typeface="Arial"/>
                <a:cs typeface="Arial"/>
              </a:rPr>
              <a:t>e</a:t>
            </a:r>
            <a:r>
              <a:rPr sz="3000" spc="4" baseline="-1449" dirty="0" smtClean="0">
                <a:latin typeface="Arial"/>
                <a:cs typeface="Arial"/>
              </a:rPr>
              <a:t>s</a:t>
            </a:r>
            <a:r>
              <a:rPr sz="3000" spc="0" baseline="-1449" dirty="0" smtClean="0">
                <a:latin typeface="Arial"/>
                <a:cs typeface="Arial"/>
              </a:rPr>
              <a:t>o	e</a:t>
            </a:r>
            <a:r>
              <a:rPr sz="3000" spc="-4" baseline="-1449" dirty="0" smtClean="0">
                <a:latin typeface="Arial"/>
                <a:cs typeface="Arial"/>
              </a:rPr>
              <a:t>s</a:t>
            </a:r>
            <a:r>
              <a:rPr sz="3000" spc="-9" baseline="-1449" dirty="0" smtClean="0">
                <a:latin typeface="Arial"/>
                <a:cs typeface="Arial"/>
              </a:rPr>
              <a:t>p</a:t>
            </a:r>
            <a:r>
              <a:rPr sz="3000" spc="0" baseline="-1449" dirty="0" smtClean="0">
                <a:latin typeface="Arial"/>
                <a:cs typeface="Arial"/>
              </a:rPr>
              <a:t>e</a:t>
            </a:r>
            <a:r>
              <a:rPr sz="3000" spc="4" baseline="-1449" dirty="0" smtClean="0">
                <a:latin typeface="Arial"/>
                <a:cs typeface="Arial"/>
              </a:rPr>
              <a:t>c</a:t>
            </a:r>
            <a:r>
              <a:rPr sz="3000" spc="-4" baseline="-1449" dirty="0" smtClean="0">
                <a:latin typeface="Arial"/>
                <a:cs typeface="Arial"/>
              </a:rPr>
              <a:t>íf</a:t>
            </a:r>
            <a:r>
              <a:rPr sz="3000" spc="0" baseline="-1449" dirty="0" smtClean="0">
                <a:latin typeface="Arial"/>
                <a:cs typeface="Arial"/>
              </a:rPr>
              <a:t>ico	</a:t>
            </a:r>
            <a:r>
              <a:rPr sz="3000" spc="-9" baseline="-1449" dirty="0" smtClean="0">
                <a:latin typeface="Arial"/>
                <a:cs typeface="Arial"/>
              </a:rPr>
              <a:t>r</a:t>
            </a:r>
            <a:r>
              <a:rPr sz="3000" spc="0" baseline="-1449" dirty="0" smtClean="0">
                <a:latin typeface="Arial"/>
                <a:cs typeface="Arial"/>
              </a:rPr>
              <a:t>ela</a:t>
            </a:r>
            <a:r>
              <a:rPr sz="3000" spc="-4" baseline="-1449" dirty="0" smtClean="0">
                <a:latin typeface="Arial"/>
                <a:cs typeface="Arial"/>
              </a:rPr>
              <a:t>t</a:t>
            </a:r>
            <a:r>
              <a:rPr sz="3000" spc="0" baseline="-1449" dirty="0" smtClean="0">
                <a:latin typeface="Arial"/>
                <a:cs typeface="Arial"/>
              </a:rPr>
              <a:t>i</a:t>
            </a:r>
            <a:r>
              <a:rPr sz="3000" spc="-4" baseline="-1449" dirty="0" smtClean="0">
                <a:latin typeface="Arial"/>
                <a:cs typeface="Arial"/>
              </a:rPr>
              <a:t>v</a:t>
            </a:r>
            <a:r>
              <a:rPr sz="3000" spc="0" baseline="-1449" dirty="0" smtClean="0">
                <a:latin typeface="Arial"/>
                <a:cs typeface="Arial"/>
              </a:rPr>
              <a:t>o	=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ts val="1985"/>
              </a:lnSpc>
            </a:pPr>
            <a:r>
              <a:rPr sz="3000" spc="0" baseline="1449" dirty="0" smtClean="0">
                <a:latin typeface="Arial"/>
                <a:cs typeface="Arial"/>
              </a:rPr>
              <a:t>0</a:t>
            </a:r>
            <a:r>
              <a:rPr sz="3000" spc="-4" baseline="1449" dirty="0" smtClean="0">
                <a:latin typeface="Arial"/>
                <a:cs typeface="Arial"/>
              </a:rPr>
              <a:t>,</a:t>
            </a:r>
            <a:r>
              <a:rPr sz="3000" spc="0" baseline="1449" dirty="0" smtClean="0">
                <a:latin typeface="Arial"/>
                <a:cs typeface="Arial"/>
              </a:rPr>
              <a:t>7</a:t>
            </a:r>
            <a:r>
              <a:rPr sz="3000" spc="-9" baseline="1449" dirty="0" smtClean="0">
                <a:latin typeface="Arial"/>
                <a:cs typeface="Arial"/>
              </a:rPr>
              <a:t>2</a:t>
            </a:r>
            <a:r>
              <a:rPr sz="3000" spc="4" baseline="1449" dirty="0" smtClean="0">
                <a:latin typeface="Arial"/>
                <a:cs typeface="Arial"/>
              </a:rPr>
              <a:t>)</a:t>
            </a:r>
            <a:r>
              <a:rPr sz="3000" spc="0" baseline="1449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3617853" y="3273552"/>
            <a:ext cx="3599688" cy="3139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1289" y="1692163"/>
            <a:ext cx="798719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2)</a:t>
            </a:r>
            <a:r>
              <a:rPr sz="2000" spc="14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ív</a:t>
            </a:r>
            <a:r>
              <a:rPr sz="2000" spc="0" dirty="0" smtClean="0">
                <a:latin typeface="Arial"/>
                <a:cs typeface="Arial"/>
              </a:rPr>
              <a:t>el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á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ua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1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uma</a:t>
            </a:r>
            <a:r>
              <a:rPr sz="2000" spc="13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x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d’água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9" dirty="0" smtClean="0">
                <a:latin typeface="Arial"/>
                <a:cs typeface="Arial"/>
              </a:rPr>
              <a:t>r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7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à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8384" y="1744101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1996963"/>
            <a:ext cx="4595971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 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1</a:t>
            </a:r>
            <a:r>
              <a:rPr sz="2000" spc="0" dirty="0" smtClean="0">
                <a:latin typeface="Arial"/>
                <a:cs typeface="Arial"/>
              </a:rPr>
              <a:t>0m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ima do n</a:t>
            </a:r>
            <a:r>
              <a:rPr sz="2000" spc="-4" dirty="0" smtClean="0">
                <a:latin typeface="Arial"/>
                <a:cs typeface="Arial"/>
              </a:rPr>
              <a:t>ív</a:t>
            </a:r>
            <a:r>
              <a:rPr sz="2000" spc="0" dirty="0" smtClean="0">
                <a:latin typeface="Arial"/>
                <a:cs typeface="Arial"/>
              </a:rPr>
              <a:t>el</a:t>
            </a:r>
            <a:r>
              <a:rPr sz="2000" spc="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ma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</a:pPr>
            <a:r>
              <a:rPr sz="2000" spc="0" dirty="0" smtClean="0">
                <a:latin typeface="Arial"/>
                <a:cs typeface="Arial"/>
              </a:rPr>
              <a:t>de 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da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da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á</a:t>
            </a:r>
            <a:r>
              <a:rPr sz="2000" spc="0" dirty="0" smtClean="0">
                <a:latin typeface="Arial"/>
                <a:cs typeface="Arial"/>
              </a:rPr>
              <a:t>gua 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ei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71198" y="1996963"/>
            <a:ext cx="100792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nei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73915" y="1996963"/>
            <a:ext cx="120576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373619" y="1996963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86983" y="1996963"/>
            <a:ext cx="97825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ss</a:t>
            </a:r>
            <a:r>
              <a:rPr sz="2000" spc="0" dirty="0" smtClean="0">
                <a:latin typeface="Arial"/>
                <a:cs typeface="Arial"/>
              </a:rPr>
              <a:t>ão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1289" y="2670571"/>
            <a:ext cx="88295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ad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57586" y="2667941"/>
            <a:ext cx="527226" cy="32948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595"/>
              </a:lnSpc>
              <a:spcBef>
                <a:spcPts val="129"/>
              </a:spcBef>
            </a:pPr>
            <a:r>
              <a:rPr sz="3000" spc="-299" baseline="6015" dirty="0" smtClean="0">
                <a:latin typeface="Meiryo"/>
                <a:cs typeface="Meiryo"/>
              </a:rPr>
              <a:t>γ</a:t>
            </a:r>
            <a:r>
              <a:rPr sz="1950" spc="-8" baseline="-6689" dirty="0" smtClean="0">
                <a:latin typeface="Arial"/>
                <a:cs typeface="Arial"/>
              </a:rPr>
              <a:t>H2O</a:t>
            </a:r>
            <a:endParaRPr sz="13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69652" y="2670571"/>
            <a:ext cx="22498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=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187630" y="2670571"/>
            <a:ext cx="140412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100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0</a:t>
            </a: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/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4" dirty="0" smtClean="0">
                <a:latin typeface="Arial"/>
                <a:cs typeface="Arial"/>
              </a:rPr>
              <a:t>³</a:t>
            </a:r>
            <a:r>
              <a:rPr sz="2000" spc="0" dirty="0" smtClean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81973" y="2670571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g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92289" y="2670571"/>
            <a:ext cx="22498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=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11790" y="2670571"/>
            <a:ext cx="92117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1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14" dirty="0" smtClean="0">
                <a:latin typeface="Arial"/>
                <a:cs typeface="Arial"/>
              </a:rPr>
              <a:t>/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²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38384" y="2722508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3546226" y="3633216"/>
            <a:ext cx="3456432" cy="23835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1289" y="1692163"/>
            <a:ext cx="7980768" cy="11943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7946" algn="just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3)</a:t>
            </a:r>
            <a:r>
              <a:rPr sz="2000" spc="239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3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á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as</a:t>
            </a:r>
            <a:r>
              <a:rPr sz="2000" spc="2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dos</a:t>
            </a:r>
            <a:r>
              <a:rPr sz="2000" spc="22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pi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õ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23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3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hid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áuli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2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mo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4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na</a:t>
            </a:r>
            <a:r>
              <a:rPr sz="2000" spc="23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00" indent="0" algn="just">
              <a:lnSpc>
                <a:spcPct val="100041"/>
              </a:lnSpc>
            </a:pPr>
            <a:r>
              <a:rPr sz="2000" spc="0" dirty="0" smtClean="0">
                <a:latin typeface="Arial"/>
                <a:cs typeface="Arial"/>
              </a:rPr>
              <a:t>man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êm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ela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-9" dirty="0" smtClean="0">
                <a:latin typeface="Arial"/>
                <a:cs typeface="Arial"/>
              </a:rPr>
              <a:t>ã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50</a:t>
            </a:r>
            <a:r>
              <a:rPr sz="2000" spc="-4" dirty="0" smtClean="0">
                <a:latin typeface="Arial"/>
                <a:cs typeface="Arial"/>
              </a:rPr>
              <a:t>:</a:t>
            </a:r>
            <a:r>
              <a:rPr sz="2000" spc="0" dirty="0" smtClean="0">
                <a:latin typeface="Arial"/>
                <a:cs typeface="Arial"/>
              </a:rPr>
              <a:t>2.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e um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1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co</a:t>
            </a:r>
            <a:r>
              <a:rPr sz="2000" spc="0" dirty="0" smtClean="0">
                <a:latin typeface="Arial"/>
                <a:cs typeface="Arial"/>
              </a:rPr>
              <a:t>lo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b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 pi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3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mai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36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é</a:t>
            </a:r>
            <a:r>
              <a:rPr sz="2000" spc="3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equilib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por</a:t>
            </a:r>
            <a:r>
              <a:rPr sz="2000" spc="361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uma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3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30N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370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3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,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8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que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14" dirty="0" smtClean="0">
                <a:latin typeface="Arial"/>
                <a:cs typeface="Arial"/>
              </a:rPr>
              <a:t>í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0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luido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nas</a:t>
            </a:r>
            <a:r>
              <a:rPr sz="2000" spc="10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10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14" dirty="0" smtClean="0">
                <a:latin typeface="Arial"/>
                <a:cs typeface="Arial"/>
              </a:rPr>
              <a:t>l</a:t>
            </a:r>
            <a:r>
              <a:rPr sz="2000" spc="0" dirty="0" smtClean="0">
                <a:latin typeface="Arial"/>
                <a:cs typeface="Arial"/>
              </a:rPr>
              <a:t>un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11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al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e.</a:t>
            </a:r>
            <a:r>
              <a:rPr sz="2000" spc="10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pli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and</a:t>
            </a:r>
            <a:r>
              <a:rPr sz="2000" spc="-9" dirty="0" smtClean="0">
                <a:latin typeface="Arial"/>
                <a:cs typeface="Arial"/>
              </a:rPr>
              <a:t>o-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8384" y="1744101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1289" y="2911363"/>
            <a:ext cx="102384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ipio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99075" y="2911363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52607" y="2911363"/>
            <a:ext cx="83838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1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al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84633" y="2911363"/>
            <a:ext cx="120528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83862" y="2911363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95701" y="2911363"/>
            <a:ext cx="625775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al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r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15888" y="2911363"/>
            <a:ext cx="3580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66372" y="2911363"/>
            <a:ext cx="627777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pe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88089" y="2911363"/>
            <a:ext cx="31619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3401446" y="2913888"/>
            <a:ext cx="3744467" cy="25786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1289" y="1643395"/>
            <a:ext cx="3027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4)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01789" y="1643395"/>
            <a:ext cx="246126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4669" y="1643395"/>
            <a:ext cx="85328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33815" y="1643395"/>
            <a:ext cx="116706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hid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áuli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16738" y="1643395"/>
            <a:ext cx="113526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mo</a:t>
            </a:r>
            <a:r>
              <a:rPr sz="2000" spc="-4" dirty="0" smtClean="0">
                <a:latin typeface="Arial"/>
                <a:cs typeface="Arial"/>
              </a:rPr>
              <a:t>st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ada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69389" y="1643395"/>
            <a:ext cx="3580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43316" y="1643395"/>
            <a:ext cx="71311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igu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73819" y="1643395"/>
            <a:ext cx="55470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á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42818" y="1643395"/>
            <a:ext cx="43009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em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88412" y="1643395"/>
            <a:ext cx="117913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q</a:t>
            </a:r>
            <a:r>
              <a:rPr sz="2000" spc="0" dirty="0" smtClean="0">
                <a:latin typeface="Arial"/>
                <a:cs typeface="Arial"/>
              </a:rPr>
              <a:t>uil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0" dirty="0" smtClean="0">
                <a:latin typeface="Arial"/>
                <a:cs typeface="Arial"/>
              </a:rPr>
              <a:t>b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8384" y="1695333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1289" y="1887235"/>
            <a:ext cx="7980811" cy="5252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0"/>
              </a:lnSpc>
              <a:spcBef>
                <a:spcPts val="276"/>
              </a:spcBef>
            </a:pP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abend</a:t>
            </a:r>
            <a:r>
              <a:rPr sz="2000" spc="-9" dirty="0" smtClean="0">
                <a:latin typeface="Arial"/>
                <a:cs typeface="Arial"/>
              </a:rPr>
              <a:t>o-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3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que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os</a:t>
            </a:r>
            <a:r>
              <a:rPr sz="2000" spc="15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ê</a:t>
            </a:r>
            <a:r>
              <a:rPr sz="2000" spc="0" dirty="0" smtClean="0">
                <a:latin typeface="Arial"/>
                <a:cs typeface="Arial"/>
              </a:rPr>
              <a:t>mb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los</a:t>
            </a:r>
            <a:r>
              <a:rPr sz="2000" spc="16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em</a:t>
            </a:r>
            <a:r>
              <a:rPr sz="2000" spc="13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uma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ela</a:t>
            </a:r>
            <a:r>
              <a:rPr sz="2000" spc="-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ão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15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áre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16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16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5</a:t>
            </a:r>
            <a:r>
              <a:rPr sz="2000" spc="-4" dirty="0" smtClean="0">
                <a:latin typeface="Arial"/>
                <a:cs typeface="Arial"/>
              </a:rPr>
              <a:t>:</a:t>
            </a:r>
            <a:r>
              <a:rPr sz="2000" spc="0" dirty="0" smtClean="0">
                <a:latin typeface="Arial"/>
                <a:cs typeface="Arial"/>
              </a:rPr>
              <a:t>2, de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14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idade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a F.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3401446" y="3922776"/>
            <a:ext cx="3889247" cy="2365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492897" y="504625"/>
            <a:ext cx="757422" cy="2539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939"/>
              </a:lnSpc>
              <a:spcBef>
                <a:spcPts val="97"/>
              </a:spcBef>
            </a:pPr>
            <a:r>
              <a:rPr sz="1800" spc="-29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14" dirty="0" smtClean="0">
                <a:solidFill>
                  <a:srgbClr val="FF3200"/>
                </a:solidFill>
                <a:latin typeface="Arial"/>
                <a:cs typeface="Arial"/>
              </a:rPr>
              <a:t>u</a:t>
            </a:r>
            <a:r>
              <a:rPr sz="1800" spc="4" dirty="0" smtClean="0">
                <a:solidFill>
                  <a:srgbClr val="FF3200"/>
                </a:solidFill>
                <a:latin typeface="Arial"/>
                <a:cs typeface="Arial"/>
              </a:rPr>
              <a:t>l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a</a:t>
            </a:r>
            <a:r>
              <a:rPr sz="1800" spc="285" dirty="0" smtClean="0">
                <a:solidFill>
                  <a:srgbClr val="FF32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FF3200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0017" y="1034143"/>
            <a:ext cx="4780730" cy="4825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3779"/>
              </a:lnSpc>
              <a:spcBef>
                <a:spcPts val="189"/>
              </a:spcBef>
            </a:pPr>
            <a:r>
              <a:rPr sz="3600" spc="192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x</a:t>
            </a:r>
            <a:r>
              <a:rPr sz="3600" spc="160" dirty="0" smtClean="0">
                <a:solidFill>
                  <a:srgbClr val="00CC65"/>
                </a:solidFill>
                <a:latin typeface="Arial"/>
                <a:cs typeface="Arial"/>
              </a:rPr>
              <a:t>e</a:t>
            </a:r>
            <a:r>
              <a:rPr sz="3600" spc="95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63" dirty="0" smtClean="0">
                <a:solidFill>
                  <a:srgbClr val="00CC65"/>
                </a:solidFill>
                <a:latin typeface="Arial"/>
                <a:cs typeface="Arial"/>
              </a:rPr>
              <a:t>í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c</a:t>
            </a:r>
            <a:r>
              <a:rPr sz="3600" spc="58" dirty="0" smtClean="0">
                <a:solidFill>
                  <a:srgbClr val="00CC65"/>
                </a:solidFill>
                <a:latin typeface="Arial"/>
                <a:cs typeface="Arial"/>
              </a:rPr>
              <a:t>i</a:t>
            </a:r>
            <a:r>
              <a:rPr sz="3600" spc="154" dirty="0" smtClean="0">
                <a:solidFill>
                  <a:srgbClr val="00CC65"/>
                </a:solidFill>
                <a:latin typeface="Arial"/>
                <a:cs typeface="Arial"/>
              </a:rPr>
              <a:t>o</a:t>
            </a:r>
            <a:r>
              <a:rPr sz="3600" spc="143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27" dirty="0" smtClean="0">
                <a:solidFill>
                  <a:srgbClr val="00CC65"/>
                </a:solidFill>
                <a:latin typeface="Arial"/>
                <a:cs typeface="Arial"/>
              </a:rPr>
              <a:t> </a:t>
            </a:r>
            <a:r>
              <a:rPr sz="3600" spc="0" dirty="0" smtClean="0">
                <a:solidFill>
                  <a:srgbClr val="00CC65"/>
                </a:solidFill>
                <a:latin typeface="Arial"/>
                <a:cs typeface="Arial"/>
              </a:rPr>
              <a:t>P</a:t>
            </a:r>
            <a:r>
              <a:rPr sz="3600" spc="191" dirty="0" smtClean="0">
                <a:solidFill>
                  <a:srgbClr val="00CC65"/>
                </a:solidFill>
                <a:latin typeface="Arial"/>
                <a:cs typeface="Arial"/>
              </a:rPr>
              <a:t>r</a:t>
            </a:r>
            <a:r>
              <a:rPr sz="3600" spc="175" dirty="0" smtClean="0">
                <a:solidFill>
                  <a:srgbClr val="00CC65"/>
                </a:solidFill>
                <a:latin typeface="Arial"/>
                <a:cs typeface="Arial"/>
              </a:rPr>
              <a:t>opo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r>
              <a:rPr sz="3600" spc="190" dirty="0" smtClean="0">
                <a:solidFill>
                  <a:srgbClr val="00CC65"/>
                </a:solidFill>
                <a:latin typeface="Arial"/>
                <a:cs typeface="Arial"/>
              </a:rPr>
              <a:t>to</a:t>
            </a:r>
            <a:r>
              <a:rPr sz="3600" spc="197" dirty="0" smtClean="0">
                <a:solidFill>
                  <a:srgbClr val="00CC65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81289" y="1692163"/>
            <a:ext cx="7987002" cy="1253743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1361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5)</a:t>
            </a:r>
            <a:r>
              <a:rPr sz="2000" spc="8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hid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áuli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69" dirty="0" smtClean="0">
                <a:latin typeface="Arial"/>
                <a:cs typeface="Arial"/>
              </a:rPr>
              <a:t> </a:t>
            </a:r>
            <a:r>
              <a:rPr sz="2000" spc="-14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da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na</a:t>
            </a:r>
            <a:r>
              <a:rPr sz="2000" spc="7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os</a:t>
            </a:r>
            <a:r>
              <a:rPr sz="2000" spc="7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diâ</a:t>
            </a:r>
            <a:r>
              <a:rPr sz="2000" spc="4" dirty="0" smtClean="0">
                <a:latin typeface="Arial"/>
                <a:cs typeface="Arial"/>
              </a:rPr>
              <a:t>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8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9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b</a:t>
            </a:r>
            <a:r>
              <a:rPr sz="2000" spc="-9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9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</a:pP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2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ão,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e,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4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m</a:t>
            </a:r>
            <a:r>
              <a:rPr sz="2000" spc="-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-9" dirty="0" smtClean="0">
                <a:latin typeface="Arial"/>
                <a:cs typeface="Arial"/>
              </a:rPr>
              <a:t>2</a:t>
            </a:r>
            <a:r>
              <a:rPr sz="2000" spc="0" dirty="0" smtClean="0">
                <a:latin typeface="Arial"/>
                <a:cs typeface="Arial"/>
              </a:rPr>
              <a:t>0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m.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endo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pe</a:t>
            </a:r>
            <a:r>
              <a:rPr sz="2000" spc="-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9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ar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9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ual</a:t>
            </a:r>
            <a:r>
              <a:rPr sz="2000" spc="1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  <a:spcBef>
                <a:spcPts val="100"/>
              </a:spcBef>
            </a:pPr>
            <a:r>
              <a:rPr sz="2000" spc="0" dirty="0" smtClean="0">
                <a:latin typeface="Arial"/>
                <a:cs typeface="Arial"/>
              </a:rPr>
              <a:t>1000</a:t>
            </a:r>
            <a:r>
              <a:rPr sz="2000" spc="-9" dirty="0" smtClean="0">
                <a:latin typeface="Arial"/>
                <a:cs typeface="Arial"/>
              </a:rPr>
              <a:t>0</a:t>
            </a:r>
            <a:r>
              <a:rPr sz="2000" spc="4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-9" dirty="0" smtClean="0">
                <a:latin typeface="Arial"/>
                <a:cs typeface="Arial"/>
              </a:rPr>
              <a:t> d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min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  <a:spcBef>
                <a:spcPts val="568"/>
              </a:spcBef>
            </a:pPr>
            <a:r>
              <a:rPr sz="2000" spc="0" dirty="0" smtClean="0">
                <a:latin typeface="Arial"/>
                <a:cs typeface="Arial"/>
              </a:rPr>
              <a:t>a)</a:t>
            </a:r>
            <a:r>
              <a:rPr sz="2000" spc="-9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4" dirty="0" smtClean="0">
                <a:latin typeface="Arial"/>
                <a:cs typeface="Arial"/>
              </a:rPr>
              <a:t>f</a:t>
            </a:r>
            <a:r>
              <a:rPr sz="2000" spc="-9" dirty="0" smtClean="0">
                <a:latin typeface="Arial"/>
                <a:cs typeface="Arial"/>
              </a:rPr>
              <a:t>or</a:t>
            </a:r>
            <a:r>
              <a:rPr sz="2000" spc="4" dirty="0" smtClean="0">
                <a:latin typeface="Arial"/>
                <a:cs typeface="Arial"/>
              </a:rPr>
              <a:t>ç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-9" dirty="0" smtClean="0">
                <a:latin typeface="Arial"/>
                <a:cs typeface="Arial"/>
              </a:rPr>
              <a:t>qu</a:t>
            </a:r>
            <a:r>
              <a:rPr sz="2000" spc="0" dirty="0" smtClean="0">
                <a:latin typeface="Arial"/>
                <a:cs typeface="Arial"/>
              </a:rPr>
              <a:t>e de</a:t>
            </a:r>
            <a:r>
              <a:rPr sz="2000" spc="-4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 </a:t>
            </a:r>
            <a:r>
              <a:rPr sz="2000" spc="-9" dirty="0" smtClean="0">
                <a:latin typeface="Arial"/>
                <a:cs typeface="Arial"/>
              </a:rPr>
              <a:t>ap</a:t>
            </a:r>
            <a:r>
              <a:rPr sz="2000" spc="0" dirty="0" smtClean="0">
                <a:latin typeface="Arial"/>
                <a:cs typeface="Arial"/>
              </a:rPr>
              <a:t>li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ada no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o 1 </a:t>
            </a:r>
            <a:r>
              <a:rPr sz="2000" spc="-9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9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 e</a:t>
            </a:r>
            <a:r>
              <a:rPr sz="2000" spc="-9" dirty="0" smtClean="0">
                <a:latin typeface="Arial"/>
                <a:cs typeface="Arial"/>
              </a:rPr>
              <a:t>q</a:t>
            </a:r>
            <a:r>
              <a:rPr sz="2000" spc="4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ilib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 o</a:t>
            </a:r>
            <a:r>
              <a:rPr sz="2000" spc="-14" dirty="0" smtClean="0">
                <a:latin typeface="Arial"/>
                <a:cs typeface="Arial"/>
              </a:rPr>
              <a:t> 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ar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8384" y="1744101"/>
            <a:ext cx="208978" cy="21589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8384" y="2717936"/>
            <a:ext cx="208978" cy="5816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1635"/>
              </a:lnSpc>
              <a:spcBef>
                <a:spcPts val="81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95825"/>
              </a:lnSpc>
              <a:spcBef>
                <a:spcPts val="1073"/>
              </a:spcBef>
            </a:pPr>
            <a:r>
              <a:rPr sz="1500" spc="208" dirty="0" smtClean="0">
                <a:solidFill>
                  <a:srgbClr val="65FF32"/>
                </a:solidFill>
                <a:latin typeface="Arial"/>
                <a:cs typeface="Arial"/>
              </a:rPr>
              <a:t>□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1289" y="3031759"/>
            <a:ext cx="2218677" cy="5847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b)</a:t>
            </a:r>
            <a:r>
              <a:rPr sz="2000" spc="204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20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9" dirty="0" smtClean="0">
                <a:latin typeface="Arial"/>
                <a:cs typeface="Arial"/>
              </a:rPr>
              <a:t>e</a:t>
            </a: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lo</a:t>
            </a: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men</a:t>
            </a:r>
            <a:r>
              <a:rPr sz="2000" spc="-1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  <a:p>
            <a:pPr marL="12700" marR="38176">
              <a:lnSpc>
                <a:spcPct val="95825"/>
              </a:lnSpc>
            </a:pPr>
            <a:r>
              <a:rPr sz="2000" spc="0" dirty="0" smtClean="0">
                <a:latin typeface="Arial"/>
                <a:cs typeface="Arial"/>
              </a:rPr>
              <a:t>20</a:t>
            </a:r>
            <a:r>
              <a:rPr sz="2000" spc="-4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m.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21337" y="3031759"/>
            <a:ext cx="3580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00777" y="3031759"/>
            <a:ext cx="61135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4" dirty="0" smtClean="0">
                <a:latin typeface="Arial"/>
                <a:cs typeface="Arial"/>
              </a:rPr>
              <a:t>í</a:t>
            </a:r>
            <a:r>
              <a:rPr sz="2000" spc="-19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</a:t>
            </a:r>
            <a:endParaRPr sz="2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34725" y="3031759"/>
            <a:ext cx="35959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de</a:t>
            </a:r>
            <a:endParaRPr sz="2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15689" y="3031759"/>
            <a:ext cx="557631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óleo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96214" y="3031759"/>
            <a:ext cx="35806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9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75654" y="3031759"/>
            <a:ext cx="571433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-4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ubo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68458" y="3031759"/>
            <a:ext cx="288719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1,</a:t>
            </a:r>
            <a:endParaRPr sz="2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77877" y="3031759"/>
            <a:ext cx="92396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q</a:t>
            </a:r>
            <a:r>
              <a:rPr sz="2000" spc="-9" dirty="0" smtClean="0">
                <a:latin typeface="Arial"/>
                <a:cs typeface="Arial"/>
              </a:rPr>
              <a:t>ua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4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23217" y="3031759"/>
            <a:ext cx="217900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262488" y="3031759"/>
            <a:ext cx="655244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c</a:t>
            </a:r>
            <a:r>
              <a:rPr sz="2000" spc="-9" dirty="0" smtClean="0">
                <a:latin typeface="Arial"/>
                <a:cs typeface="Arial"/>
              </a:rPr>
              <a:t>ar</a:t>
            </a:r>
            <a:r>
              <a:rPr sz="2000" spc="4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39104" y="3031759"/>
            <a:ext cx="627778" cy="27990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150"/>
              </a:lnSpc>
              <a:spcBef>
                <a:spcPts val="107"/>
              </a:spcBef>
            </a:pPr>
            <a:r>
              <a:rPr sz="2000" spc="4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-9" dirty="0" smtClean="0">
                <a:latin typeface="Arial"/>
                <a:cs typeface="Arial"/>
              </a:rPr>
              <a:t>b</a:t>
            </a:r>
            <a:r>
              <a:rPr sz="2000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</TotalTime>
  <Words>3288</Words>
  <Application>Microsoft Office PowerPoint</Application>
  <PresentationFormat>Personalizar</PresentationFormat>
  <Paragraphs>1115</Paragraphs>
  <Slides>52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5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</dc:creator>
  <cp:lastModifiedBy>Augusto</cp:lastModifiedBy>
  <cp:revision>18</cp:revision>
  <dcterms:modified xsi:type="dcterms:W3CDTF">2019-02-18T23:16:00Z</dcterms:modified>
</cp:coreProperties>
</file>