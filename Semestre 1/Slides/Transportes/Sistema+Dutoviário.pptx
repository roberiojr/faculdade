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5687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79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56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327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90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407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266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37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80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6157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51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20E0A-B196-4816-B51B-45704147E840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49E3C-F485-416A-9403-A301CE546D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23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Sistema </a:t>
            </a:r>
            <a:r>
              <a:rPr lang="pt-BR" dirty="0" err="1" smtClean="0"/>
              <a:t>Dutoviário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363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Sistema </a:t>
            </a:r>
            <a:r>
              <a:rPr lang="pt-BR" dirty="0" err="1" smtClean="0"/>
              <a:t>dutoviário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sistema </a:t>
            </a:r>
            <a:r>
              <a:rPr lang="pt-BR" dirty="0" err="1"/>
              <a:t>dutoviário</a:t>
            </a:r>
            <a:r>
              <a:rPr lang="pt-BR" dirty="0"/>
              <a:t> é um meio de transporte de cargas que utiliza um sistema de </a:t>
            </a:r>
            <a:r>
              <a:rPr lang="pt-BR" dirty="0" smtClean="0"/>
              <a:t>dutos, previamente </a:t>
            </a:r>
            <a:r>
              <a:rPr lang="pt-BR" dirty="0"/>
              <a:t>preparados para determinado tipo de transporte, formando linhas </a:t>
            </a:r>
            <a:r>
              <a:rPr lang="pt-BR" dirty="0" smtClean="0"/>
              <a:t>chamadas de </a:t>
            </a:r>
            <a:r>
              <a:rPr lang="pt-BR" dirty="0" err="1"/>
              <a:t>dutovias</a:t>
            </a:r>
            <a:r>
              <a:rPr lang="pt-BR" dirty="0"/>
              <a:t> que conectam terminais </a:t>
            </a:r>
            <a:r>
              <a:rPr lang="pt-BR" dirty="0" err="1"/>
              <a:t>dutoviários</a:t>
            </a:r>
            <a:r>
              <a:rPr lang="pt-BR" dirty="0"/>
              <a:t> </a:t>
            </a:r>
            <a:r>
              <a:rPr lang="pt-BR" dirty="0" smtClean="0"/>
              <a:t>ou multimodais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682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Classificação dos dutos em relação aos produtos transportados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22681" t="46259" r="21295" b="15361"/>
          <a:stretch/>
        </p:blipFill>
        <p:spPr>
          <a:xfrm>
            <a:off x="0" y="1957587"/>
            <a:ext cx="9061648" cy="349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1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Classificação </a:t>
            </a:r>
            <a:r>
              <a:rPr lang="pt-BR" b="1" dirty="0" smtClean="0"/>
              <a:t>quanto ao material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28224" t="23900" r="30995" b="17122"/>
          <a:stretch/>
        </p:blipFill>
        <p:spPr>
          <a:xfrm>
            <a:off x="875762" y="1412611"/>
            <a:ext cx="6697015" cy="544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46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Classificação </a:t>
            </a:r>
            <a:r>
              <a:rPr lang="pt-BR" b="1" dirty="0" smtClean="0"/>
              <a:t>quanto ao material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28421" t="24252" r="30500" b="23636"/>
          <a:stretch/>
        </p:blipFill>
        <p:spPr>
          <a:xfrm>
            <a:off x="837127" y="1429554"/>
            <a:ext cx="7469746" cy="532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8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Classificação </a:t>
            </a:r>
            <a:r>
              <a:rPr lang="pt-BR" b="1" dirty="0" smtClean="0"/>
              <a:t>quanto ao material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28026" t="26188" r="29015" b="46523"/>
          <a:stretch/>
        </p:blipFill>
        <p:spPr>
          <a:xfrm>
            <a:off x="180304" y="1690689"/>
            <a:ext cx="5589432" cy="199622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905" y="3621756"/>
            <a:ext cx="2768742" cy="27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5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Classificação </a:t>
            </a:r>
            <a:r>
              <a:rPr lang="pt-BR" b="1" dirty="0" smtClean="0"/>
              <a:t>quanto ao material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23175" t="24428" r="21493" b="17825"/>
          <a:stretch/>
        </p:blipFill>
        <p:spPr>
          <a:xfrm>
            <a:off x="103031" y="1506827"/>
            <a:ext cx="8731876" cy="512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1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Classificação quanto à posição no solo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23077" t="27420" r="21493" b="11841"/>
          <a:stretch/>
        </p:blipFill>
        <p:spPr>
          <a:xfrm>
            <a:off x="-1" y="1690688"/>
            <a:ext cx="8358389" cy="51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693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Classificação quanto à posição no solo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23174" t="25308" r="21593" b="16065"/>
          <a:stretch/>
        </p:blipFill>
        <p:spPr>
          <a:xfrm>
            <a:off x="0" y="1690689"/>
            <a:ext cx="8515350" cy="50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94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Classificação quanto à posição no solo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23374" t="29709" r="21393" b="57263"/>
          <a:stretch/>
        </p:blipFill>
        <p:spPr>
          <a:xfrm>
            <a:off x="0" y="1893195"/>
            <a:ext cx="9040969" cy="119898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556" y="3219027"/>
            <a:ext cx="6041236" cy="304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258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83</Words>
  <Application>Microsoft Office PowerPoint</Application>
  <PresentationFormat>Apresentação na tela (4:3)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Sistema Dutoviário</vt:lpstr>
      <vt:lpstr>Sistema dutoviário</vt:lpstr>
      <vt:lpstr>Classificação dos dutos em relação aos produtos transportados</vt:lpstr>
      <vt:lpstr>Classificação quanto ao material</vt:lpstr>
      <vt:lpstr>Classificação quanto ao material</vt:lpstr>
      <vt:lpstr>Classificação quanto ao material</vt:lpstr>
      <vt:lpstr>Classificação quanto ao material</vt:lpstr>
      <vt:lpstr>Classificação quanto à posição no solo</vt:lpstr>
      <vt:lpstr>Classificação quanto à posição no solo</vt:lpstr>
      <vt:lpstr>Classificação quanto à posição no solo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Dutoviário</dc:title>
  <dc:creator>Cerest</dc:creator>
  <cp:lastModifiedBy>Cerest</cp:lastModifiedBy>
  <cp:revision>1</cp:revision>
  <dcterms:created xsi:type="dcterms:W3CDTF">2018-09-26T17:39:26Z</dcterms:created>
  <dcterms:modified xsi:type="dcterms:W3CDTF">2018-09-26T17:46:20Z</dcterms:modified>
</cp:coreProperties>
</file>